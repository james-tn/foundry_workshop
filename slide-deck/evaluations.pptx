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theme/theme2.xml" ContentType="application/vnd.openxmlformats-officedocument.theme+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theme/theme3.xml" ContentType="application/vnd.openxmlformats-officedocument.theme+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theme/theme4.xml" ContentType="application/vnd.openxmlformats-officedocument.theme+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theme/theme5.xml" ContentType="application/vnd.openxmlformats-officedocument.theme+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0.xml" ContentType="application/vnd.openxmlformats-officedocument.presentationml.slideLayout+xml"/>
  <Override PartName="/ppt/theme/theme6.xml" ContentType="application/vnd.openxmlformats-officedocument.theme+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theme/theme7.xml" ContentType="application/vnd.openxmlformats-officedocument.theme+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83.xml" ContentType="application/vnd.openxmlformats-officedocument.presentationml.slideLayout+xml"/>
  <Override PartName="/ppt/slideLayouts/slideLayout384.xml" ContentType="application/vnd.openxmlformats-officedocument.presentationml.slideLayout+xml"/>
  <Override PartName="/ppt/slideLayouts/slideLayout385.xml" ContentType="application/vnd.openxmlformats-officedocument.presentationml.slideLayout+xml"/>
  <Override PartName="/ppt/slideLayouts/slideLayout386.xml" ContentType="application/vnd.openxmlformats-officedocument.presentationml.slideLayout+xml"/>
  <Override PartName="/ppt/slideLayouts/slideLayout387.xml" ContentType="application/vnd.openxmlformats-officedocument.presentationml.slideLayout+xml"/>
  <Override PartName="/ppt/slideLayouts/slideLayout388.xml" ContentType="application/vnd.openxmlformats-officedocument.presentationml.slideLayout+xml"/>
  <Override PartName="/ppt/slideLayouts/slideLayout389.xml" ContentType="application/vnd.openxmlformats-officedocument.presentationml.slideLayout+xml"/>
  <Override PartName="/ppt/slideLayouts/slideLayout390.xml" ContentType="application/vnd.openxmlformats-officedocument.presentationml.slideLayout+xml"/>
  <Override PartName="/ppt/slideLayouts/slideLayout391.xml" ContentType="application/vnd.openxmlformats-officedocument.presentationml.slideLayout+xml"/>
  <Override PartName="/ppt/slideLayouts/slideLayout392.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3"/>
    <p:sldMasterId id="2147483731" r:id="rId4"/>
    <p:sldMasterId id="2147483778" r:id="rId5"/>
    <p:sldMasterId id="2147483847" r:id="rId6"/>
    <p:sldMasterId id="2147483907" r:id="rId7"/>
    <p:sldMasterId id="2147483955" r:id="rId8"/>
    <p:sldMasterId id="2147483996" r:id="rId9"/>
    <p:sldMasterId id="2147484054" r:id="rId10"/>
  </p:sldMasterIdLst>
  <p:notesMasterIdLst>
    <p:notesMasterId r:id="rId16"/>
  </p:notesMasterIdLst>
  <p:sldIdLst>
    <p:sldId id="2147481820" r:id="rId11"/>
    <p:sldId id="2147482162" r:id="rId12"/>
    <p:sldId id="2147482163" r:id="rId13"/>
    <p:sldId id="2147482164" r:id="rId14"/>
    <p:sldId id="2147482165"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1800E01-179C-DF02-AC9A-06E3FDD9659A}" name="Steve Sweetman" initials="SS" userId="S::steveswe@microsoft.com::886589fd-a056-4719-a4e9-e6f0b02e6dd8" providerId="AD"/>
  <p188:author id="{3C82EB03-407E-01D1-7CBB-F45B950A7ECF}" name="Maria Barrios Fernandez (CELA)" initials="M(" userId="S::mariabar@microsoft.com::dc305456-2c7f-4936-9e2b-7984bbfa73b9" providerId="AD"/>
  <p188:author id="{478A9314-7681-6D46-31B6-82DD39135A4C}" name="Leela Lansky" initials="LL" userId="S::leelalansky@microsoft.com::f6fdd423-4dca-4c1c-8d3f-9c6bb98943e9" providerId="AD"/>
  <p188:author id="{BF9E6428-58BF-6A9F-F61F-EB6A97EC8C54}" name="Susan Blanchard" initials="SB" userId="78c27375bef7d216" providerId="Windows Live"/>
  <p188:author id="{0169702A-2339-EFF4-833A-E059C3C6F3BC}" name="Vishnu Pamula" initials="VP" userId="S::vishnupamula@microsoft.com::f216dbe9-4185-4b18-ad5d-5964826ef208" providerId="AD"/>
  <p188:author id="{8BDBD52B-9A47-4393-BCC9-6B3ACA005279}" name="Bala Venkataraman" initials="BV" userId="S::balapv@microsoft.com::8f64f8ab-2ffb-4d1d-90b6-fb2ca736d672" providerId="AD"/>
  <p188:author id="{8E7FD431-76A9-BA18-7E33-B2609974A713}" name="Jessica Hawk" initials="JH" userId="S::jessicahawk@microsoft.com::3129000a-6119-4d03-9beb-b48f09e8cd3f" providerId="AD"/>
  <p188:author id="{41629E36-DB94-6D4C-2B1D-0C2A64BAB550}" name="Liam Cavanagh" initials="LC" userId="S::liamca@microsoft.com::c79eabb1-d805-40f6-98b7-998e291372a7" providerId="AD"/>
  <p188:author id="{7EF29739-C857-509E-B157-272423A9C27D}" name="Prakhar Gupta" initials="PG" userId="S::prakharg@microsoft.com::4a900809-98b3-40ab-ba4e-152ef3795b05" providerId="AD"/>
  <p188:author id="{556C614D-4899-82EC-02DF-A68B9FDB6792}" name="Jixin (Gin) Jia" initials="JJ" userId="S::jixinjia@microsoft.com::8d3550ee-9ffd-4764-b25e-a57b66351277" providerId="AD"/>
  <p188:author id="{C5D64E50-6222-72C7-BBB9-821FC5FD0DA8}" name="Setu Chokshi" initials="SC" userId="S::setuchokshi@microsoft.com::726fc89c-a259-4cde-8988-41f4b09a2989" providerId="AD"/>
  <p188:author id="{EBB4B15B-C155-85BB-24C9-54F2B97955F2}" name="Pablo Castro" initials="PC" userId="S::pablocas@microsoft.com::93083297-f88d-4e51-9931-a14ae08793ea" providerId="AD"/>
  <p188:author id="{308B4F5D-F953-10B8-EDCD-F6F15AACFA9F}" name="Henry Zeng" initials="HZ" userId="S::yozen@microsoft.com::73478263-8f89-44a7-bcb3-67b2e50825c8" providerId="AD"/>
  <p188:author id="{B1C5D077-A080-F0FD-82DF-87ACF4974BD2}" name="Alain Li" initials="AL" userId="S::alainli@microsoft.com::24cdcb54-5f70-4a5b-aab8-6b455c66f9ff" providerId="AD"/>
  <p188:author id="{0821C681-72B3-EB7C-D373-7E681F235110}" name="Stacia Romero (Mulcahy Consulting, Inc)" initials="SR" userId="S::v-stromero@microsoft.com::1eaaa858-9d81-47e7-bcec-2090d78f378a" providerId="AD"/>
  <p188:author id="{9A0B4A88-3240-5447-5BEE-9EB84B333263}" name="Richard Tso" initials="RT" userId="Richard Tso" providerId="None"/>
  <p188:author id="{9D67D48C-B80D-079F-C16B-81C1B70801AB}" name="Bozhong Lin" initials="BL" userId="S::bozhlin@microsoft.com::665bd66a-e651-4184-a5a7-199f30c48653" providerId="AD"/>
  <p188:author id="{EA465E8E-3DDA-6C5C-8982-DE5B17A71BDE}" name="Sunil Sattiraju" initials="SS" userId="S::ssattiraju@microsoft.com::86a73349-a087-48fb-b5b3-23d8e1f3451f" providerId="AD"/>
  <p188:author id="{A21CDE93-6B48-02D5-15E4-E690EF2F9966}" name="Julianne Hart" initials="JH" userId="S::juliannehart@microsoft.com::f0141a3b-18c3-4f67-8ad4-bff2f68b5430" providerId="AD"/>
  <p188:author id="{201CA29D-D065-D46C-4D71-1AC81FFA7C1A}" name="Farzad Sunavala" initials="FS" userId="S::fsunavala@microsoft.com::c7b9be82-5bba-4f43-b49e-53051c7debcd" providerId="AD"/>
  <p188:author id="{E68CE6A4-2FD1-FC24-08F9-C2D0EC0312C8}" name="Takuto Higuchi" initials="TH" userId="S::tahiguch@microsoft.com::62b346dc-9dcf-4f5e-bcb3-018506f29807" providerId="AD"/>
  <p188:author id="{4910E1B4-BDBB-37C7-8576-E6EFD33E736F}" name="Meng Tang" initials="MT" userId="S::metang@microsoft.com::c1649ca4-a2c0-4496-ab2e-4662f7a05c27" providerId="AD"/>
  <p188:author id="{DB240AB5-5075-F2B6-CB29-ED89C7F443E0}" name="Courtney Brewer" initials="CB" userId="S::cobrewer@microsoft.com::626e6965-4ba5-40a4-9f1e-e602d2a30d97" providerId="AD"/>
  <p188:author id="{E44392C0-6BAF-EE69-8897-8FBBE5F4C0E3}" name="Ritesh Modi" initials="RM" userId="S::rimod@microsoft.com::9d5c8ed9-40a9-49fe-9bbe-3a43901b801e" providerId="AD"/>
  <p188:author id="{256BB5D1-A88B-10EA-068D-63B8A01C20CA}" name="Chenlu Jiao" initials="CJ" userId="S::chenlujiao@microsoft.com::e92bbbd4-781d-41ca-a1cd-e3126ce428c5" providerId="AD"/>
  <p188:author id="{B69951E0-D99A-5FEB-6D91-C0FAD38AAEB8}" name="Christian Gero" initials="CG" userId="S::chgero@microsoft.com::f954ebf7-fc20-4ec8-a10c-72ae39a6ed92" providerId="AD"/>
  <p188:author id="{08F51CE1-6E2F-D16C-CE01-B61B5C8F3627}" name="Sanghee Oh" initials="SO" userId="S::saoh@microsoft.com::d60a9493-8a62-4762-b57a-536561847890" providerId="AD"/>
  <p188:author id="{D5AFC1F1-7000-6CFE-7AE3-0BBBB6726B7D}" name="Jieting Chen" initials="JC" userId="S::chenjieting@microsoft.com::17704fb0-1707-4014-9bc2-c061d75eb054"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DC8E8"/>
    <a:srgbClr val="8661C5"/>
    <a:srgbClr val="C5B4E3"/>
    <a:srgbClr val="4CC1EF"/>
    <a:srgbClr val="C13018"/>
    <a:srgbClr val="9BF00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972" autoAdjust="0"/>
    <p:restoredTop sz="94660"/>
  </p:normalViewPr>
  <p:slideViewPr>
    <p:cSldViewPr snapToGrid="0">
      <p:cViewPr varScale="1">
        <p:scale>
          <a:sx n="118" d="100"/>
          <a:sy n="118" d="100"/>
        </p:scale>
        <p:origin x="110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6.xml"/><Relationship Id="rId13" Type="http://schemas.openxmlformats.org/officeDocument/2006/relationships/slide" Target="slides/slide3.xml"/><Relationship Id="rId18" Type="http://schemas.openxmlformats.org/officeDocument/2006/relationships/viewProps" Target="viewProps.xml"/><Relationship Id="rId3" Type="http://schemas.openxmlformats.org/officeDocument/2006/relationships/slideMaster" Target="slideMasters/slideMaster1.xml"/><Relationship Id="rId21" Type="http://schemas.microsoft.com/office/2018/10/relationships/authors" Target="authors.xml"/><Relationship Id="rId7" Type="http://schemas.openxmlformats.org/officeDocument/2006/relationships/slideMaster" Target="slideMasters/slideMaster5.xml"/><Relationship Id="rId12" Type="http://schemas.openxmlformats.org/officeDocument/2006/relationships/slide" Target="slides/slide2.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4.xml"/><Relationship Id="rId11" Type="http://schemas.openxmlformats.org/officeDocument/2006/relationships/slide" Target="slides/slide1.xml"/><Relationship Id="rId5" Type="http://schemas.openxmlformats.org/officeDocument/2006/relationships/slideMaster" Target="slideMasters/slideMaster3.xml"/><Relationship Id="rId15" Type="http://schemas.openxmlformats.org/officeDocument/2006/relationships/slide" Target="slides/slide5.xml"/><Relationship Id="rId10" Type="http://schemas.openxmlformats.org/officeDocument/2006/relationships/slideMaster" Target="slideMasters/slideMaster8.xml"/><Relationship Id="rId19" Type="http://schemas.openxmlformats.org/officeDocument/2006/relationships/theme" Target="theme/theme1.xml"/><Relationship Id="rId4" Type="http://schemas.openxmlformats.org/officeDocument/2006/relationships/slideMaster" Target="slideMasters/slideMaster2.xml"/><Relationship Id="rId9" Type="http://schemas.openxmlformats.org/officeDocument/2006/relationships/slideMaster" Target="slideMasters/slideMaster7.xml"/><Relationship Id="rId14"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479467-DD3E-48B7-8FCD-775E53B49422}"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DB4093-1183-4B86-A86D-AB5F88611FD4}" type="slidenum">
              <a:rPr lang="en-US" smtClean="0"/>
              <a:t>‹#›</a:t>
            </a:fld>
            <a:endParaRPr lang="en-US"/>
          </a:p>
        </p:txBody>
      </p:sp>
    </p:spTree>
    <p:extLst>
      <p:ext uri="{BB962C8B-B14F-4D97-AF65-F5344CB8AC3E}">
        <p14:creationId xmlns:p14="http://schemas.microsoft.com/office/powerpoint/2010/main" val="217573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10.jpe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Master" Target="../slideMasters/slideMaster1.xml"/><Relationship Id="rId4" Type="http://schemas.openxmlformats.org/officeDocument/2006/relationships/image" Target="../media/image16.jpe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1.xml"/><Relationship Id="rId5" Type="http://schemas.openxmlformats.org/officeDocument/2006/relationships/image" Target="../media/image20.jpeg"/><Relationship Id="rId4" Type="http://schemas.openxmlformats.org/officeDocument/2006/relationships/image" Target="../media/image19.jpe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6" Type="http://schemas.openxmlformats.org/officeDocument/2006/relationships/image" Target="../media/image21.jpeg"/><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10.jpe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1.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Master" Target="../slideMasters/slideMaster1.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3.xml"/><Relationship Id="rId4" Type="http://schemas.openxmlformats.org/officeDocument/2006/relationships/image" Target="../media/image10.jpeg"/></Relationships>
</file>

<file path=ppt/slideLayouts/_rels/slideLayout13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3.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13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16.jpeg"/></Relationships>
</file>

<file path=ppt/slideLayouts/_rels/slideLayout13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3.xml"/><Relationship Id="rId5" Type="http://schemas.openxmlformats.org/officeDocument/2006/relationships/image" Target="../media/image20.jpeg"/><Relationship Id="rId4" Type="http://schemas.openxmlformats.org/officeDocument/2006/relationships/image" Target="../media/image19.jpeg"/></Relationships>
</file>

<file path=ppt/slideLayouts/_rels/slideLayout14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3.xml"/><Relationship Id="rId6" Type="http://schemas.openxmlformats.org/officeDocument/2006/relationships/image" Target="../media/image21.jpeg"/><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14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3.xml"/><Relationship Id="rId4" Type="http://schemas.openxmlformats.org/officeDocument/2006/relationships/image" Target="../media/image10.jpeg"/></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3.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14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Master" Target="../slideMasters/slideMaster3.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jpe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3.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5.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emf"/><Relationship Id="rId1" Type="http://schemas.openxmlformats.org/officeDocument/2006/relationships/slideMaster" Target="../slideMasters/slideMaster4.xml"/></Relationships>
</file>

<file path=ppt/slideLayouts/_rels/slideLayout17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emf"/><Relationship Id="rId1" Type="http://schemas.openxmlformats.org/officeDocument/2006/relationships/slideMaster" Target="../slideMasters/slideMaster4.xml"/></Relationships>
</file>

<file path=ppt/slideLayouts/_rels/slideLayout17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5.png"/><Relationship Id="rId1" Type="http://schemas.openxmlformats.org/officeDocument/2006/relationships/slideMaster" Target="../slideMasters/slideMaster4.xml"/><Relationship Id="rId4" Type="http://schemas.openxmlformats.org/officeDocument/2006/relationships/image" Target="../media/image3.emf"/></Relationships>
</file>

<file path=ppt/slideLayouts/_rels/slideLayout178.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4.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4.xml"/></Relationships>
</file>

<file path=ppt/slideLayouts/_rels/slideLayout19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4.xml"/></Relationships>
</file>

<file path=ppt/slideLayouts/_rels/slideLayout19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4.xml"/></Relationships>
</file>

<file path=ppt/slideLayouts/_rels/slideLayout19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4.xml"/></Relationships>
</file>

<file path=ppt/slideLayouts/_rels/slideLayout19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4.xml"/></Relationships>
</file>

<file path=ppt/slideLayouts/_rels/slideLayout19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4.xml"/></Relationships>
</file>

<file path=ppt/slideLayouts/_rels/slideLayout19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4.xml"/></Relationships>
</file>

<file path=ppt/slideLayouts/_rels/slideLayout200.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4.xml"/></Relationships>
</file>

<file path=ppt/slideLayouts/_rels/slideLayout20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_rels/slideLayout20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4.xml"/><Relationship Id="rId4" Type="http://schemas.openxmlformats.org/officeDocument/2006/relationships/image" Target="../media/image10.jpeg"/></Relationships>
</file>

<file path=ppt/slideLayouts/_rels/slideLayout20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4.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20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Master" Target="../slideMasters/slideMaster4.xml"/></Relationships>
</file>

<file path=ppt/slideLayouts/_rels/slideLayout20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Master" Target="../slideMasters/slideMaster4.xml"/><Relationship Id="rId4" Type="http://schemas.openxmlformats.org/officeDocument/2006/relationships/image" Target="../media/image16.jpeg"/></Relationships>
</file>

<file path=ppt/slideLayouts/_rels/slideLayout20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4.xml"/><Relationship Id="rId5" Type="http://schemas.openxmlformats.org/officeDocument/2006/relationships/image" Target="../media/image20.jpeg"/><Relationship Id="rId4" Type="http://schemas.openxmlformats.org/officeDocument/2006/relationships/image" Target="../media/image19.jpeg"/></Relationships>
</file>

<file path=ppt/slideLayouts/_rels/slideLayout20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4.xml"/><Relationship Id="rId6" Type="http://schemas.openxmlformats.org/officeDocument/2006/relationships/image" Target="../media/image21.jpeg"/><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20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4.xml"/><Relationship Id="rId4" Type="http://schemas.openxmlformats.org/officeDocument/2006/relationships/image" Target="../media/image10.jpeg"/></Relationships>
</file>

<file path=ppt/slideLayouts/_rels/slideLayout20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4.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21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Master" Target="../slideMasters/slideMaster4.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jpeg"/></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4.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Master" Target="../slideMasters/slideMaster4.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5.xml"/></Relationships>
</file>

<file path=ppt/slideLayouts/_rels/slideLayout2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Master" Target="../slideMasters/slideMaster5.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1.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slideMaster" Target="../slideMasters/slideMaster5.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1.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Master" Target="../slideMasters/slideMaster5.xml"/></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5.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6.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Master" Target="../slideMasters/slideMaster5.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4.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Master" Target="../slideMasters/slideMaster5.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8.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79.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Master" Target="../slideMasters/slideMaster6.xml"/></Relationships>
</file>

<file path=ppt/slideLayouts/_rels/slideLayout280.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Master" Target="../slideMasters/slideMaster6.xml"/></Relationships>
</file>

<file path=ppt/slideLayouts/_rels/slideLayout28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82.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8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8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8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8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87.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88.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38.emf"/><Relationship Id="rId1" Type="http://schemas.openxmlformats.org/officeDocument/2006/relationships/slideMaster" Target="../slideMasters/slideMaster6.xml"/></Relationships>
</file>

<file path=ppt/slideLayouts/_rels/slideLayout289.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48.jpeg"/><Relationship Id="rId1" Type="http://schemas.openxmlformats.org/officeDocument/2006/relationships/slideMaster" Target="../slideMasters/slideMaster6.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95.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image" Target="../media/image49.jpeg"/><Relationship Id="rId1" Type="http://schemas.openxmlformats.org/officeDocument/2006/relationships/slideMaster" Target="../slideMasters/slideMaster6.xml"/><Relationship Id="rId4" Type="http://schemas.openxmlformats.org/officeDocument/2006/relationships/image" Target="../media/image51.jpeg"/></Relationships>
</file>

<file path=ppt/slideLayouts/_rels/slideLayout296.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image" Target="../media/image52.png"/><Relationship Id="rId1" Type="http://schemas.openxmlformats.org/officeDocument/2006/relationships/slideMaster" Target="../slideMasters/slideMaster6.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00.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Master" Target="../slideMasters/slideMaster6.xml"/></Relationships>
</file>

<file path=ppt/slideLayouts/_rels/slideLayout301.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Master" Target="../slideMasters/slideMaster6.xml"/></Relationships>
</file>

<file path=ppt/slideLayouts/_rels/slideLayout302.xml.rels><?xml version="1.0" encoding="UTF-8" standalone="yes"?>
<Relationships xmlns="http://schemas.openxmlformats.org/package/2006/relationships"><Relationship Id="rId3" Type="http://schemas.openxmlformats.org/officeDocument/2006/relationships/image" Target="../media/image61.jpeg"/><Relationship Id="rId2" Type="http://schemas.openxmlformats.org/officeDocument/2006/relationships/image" Target="../media/image60.jpeg"/><Relationship Id="rId1" Type="http://schemas.openxmlformats.org/officeDocument/2006/relationships/slideMaster" Target="../slideMasters/slideMaster6.xml"/><Relationship Id="rId4" Type="http://schemas.openxmlformats.org/officeDocument/2006/relationships/image" Target="../media/image62.jpeg"/></Relationships>
</file>

<file path=ppt/slideLayouts/_rels/slideLayout30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Master" Target="../slideMasters/slideMaster6.xml"/></Relationships>
</file>

<file path=ppt/slideLayouts/_rels/slideLayout30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Master" Target="../slideMasters/slideMaster6.xml"/></Relationships>
</file>

<file path=ppt/slideLayouts/_rels/slideLayout30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Master" Target="../slideMasters/slideMaster6.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08.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Master" Target="../slideMasters/slideMaster6.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1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31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7.xml"/></Relationships>
</file>

<file path=ppt/slideLayouts/_rels/slideLayout31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7.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2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7.xml"/></Relationships>
</file>

<file path=ppt/slideLayouts/_rels/slideLayout32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7.xml"/></Relationships>
</file>

<file path=ppt/slideLayouts/_rels/slideLayout32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7.xml"/></Relationships>
</file>

<file path=ppt/slideLayouts/_rels/slideLayout32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7.xml"/></Relationships>
</file>

<file path=ppt/slideLayouts/_rels/slideLayout33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7.xml"/></Relationships>
</file>

<file path=ppt/slideLayouts/_rels/slideLayout33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7.xml"/></Relationships>
</file>

<file path=ppt/slideLayouts/_rels/slideLayout33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7.xml"/></Relationships>
</file>

<file path=ppt/slideLayouts/_rels/slideLayout33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7.xml"/></Relationships>
</file>

<file path=ppt/slideLayouts/_rels/slideLayout33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Master" Target="../slideMasters/slideMaster7.xml"/></Relationships>
</file>

<file path=ppt/slideLayouts/_rels/slideLayout33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7.xml"/><Relationship Id="rId4" Type="http://schemas.openxmlformats.org/officeDocument/2006/relationships/image" Target="../media/image10.jpeg"/></Relationships>
</file>

<file path=ppt/slideLayouts/_rels/slideLayout33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7.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33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Master" Target="../slideMasters/slideMaster7.xml"/></Relationships>
</file>

<file path=ppt/slideLayouts/_rels/slideLayout33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Master" Target="../slideMasters/slideMaster7.xml"/><Relationship Id="rId4" Type="http://schemas.openxmlformats.org/officeDocument/2006/relationships/image" Target="../media/image16.jpeg"/></Relationships>
</file>

<file path=ppt/slideLayouts/_rels/slideLayout33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7.xml"/><Relationship Id="rId5" Type="http://schemas.openxmlformats.org/officeDocument/2006/relationships/image" Target="../media/image20.jpeg"/><Relationship Id="rId4" Type="http://schemas.openxmlformats.org/officeDocument/2006/relationships/image" Target="../media/image19.jpeg"/></Relationships>
</file>

<file path=ppt/slideLayouts/_rels/slideLayout34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7.xml"/><Relationship Id="rId6" Type="http://schemas.openxmlformats.org/officeDocument/2006/relationships/image" Target="../media/image21.jpeg"/><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34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7.xml"/><Relationship Id="rId4" Type="http://schemas.openxmlformats.org/officeDocument/2006/relationships/image" Target="../media/image10.jpeg"/></Relationships>
</file>

<file path=ppt/slideLayouts/_rels/slideLayout34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4.jpeg"/><Relationship Id="rId1" Type="http://schemas.openxmlformats.org/officeDocument/2006/relationships/slideMaster" Target="../slideMasters/slideMaster7.xml"/><Relationship Id="rId5" Type="http://schemas.openxmlformats.org/officeDocument/2006/relationships/image" Target="../media/image11.jpeg"/><Relationship Id="rId4" Type="http://schemas.openxmlformats.org/officeDocument/2006/relationships/image" Target="../media/image10.jpeg"/></Relationships>
</file>

<file path=ppt/slideLayouts/_rels/slideLayout34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Master" Target="../slideMasters/slideMaster7.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jpe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5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7.xml"/></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5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7.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5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7.xml"/></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6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8.xml"/></Relationships>
</file>

<file path=ppt/slideLayouts/_rels/slideLayout36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8.xml"/></Relationships>
</file>

<file path=ppt/slideLayouts/_rels/slideLayout36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8.xml"/></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3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38" name="Picture 37">
            <a:extLst>
              <a:ext uri="{FF2B5EF4-FFF2-40B4-BE49-F238E27FC236}">
                <a16:creationId xmlns:a16="http://schemas.microsoft.com/office/drawing/2014/main" id="{0DF85D34-3657-0AC7-566B-40ED30237089}"/>
              </a:ext>
            </a:extLst>
          </p:cNvPr>
          <p:cNvPicPr>
            <a:picLocks noChangeAspect="1"/>
          </p:cNvPicPr>
          <p:nvPr userDrawn="1"/>
        </p:nvPicPr>
        <p:blipFill>
          <a:blip r:embed="rId2"/>
          <a:srcRect/>
          <a:stretch/>
        </p:blipFill>
        <p:spPr>
          <a:xfrm>
            <a:off x="1" y="2"/>
            <a:ext cx="12191998" cy="6857999"/>
          </a:xfrm>
          <a:prstGeom prst="rect">
            <a:avLst/>
          </a:prstGeom>
        </p:spPr>
      </p:pic>
      <p:pic>
        <p:nvPicPr>
          <p:cNvPr id="21" name="MS logo white - EMF" descr="Microsoft logo white text version">
            <a:extLst>
              <a:ext uri="{FF2B5EF4-FFF2-40B4-BE49-F238E27FC236}">
                <a16:creationId xmlns:a16="http://schemas.microsoft.com/office/drawing/2014/main" id="{D8020306-3F04-2E10-3B38-56D82E12BA5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white">
          <a:xfrm>
            <a:off x="584202" y="585790"/>
            <a:ext cx="1366245" cy="292608"/>
          </a:xfrm>
          <a:prstGeom prst="rect">
            <a:avLst/>
          </a:prstGeom>
        </p:spPr>
      </p:pic>
      <p:grpSp>
        <p:nvGrpSpPr>
          <p:cNvPr id="22" name="Group 21">
            <a:extLst>
              <a:ext uri="{FF2B5EF4-FFF2-40B4-BE49-F238E27FC236}">
                <a16:creationId xmlns:a16="http://schemas.microsoft.com/office/drawing/2014/main" id="{978F5790-1680-4D53-DE71-1AF149D2385C}"/>
              </a:ext>
            </a:extLst>
          </p:cNvPr>
          <p:cNvGrpSpPr/>
          <p:nvPr userDrawn="1"/>
        </p:nvGrpSpPr>
        <p:grpSpPr bwMode="white">
          <a:xfrm>
            <a:off x="580572" y="2702875"/>
            <a:ext cx="3265035" cy="1452255"/>
            <a:chOff x="747712" y="1907208"/>
            <a:chExt cx="7227855" cy="3214877"/>
          </a:xfrm>
          <a:gradFill flip="none" rotWithShape="1">
            <a:gsLst>
              <a:gs pos="0">
                <a:srgbClr val="D4EC8E"/>
              </a:gs>
              <a:gs pos="34000">
                <a:srgbClr val="D7E78E"/>
              </a:gs>
              <a:gs pos="69000">
                <a:srgbClr val="FFA48B"/>
              </a:gs>
            </a:gsLst>
            <a:lin ang="2700000" scaled="1"/>
            <a:tileRect/>
          </a:gradFill>
        </p:grpSpPr>
        <p:sp>
          <p:nvSpPr>
            <p:cNvPr id="23" name="Freeform: Shape 22">
              <a:extLst>
                <a:ext uri="{FF2B5EF4-FFF2-40B4-BE49-F238E27FC236}">
                  <a16:creationId xmlns:a16="http://schemas.microsoft.com/office/drawing/2014/main" id="{0BA94CBD-413D-BA88-6C11-4E35B1A638EF}"/>
                </a:ext>
              </a:extLst>
            </p:cNvPr>
            <p:cNvSpPr/>
            <p:nvPr/>
          </p:nvSpPr>
          <p:spPr bwMode="white">
            <a:xfrm>
              <a:off x="747712" y="2000648"/>
              <a:ext cx="1371028" cy="1276731"/>
            </a:xfrm>
            <a:custGeom>
              <a:avLst/>
              <a:gdLst>
                <a:gd name="connsiteX0" fmla="*/ 1371029 w 1371028"/>
                <a:gd name="connsiteY0" fmla="*/ 1276731 h 1276731"/>
                <a:gd name="connsiteX1" fmla="*/ 1160907 w 1371028"/>
                <a:gd name="connsiteY1" fmla="*/ 1276731 h 1276731"/>
                <a:gd name="connsiteX2" fmla="*/ 1160907 w 1371028"/>
                <a:gd name="connsiteY2" fmla="*/ 450533 h 1276731"/>
                <a:gd name="connsiteX3" fmla="*/ 1173385 w 1371028"/>
                <a:gd name="connsiteY3" fmla="*/ 202121 h 1276731"/>
                <a:gd name="connsiteX4" fmla="*/ 1169861 w 1371028"/>
                <a:gd name="connsiteY4" fmla="*/ 202121 h 1276731"/>
                <a:gd name="connsiteX5" fmla="*/ 1135094 w 1371028"/>
                <a:gd name="connsiteY5" fmla="*/ 322326 h 1276731"/>
                <a:gd name="connsiteX6" fmla="*/ 754094 w 1371028"/>
                <a:gd name="connsiteY6" fmla="*/ 1276731 h 1276731"/>
                <a:gd name="connsiteX7" fmla="*/ 608076 w 1371028"/>
                <a:gd name="connsiteY7" fmla="*/ 1276731 h 1276731"/>
                <a:gd name="connsiteX8" fmla="*/ 226124 w 1371028"/>
                <a:gd name="connsiteY8" fmla="*/ 329470 h 1276731"/>
                <a:gd name="connsiteX9" fmla="*/ 192310 w 1371028"/>
                <a:gd name="connsiteY9" fmla="*/ 202121 h 1276731"/>
                <a:gd name="connsiteX10" fmla="*/ 188786 w 1371028"/>
                <a:gd name="connsiteY10" fmla="*/ 202121 h 1276731"/>
                <a:gd name="connsiteX11" fmla="*/ 195929 w 1371028"/>
                <a:gd name="connsiteY11" fmla="*/ 452247 h 1276731"/>
                <a:gd name="connsiteX12" fmla="*/ 195929 w 1371028"/>
                <a:gd name="connsiteY12" fmla="*/ 1276636 h 1276731"/>
                <a:gd name="connsiteX13" fmla="*/ 0 w 1371028"/>
                <a:gd name="connsiteY13" fmla="*/ 1276636 h 1276731"/>
                <a:gd name="connsiteX14" fmla="*/ 0 w 1371028"/>
                <a:gd name="connsiteY14" fmla="*/ 0 h 1276731"/>
                <a:gd name="connsiteX15" fmla="*/ 298228 w 1371028"/>
                <a:gd name="connsiteY15" fmla="*/ 0 h 1276731"/>
                <a:gd name="connsiteX16" fmla="*/ 633889 w 1371028"/>
                <a:gd name="connsiteY16" fmla="*/ 850202 h 1276731"/>
                <a:gd name="connsiteX17" fmla="*/ 683705 w 1371028"/>
                <a:gd name="connsiteY17" fmla="*/ 996220 h 1276731"/>
                <a:gd name="connsiteX18" fmla="*/ 688181 w 1371028"/>
                <a:gd name="connsiteY18" fmla="*/ 996220 h 1276731"/>
                <a:gd name="connsiteX19" fmla="*/ 741617 w 1371028"/>
                <a:gd name="connsiteY19" fmla="*/ 846677 h 1276731"/>
                <a:gd name="connsiteX20" fmla="*/ 1083469 w 1371028"/>
                <a:gd name="connsiteY20" fmla="*/ 0 h 1276731"/>
                <a:gd name="connsiteX21" fmla="*/ 1371029 w 1371028"/>
                <a:gd name="connsiteY21" fmla="*/ 0 h 1276731"/>
                <a:gd name="connsiteX22" fmla="*/ 1371029 w 1371028"/>
                <a:gd name="connsiteY22" fmla="*/ 1276636 h 1276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71028" h="1276731">
                  <a:moveTo>
                    <a:pt x="1371029" y="1276731"/>
                  </a:moveTo>
                  <a:lnTo>
                    <a:pt x="1160907" y="1276731"/>
                  </a:lnTo>
                  <a:lnTo>
                    <a:pt x="1160907" y="450533"/>
                  </a:lnTo>
                  <a:cubicBezTo>
                    <a:pt x="1160907" y="382905"/>
                    <a:pt x="1165098" y="300038"/>
                    <a:pt x="1173385" y="202121"/>
                  </a:cubicBezTo>
                  <a:lnTo>
                    <a:pt x="1169861" y="202121"/>
                  </a:lnTo>
                  <a:cubicBezTo>
                    <a:pt x="1156811" y="257937"/>
                    <a:pt x="1145191" y="297942"/>
                    <a:pt x="1135094" y="322326"/>
                  </a:cubicBezTo>
                  <a:lnTo>
                    <a:pt x="754094" y="1276731"/>
                  </a:lnTo>
                  <a:lnTo>
                    <a:pt x="608076" y="1276731"/>
                  </a:lnTo>
                  <a:lnTo>
                    <a:pt x="226124" y="329470"/>
                  </a:lnTo>
                  <a:cubicBezTo>
                    <a:pt x="215456" y="301562"/>
                    <a:pt x="204121" y="259175"/>
                    <a:pt x="192310" y="202121"/>
                  </a:cubicBezTo>
                  <a:lnTo>
                    <a:pt x="188786" y="202121"/>
                  </a:lnTo>
                  <a:cubicBezTo>
                    <a:pt x="193548" y="253174"/>
                    <a:pt x="195929" y="336518"/>
                    <a:pt x="195929" y="452247"/>
                  </a:cubicBezTo>
                  <a:lnTo>
                    <a:pt x="195929" y="1276636"/>
                  </a:lnTo>
                  <a:lnTo>
                    <a:pt x="0" y="1276636"/>
                  </a:lnTo>
                  <a:lnTo>
                    <a:pt x="0" y="0"/>
                  </a:lnTo>
                  <a:lnTo>
                    <a:pt x="298228" y="0"/>
                  </a:lnTo>
                  <a:lnTo>
                    <a:pt x="633889" y="850202"/>
                  </a:lnTo>
                  <a:cubicBezTo>
                    <a:pt x="659416" y="915543"/>
                    <a:pt x="675989" y="964121"/>
                    <a:pt x="683705" y="996220"/>
                  </a:cubicBezTo>
                  <a:lnTo>
                    <a:pt x="688181" y="996220"/>
                  </a:lnTo>
                  <a:cubicBezTo>
                    <a:pt x="710089" y="929164"/>
                    <a:pt x="727901" y="879253"/>
                    <a:pt x="741617" y="846677"/>
                  </a:cubicBezTo>
                  <a:lnTo>
                    <a:pt x="1083469" y="0"/>
                  </a:lnTo>
                  <a:lnTo>
                    <a:pt x="1371029" y="0"/>
                  </a:lnTo>
                  <a:lnTo>
                    <a:pt x="1371029" y="1276636"/>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4" name="Freeform: Shape 23">
              <a:extLst>
                <a:ext uri="{FF2B5EF4-FFF2-40B4-BE49-F238E27FC236}">
                  <a16:creationId xmlns:a16="http://schemas.microsoft.com/office/drawing/2014/main" id="{11B0C5AE-D2E3-4968-6E52-50945EE5BDCB}"/>
                </a:ext>
              </a:extLst>
            </p:cNvPr>
            <p:cNvSpPr/>
            <p:nvPr/>
          </p:nvSpPr>
          <p:spPr bwMode="white">
            <a:xfrm>
              <a:off x="2300001" y="1939211"/>
              <a:ext cx="248412" cy="1338167"/>
            </a:xfrm>
            <a:custGeom>
              <a:avLst/>
              <a:gdLst>
                <a:gd name="connsiteX0" fmla="*/ 122872 w 248412"/>
                <a:gd name="connsiteY0" fmla="*/ 235077 h 1338167"/>
                <a:gd name="connsiteX1" fmla="*/ 36100 w 248412"/>
                <a:gd name="connsiteY1" fmla="*/ 202121 h 1338167"/>
                <a:gd name="connsiteX2" fmla="*/ 0 w 248412"/>
                <a:gd name="connsiteY2" fmla="*/ 118396 h 1338167"/>
                <a:gd name="connsiteX3" fmla="*/ 36100 w 248412"/>
                <a:gd name="connsiteY3" fmla="*/ 33814 h 1338167"/>
                <a:gd name="connsiteX4" fmla="*/ 122872 w 248412"/>
                <a:gd name="connsiteY4" fmla="*/ 0 h 1338167"/>
                <a:gd name="connsiteX5" fmla="*/ 211931 w 248412"/>
                <a:gd name="connsiteY5" fmla="*/ 33814 h 1338167"/>
                <a:gd name="connsiteX6" fmla="*/ 248412 w 248412"/>
                <a:gd name="connsiteY6" fmla="*/ 118396 h 1338167"/>
                <a:gd name="connsiteX7" fmla="*/ 211931 w 248412"/>
                <a:gd name="connsiteY7" fmla="*/ 200787 h 1338167"/>
                <a:gd name="connsiteX8" fmla="*/ 122872 w 248412"/>
                <a:gd name="connsiteY8" fmla="*/ 235077 h 1338167"/>
                <a:gd name="connsiteX9" fmla="*/ 225266 w 248412"/>
                <a:gd name="connsiteY9" fmla="*/ 1338167 h 1338167"/>
                <a:gd name="connsiteX10" fmla="*/ 18764 w 248412"/>
                <a:gd name="connsiteY10" fmla="*/ 1338167 h 1338167"/>
                <a:gd name="connsiteX11" fmla="*/ 18764 w 248412"/>
                <a:gd name="connsiteY11" fmla="*/ 426530 h 1338167"/>
                <a:gd name="connsiteX12" fmla="*/ 225266 w 248412"/>
                <a:gd name="connsiteY12" fmla="*/ 426530 h 1338167"/>
                <a:gd name="connsiteX13" fmla="*/ 225266 w 248412"/>
                <a:gd name="connsiteY13" fmla="*/ 1338167 h 13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8412" h="1338167">
                  <a:moveTo>
                    <a:pt x="122872" y="235077"/>
                  </a:moveTo>
                  <a:cubicBezTo>
                    <a:pt x="89059" y="235077"/>
                    <a:pt x="60103" y="224123"/>
                    <a:pt x="36100" y="202121"/>
                  </a:cubicBezTo>
                  <a:cubicBezTo>
                    <a:pt x="12097" y="180213"/>
                    <a:pt x="0" y="152305"/>
                    <a:pt x="0" y="118396"/>
                  </a:cubicBezTo>
                  <a:cubicBezTo>
                    <a:pt x="0" y="84487"/>
                    <a:pt x="12001" y="56388"/>
                    <a:pt x="36100" y="33814"/>
                  </a:cubicBezTo>
                  <a:cubicBezTo>
                    <a:pt x="60103" y="11240"/>
                    <a:pt x="89059" y="0"/>
                    <a:pt x="122872" y="0"/>
                  </a:cubicBezTo>
                  <a:cubicBezTo>
                    <a:pt x="156686" y="0"/>
                    <a:pt x="187547" y="11240"/>
                    <a:pt x="211931" y="33814"/>
                  </a:cubicBezTo>
                  <a:cubicBezTo>
                    <a:pt x="236220" y="56388"/>
                    <a:pt x="248412" y="84582"/>
                    <a:pt x="248412" y="118396"/>
                  </a:cubicBezTo>
                  <a:cubicBezTo>
                    <a:pt x="248412" y="150400"/>
                    <a:pt x="236220" y="177927"/>
                    <a:pt x="211931" y="200787"/>
                  </a:cubicBezTo>
                  <a:cubicBezTo>
                    <a:pt x="187547" y="223647"/>
                    <a:pt x="157925" y="235077"/>
                    <a:pt x="122872" y="235077"/>
                  </a:cubicBezTo>
                  <a:close/>
                  <a:moveTo>
                    <a:pt x="225266" y="1338167"/>
                  </a:moveTo>
                  <a:lnTo>
                    <a:pt x="18764" y="1338167"/>
                  </a:lnTo>
                  <a:lnTo>
                    <a:pt x="18764" y="426530"/>
                  </a:lnTo>
                  <a:lnTo>
                    <a:pt x="225266" y="426530"/>
                  </a:lnTo>
                  <a:lnTo>
                    <a:pt x="225266" y="1338167"/>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5" name="Freeform: Shape 24">
              <a:extLst>
                <a:ext uri="{FF2B5EF4-FFF2-40B4-BE49-F238E27FC236}">
                  <a16:creationId xmlns:a16="http://schemas.microsoft.com/office/drawing/2014/main" id="{AC8F9B95-3783-5A61-96F1-A60710EFB19E}"/>
                </a:ext>
              </a:extLst>
            </p:cNvPr>
            <p:cNvSpPr/>
            <p:nvPr/>
          </p:nvSpPr>
          <p:spPr bwMode="white">
            <a:xfrm>
              <a:off x="2681572" y="2344310"/>
              <a:ext cx="712279" cy="954500"/>
            </a:xfrm>
            <a:custGeom>
              <a:avLst/>
              <a:gdLst>
                <a:gd name="connsiteX0" fmla="*/ 711327 w 712279"/>
                <a:gd name="connsiteY0" fmla="*/ 891254 h 954500"/>
                <a:gd name="connsiteX1" fmla="*/ 452247 w 712279"/>
                <a:gd name="connsiteY1" fmla="*/ 954500 h 954500"/>
                <a:gd name="connsiteX2" fmla="*/ 124587 w 712279"/>
                <a:gd name="connsiteY2" fmla="*/ 827627 h 954500"/>
                <a:gd name="connsiteX3" fmla="*/ 0 w 712279"/>
                <a:gd name="connsiteY3" fmla="*/ 498634 h 954500"/>
                <a:gd name="connsiteX4" fmla="*/ 134017 w 712279"/>
                <a:gd name="connsiteY4" fmla="*/ 136684 h 954500"/>
                <a:gd name="connsiteX5" fmla="*/ 492347 w 712279"/>
                <a:gd name="connsiteY5" fmla="*/ 0 h 954500"/>
                <a:gd name="connsiteX6" fmla="*/ 712280 w 712279"/>
                <a:gd name="connsiteY6" fmla="*/ 43625 h 954500"/>
                <a:gd name="connsiteX7" fmla="*/ 712280 w 712279"/>
                <a:gd name="connsiteY7" fmla="*/ 235934 h 954500"/>
                <a:gd name="connsiteX8" fmla="*/ 509302 w 712279"/>
                <a:gd name="connsiteY8" fmla="*/ 164687 h 954500"/>
                <a:gd name="connsiteX9" fmla="*/ 294704 w 712279"/>
                <a:gd name="connsiteY9" fmla="*/ 253270 h 954500"/>
                <a:gd name="connsiteX10" fmla="*/ 210979 w 712279"/>
                <a:gd name="connsiteY10" fmla="*/ 485204 h 954500"/>
                <a:gd name="connsiteX11" fmla="*/ 289750 w 712279"/>
                <a:gd name="connsiteY11" fmla="*/ 708660 h 954500"/>
                <a:gd name="connsiteX12" fmla="*/ 501205 w 712279"/>
                <a:gd name="connsiteY12" fmla="*/ 790575 h 954500"/>
                <a:gd name="connsiteX13" fmla="*/ 711327 w 712279"/>
                <a:gd name="connsiteY13" fmla="*/ 711327 h 954500"/>
                <a:gd name="connsiteX14" fmla="*/ 711327 w 712279"/>
                <a:gd name="connsiteY14" fmla="*/ 891159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12279" h="954500">
                  <a:moveTo>
                    <a:pt x="711327" y="891254"/>
                  </a:moveTo>
                  <a:cubicBezTo>
                    <a:pt x="638270" y="933355"/>
                    <a:pt x="551974" y="954500"/>
                    <a:pt x="452247" y="954500"/>
                  </a:cubicBezTo>
                  <a:cubicBezTo>
                    <a:pt x="316897" y="954500"/>
                    <a:pt x="207740" y="912209"/>
                    <a:pt x="124587" y="827627"/>
                  </a:cubicBezTo>
                  <a:cubicBezTo>
                    <a:pt x="41529" y="743045"/>
                    <a:pt x="0" y="633413"/>
                    <a:pt x="0" y="498634"/>
                  </a:cubicBezTo>
                  <a:cubicBezTo>
                    <a:pt x="0" y="348520"/>
                    <a:pt x="44672" y="227838"/>
                    <a:pt x="134017" y="136684"/>
                  </a:cubicBezTo>
                  <a:cubicBezTo>
                    <a:pt x="223361" y="45625"/>
                    <a:pt x="342805" y="0"/>
                    <a:pt x="492347" y="0"/>
                  </a:cubicBezTo>
                  <a:cubicBezTo>
                    <a:pt x="575405" y="0"/>
                    <a:pt x="648748" y="14573"/>
                    <a:pt x="712280" y="43625"/>
                  </a:cubicBezTo>
                  <a:lnTo>
                    <a:pt x="712280" y="235934"/>
                  </a:lnTo>
                  <a:cubicBezTo>
                    <a:pt x="648748" y="188500"/>
                    <a:pt x="581120" y="164687"/>
                    <a:pt x="509302" y="164687"/>
                  </a:cubicBezTo>
                  <a:cubicBezTo>
                    <a:pt x="422053" y="164687"/>
                    <a:pt x="350520" y="194215"/>
                    <a:pt x="294704" y="253270"/>
                  </a:cubicBezTo>
                  <a:cubicBezTo>
                    <a:pt x="238887" y="312325"/>
                    <a:pt x="210979" y="389668"/>
                    <a:pt x="210979" y="485204"/>
                  </a:cubicBezTo>
                  <a:cubicBezTo>
                    <a:pt x="210979" y="580739"/>
                    <a:pt x="237268" y="654082"/>
                    <a:pt x="289750" y="708660"/>
                  </a:cubicBezTo>
                  <a:cubicBezTo>
                    <a:pt x="342233" y="763238"/>
                    <a:pt x="412718" y="790575"/>
                    <a:pt x="501205" y="790575"/>
                  </a:cubicBezTo>
                  <a:cubicBezTo>
                    <a:pt x="575405" y="790575"/>
                    <a:pt x="645414" y="764191"/>
                    <a:pt x="711327" y="711327"/>
                  </a:cubicBezTo>
                  <a:lnTo>
                    <a:pt x="711327" y="891159"/>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6" name="Freeform: Shape 25">
              <a:extLst>
                <a:ext uri="{FF2B5EF4-FFF2-40B4-BE49-F238E27FC236}">
                  <a16:creationId xmlns:a16="http://schemas.microsoft.com/office/drawing/2014/main" id="{A9D6DBAB-B6F5-BDBF-0DA7-135780CED5BF}"/>
                </a:ext>
              </a:extLst>
            </p:cNvPr>
            <p:cNvSpPr/>
            <p:nvPr/>
          </p:nvSpPr>
          <p:spPr bwMode="white">
            <a:xfrm>
              <a:off x="3579494" y="2349739"/>
              <a:ext cx="528828" cy="927639"/>
            </a:xfrm>
            <a:custGeom>
              <a:avLst/>
              <a:gdLst>
                <a:gd name="connsiteX0" fmla="*/ 528828 w 528828"/>
                <a:gd name="connsiteY0" fmla="*/ 212693 h 927639"/>
                <a:gd name="connsiteX1" fmla="*/ 421100 w 528828"/>
                <a:gd name="connsiteY1" fmla="*/ 183356 h 927639"/>
                <a:gd name="connsiteX2" fmla="*/ 267938 w 528828"/>
                <a:gd name="connsiteY2" fmla="*/ 266129 h 927639"/>
                <a:gd name="connsiteX3" fmla="*/ 206502 w 528828"/>
                <a:gd name="connsiteY3" fmla="*/ 491395 h 927639"/>
                <a:gd name="connsiteX4" fmla="*/ 206502 w 528828"/>
                <a:gd name="connsiteY4" fmla="*/ 927640 h 927639"/>
                <a:gd name="connsiteX5" fmla="*/ 0 w 528828"/>
                <a:gd name="connsiteY5" fmla="*/ 927640 h 927639"/>
                <a:gd name="connsiteX6" fmla="*/ 0 w 528828"/>
                <a:gd name="connsiteY6" fmla="*/ 16002 h 927639"/>
                <a:gd name="connsiteX7" fmla="*/ 206502 w 528828"/>
                <a:gd name="connsiteY7" fmla="*/ 16002 h 927639"/>
                <a:gd name="connsiteX8" fmla="*/ 206502 w 528828"/>
                <a:gd name="connsiteY8" fmla="*/ 203835 h 927639"/>
                <a:gd name="connsiteX9" fmla="*/ 210026 w 528828"/>
                <a:gd name="connsiteY9" fmla="*/ 203835 h 927639"/>
                <a:gd name="connsiteX10" fmla="*/ 303086 w 528828"/>
                <a:gd name="connsiteY10" fmla="*/ 53816 h 927639"/>
                <a:gd name="connsiteX11" fmla="*/ 443294 w 528828"/>
                <a:gd name="connsiteY11" fmla="*/ 0 h 927639"/>
                <a:gd name="connsiteX12" fmla="*/ 528733 w 528828"/>
                <a:gd name="connsiteY12" fmla="*/ 16955 h 927639"/>
                <a:gd name="connsiteX13" fmla="*/ 528733 w 528828"/>
                <a:gd name="connsiteY13" fmla="*/ 212789 h 927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8828" h="927639">
                  <a:moveTo>
                    <a:pt x="528828" y="212693"/>
                  </a:moveTo>
                  <a:cubicBezTo>
                    <a:pt x="503873" y="193072"/>
                    <a:pt x="467963" y="183356"/>
                    <a:pt x="421100" y="183356"/>
                  </a:cubicBezTo>
                  <a:cubicBezTo>
                    <a:pt x="359950" y="183356"/>
                    <a:pt x="308896" y="210979"/>
                    <a:pt x="267938" y="266129"/>
                  </a:cubicBezTo>
                  <a:cubicBezTo>
                    <a:pt x="226981" y="321278"/>
                    <a:pt x="206502" y="396431"/>
                    <a:pt x="206502" y="491395"/>
                  </a:cubicBezTo>
                  <a:lnTo>
                    <a:pt x="206502" y="927640"/>
                  </a:lnTo>
                  <a:lnTo>
                    <a:pt x="0" y="927640"/>
                  </a:lnTo>
                  <a:lnTo>
                    <a:pt x="0" y="16002"/>
                  </a:lnTo>
                  <a:lnTo>
                    <a:pt x="206502" y="16002"/>
                  </a:lnTo>
                  <a:lnTo>
                    <a:pt x="206502" y="203835"/>
                  </a:lnTo>
                  <a:lnTo>
                    <a:pt x="210026" y="203835"/>
                  </a:lnTo>
                  <a:cubicBezTo>
                    <a:pt x="230219" y="139732"/>
                    <a:pt x="261176" y="89726"/>
                    <a:pt x="303086" y="53816"/>
                  </a:cubicBezTo>
                  <a:cubicBezTo>
                    <a:pt x="344900" y="17907"/>
                    <a:pt x="391668" y="0"/>
                    <a:pt x="443294" y="0"/>
                  </a:cubicBezTo>
                  <a:cubicBezTo>
                    <a:pt x="480727" y="0"/>
                    <a:pt x="509207" y="5620"/>
                    <a:pt x="528733" y="16955"/>
                  </a:cubicBezTo>
                  <a:lnTo>
                    <a:pt x="528733" y="212789"/>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7" name="Freeform: Shape 26">
              <a:extLst>
                <a:ext uri="{FF2B5EF4-FFF2-40B4-BE49-F238E27FC236}">
                  <a16:creationId xmlns:a16="http://schemas.microsoft.com/office/drawing/2014/main" id="{BA246B78-9929-146B-78A7-A5B509482D1B}"/>
                </a:ext>
              </a:extLst>
            </p:cNvPr>
            <p:cNvSpPr/>
            <p:nvPr/>
          </p:nvSpPr>
          <p:spPr bwMode="white">
            <a:xfrm>
              <a:off x="4144422" y="2344405"/>
              <a:ext cx="937450" cy="954500"/>
            </a:xfrm>
            <a:custGeom>
              <a:avLst/>
              <a:gdLst>
                <a:gd name="connsiteX0" fmla="*/ 463010 w 937450"/>
                <a:gd name="connsiteY0" fmla="*/ 954310 h 954500"/>
                <a:gd name="connsiteX1" fmla="*/ 126016 w 937450"/>
                <a:gd name="connsiteY1" fmla="*/ 826579 h 954500"/>
                <a:gd name="connsiteX2" fmla="*/ 0 w 937450"/>
                <a:gd name="connsiteY2" fmla="*/ 487871 h 954500"/>
                <a:gd name="connsiteX3" fmla="*/ 131350 w 937450"/>
                <a:gd name="connsiteY3" fmla="*/ 129064 h 954500"/>
                <a:gd name="connsiteX4" fmla="*/ 485204 w 937450"/>
                <a:gd name="connsiteY4" fmla="*/ 0 h 954500"/>
                <a:gd name="connsiteX5" fmla="*/ 818198 w 937450"/>
                <a:gd name="connsiteY5" fmla="*/ 125540 h 954500"/>
                <a:gd name="connsiteX6" fmla="*/ 937451 w 937450"/>
                <a:gd name="connsiteY6" fmla="*/ 473678 h 954500"/>
                <a:gd name="connsiteX7" fmla="*/ 808768 w 937450"/>
                <a:gd name="connsiteY7" fmla="*/ 823151 h 954500"/>
                <a:gd name="connsiteX8" fmla="*/ 462915 w 937450"/>
                <a:gd name="connsiteY8" fmla="*/ 954500 h 954500"/>
                <a:gd name="connsiteX9" fmla="*/ 472821 w 937450"/>
                <a:gd name="connsiteY9" fmla="*/ 164592 h 954500"/>
                <a:gd name="connsiteX10" fmla="*/ 281369 w 937450"/>
                <a:gd name="connsiteY10" fmla="*/ 249174 h 954500"/>
                <a:gd name="connsiteX11" fmla="*/ 211074 w 937450"/>
                <a:gd name="connsiteY11" fmla="*/ 482441 h 954500"/>
                <a:gd name="connsiteX12" fmla="*/ 282321 w 937450"/>
                <a:gd name="connsiteY12" fmla="*/ 708088 h 954500"/>
                <a:gd name="connsiteX13" fmla="*/ 472821 w 937450"/>
                <a:gd name="connsiteY13" fmla="*/ 790480 h 954500"/>
                <a:gd name="connsiteX14" fmla="*/ 660178 w 937450"/>
                <a:gd name="connsiteY14" fmla="*/ 709422 h 954500"/>
                <a:gd name="connsiteX15" fmla="*/ 725615 w 937450"/>
                <a:gd name="connsiteY15" fmla="*/ 478822 h 954500"/>
                <a:gd name="connsiteX16" fmla="*/ 660178 w 937450"/>
                <a:gd name="connsiteY16" fmla="*/ 246412 h 954500"/>
                <a:gd name="connsiteX17" fmla="*/ 472821 w 937450"/>
                <a:gd name="connsiteY17" fmla="*/ 164497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37450" h="954500">
                  <a:moveTo>
                    <a:pt x="463010" y="954310"/>
                  </a:moveTo>
                  <a:cubicBezTo>
                    <a:pt x="322326" y="954310"/>
                    <a:pt x="210026" y="911733"/>
                    <a:pt x="126016" y="826579"/>
                  </a:cubicBezTo>
                  <a:cubicBezTo>
                    <a:pt x="42005" y="741426"/>
                    <a:pt x="0" y="628459"/>
                    <a:pt x="0" y="487871"/>
                  </a:cubicBezTo>
                  <a:cubicBezTo>
                    <a:pt x="0" y="334709"/>
                    <a:pt x="43720" y="215170"/>
                    <a:pt x="131350" y="129064"/>
                  </a:cubicBezTo>
                  <a:cubicBezTo>
                    <a:pt x="218885" y="43053"/>
                    <a:pt x="336900" y="0"/>
                    <a:pt x="485204" y="0"/>
                  </a:cubicBezTo>
                  <a:cubicBezTo>
                    <a:pt x="633508" y="0"/>
                    <a:pt x="738664" y="41815"/>
                    <a:pt x="818198" y="125540"/>
                  </a:cubicBezTo>
                  <a:cubicBezTo>
                    <a:pt x="897731" y="209264"/>
                    <a:pt x="937451" y="325279"/>
                    <a:pt x="937451" y="473678"/>
                  </a:cubicBezTo>
                  <a:cubicBezTo>
                    <a:pt x="937451" y="622078"/>
                    <a:pt x="894588" y="735616"/>
                    <a:pt x="808768" y="823151"/>
                  </a:cubicBezTo>
                  <a:cubicBezTo>
                    <a:pt x="723043" y="910685"/>
                    <a:pt x="607695" y="954500"/>
                    <a:pt x="462915" y="954500"/>
                  </a:cubicBezTo>
                  <a:close/>
                  <a:moveTo>
                    <a:pt x="472821" y="164592"/>
                  </a:moveTo>
                  <a:cubicBezTo>
                    <a:pt x="392049" y="164592"/>
                    <a:pt x="328327" y="192786"/>
                    <a:pt x="281369" y="249174"/>
                  </a:cubicBezTo>
                  <a:cubicBezTo>
                    <a:pt x="234506" y="305562"/>
                    <a:pt x="211074" y="383286"/>
                    <a:pt x="211074" y="482441"/>
                  </a:cubicBezTo>
                  <a:cubicBezTo>
                    <a:pt x="211074" y="581597"/>
                    <a:pt x="234791" y="653225"/>
                    <a:pt x="282321" y="708088"/>
                  </a:cubicBezTo>
                  <a:cubicBezTo>
                    <a:pt x="329756" y="762953"/>
                    <a:pt x="393287" y="790480"/>
                    <a:pt x="472821" y="790480"/>
                  </a:cubicBezTo>
                  <a:cubicBezTo>
                    <a:pt x="552355" y="790480"/>
                    <a:pt x="616553" y="763524"/>
                    <a:pt x="660178" y="709422"/>
                  </a:cubicBezTo>
                  <a:cubicBezTo>
                    <a:pt x="703802" y="655415"/>
                    <a:pt x="725615" y="578549"/>
                    <a:pt x="725615" y="478822"/>
                  </a:cubicBezTo>
                  <a:cubicBezTo>
                    <a:pt x="725615" y="379095"/>
                    <a:pt x="703802" y="301085"/>
                    <a:pt x="660178" y="246412"/>
                  </a:cubicBezTo>
                  <a:cubicBezTo>
                    <a:pt x="616553" y="191834"/>
                    <a:pt x="554069" y="164497"/>
                    <a:pt x="472821" y="164497"/>
                  </a:cubicBez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8" name="Freeform: Shape 27">
              <a:extLst>
                <a:ext uri="{FF2B5EF4-FFF2-40B4-BE49-F238E27FC236}">
                  <a16:creationId xmlns:a16="http://schemas.microsoft.com/office/drawing/2014/main" id="{B165A848-4EE6-DE4A-D8CB-3EA312E4480C}"/>
                </a:ext>
              </a:extLst>
            </p:cNvPr>
            <p:cNvSpPr/>
            <p:nvPr/>
          </p:nvSpPr>
          <p:spPr bwMode="white">
            <a:xfrm>
              <a:off x="5180361" y="2344310"/>
              <a:ext cx="647319" cy="954309"/>
            </a:xfrm>
            <a:custGeom>
              <a:avLst/>
              <a:gdLst>
                <a:gd name="connsiteX0" fmla="*/ 0 w 647319"/>
                <a:gd name="connsiteY0" fmla="*/ 904589 h 954309"/>
                <a:gd name="connsiteX1" fmla="*/ 0 w 647319"/>
                <a:gd name="connsiteY1" fmla="*/ 713137 h 954309"/>
                <a:gd name="connsiteX2" fmla="*/ 255556 w 647319"/>
                <a:gd name="connsiteY2" fmla="*/ 801243 h 954309"/>
                <a:gd name="connsiteX3" fmla="*/ 442531 w 647319"/>
                <a:gd name="connsiteY3" fmla="*/ 690848 h 954309"/>
                <a:gd name="connsiteX4" fmla="*/ 426530 w 647319"/>
                <a:gd name="connsiteY4" fmla="*/ 637889 h 954309"/>
                <a:gd name="connsiteX5" fmla="*/ 383381 w 647319"/>
                <a:gd name="connsiteY5" fmla="*/ 599123 h 954309"/>
                <a:gd name="connsiteX6" fmla="*/ 319278 w 647319"/>
                <a:gd name="connsiteY6" fmla="*/ 568833 h 954309"/>
                <a:gd name="connsiteX7" fmla="*/ 236887 w 647319"/>
                <a:gd name="connsiteY7" fmla="*/ 538544 h 954309"/>
                <a:gd name="connsiteX8" fmla="*/ 135827 w 647319"/>
                <a:gd name="connsiteY8" fmla="*/ 491395 h 954309"/>
                <a:gd name="connsiteX9" fmla="*/ 61055 w 647319"/>
                <a:gd name="connsiteY9" fmla="*/ 434816 h 954309"/>
                <a:gd name="connsiteX10" fmla="*/ 16097 w 647319"/>
                <a:gd name="connsiteY10" fmla="*/ 363188 h 954309"/>
                <a:gd name="connsiteX11" fmla="*/ 953 w 647319"/>
                <a:gd name="connsiteY11" fmla="*/ 269748 h 954309"/>
                <a:gd name="connsiteX12" fmla="*/ 32099 w 647319"/>
                <a:gd name="connsiteY12" fmla="*/ 153543 h 954309"/>
                <a:gd name="connsiteX13" fmla="*/ 115824 w 647319"/>
                <a:gd name="connsiteY13" fmla="*/ 68961 h 954309"/>
                <a:gd name="connsiteX14" fmla="*/ 235077 w 647319"/>
                <a:gd name="connsiteY14" fmla="*/ 17335 h 954309"/>
                <a:gd name="connsiteX15" fmla="*/ 373094 w 647319"/>
                <a:gd name="connsiteY15" fmla="*/ 0 h 954309"/>
                <a:gd name="connsiteX16" fmla="*/ 599218 w 647319"/>
                <a:gd name="connsiteY16" fmla="*/ 38291 h 954309"/>
                <a:gd name="connsiteX17" fmla="*/ 599218 w 647319"/>
                <a:gd name="connsiteY17" fmla="*/ 218980 h 954309"/>
                <a:gd name="connsiteX18" fmla="*/ 378428 w 647319"/>
                <a:gd name="connsiteY18" fmla="*/ 153067 h 954309"/>
                <a:gd name="connsiteX19" fmla="*/ 307658 w 647319"/>
                <a:gd name="connsiteY19" fmla="*/ 161068 h 954309"/>
                <a:gd name="connsiteX20" fmla="*/ 253746 w 647319"/>
                <a:gd name="connsiteY20" fmla="*/ 183356 h 954309"/>
                <a:gd name="connsiteX21" fmla="*/ 218980 w 647319"/>
                <a:gd name="connsiteY21" fmla="*/ 217646 h 954309"/>
                <a:gd name="connsiteX22" fmla="*/ 206502 w 647319"/>
                <a:gd name="connsiteY22" fmla="*/ 261747 h 954309"/>
                <a:gd name="connsiteX23" fmla="*/ 218980 w 647319"/>
                <a:gd name="connsiteY23" fmla="*/ 311563 h 954309"/>
                <a:gd name="connsiteX24" fmla="*/ 255937 w 647319"/>
                <a:gd name="connsiteY24" fmla="*/ 347663 h 954309"/>
                <a:gd name="connsiteX25" fmla="*/ 314706 w 647319"/>
                <a:gd name="connsiteY25" fmla="*/ 376142 h 954309"/>
                <a:gd name="connsiteX26" fmla="*/ 393478 w 647319"/>
                <a:gd name="connsiteY26" fmla="*/ 404146 h 954309"/>
                <a:gd name="connsiteX27" fmla="*/ 499015 w 647319"/>
                <a:gd name="connsiteY27" fmla="*/ 453104 h 954309"/>
                <a:gd name="connsiteX28" fmla="*/ 578739 w 647319"/>
                <a:gd name="connsiteY28" fmla="*/ 509683 h 954309"/>
                <a:gd name="connsiteX29" fmla="*/ 629508 w 647319"/>
                <a:gd name="connsiteY29" fmla="*/ 582644 h 954309"/>
                <a:gd name="connsiteX30" fmla="*/ 647319 w 647319"/>
                <a:gd name="connsiteY30" fmla="*/ 681038 h 954309"/>
                <a:gd name="connsiteX31" fmla="*/ 615220 w 647319"/>
                <a:gd name="connsiteY31" fmla="*/ 802100 h 954309"/>
                <a:gd name="connsiteX32" fmla="*/ 529780 w 647319"/>
                <a:gd name="connsiteY32" fmla="*/ 887540 h 954309"/>
                <a:gd name="connsiteX33" fmla="*/ 406432 w 647319"/>
                <a:gd name="connsiteY33" fmla="*/ 937832 h 954309"/>
                <a:gd name="connsiteX34" fmla="*/ 259080 w 647319"/>
                <a:gd name="connsiteY34" fmla="*/ 954310 h 954309"/>
                <a:gd name="connsiteX35" fmla="*/ 0 w 647319"/>
                <a:gd name="connsiteY35" fmla="*/ 904494 h 954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47319" h="954309">
                  <a:moveTo>
                    <a:pt x="0" y="904589"/>
                  </a:moveTo>
                  <a:lnTo>
                    <a:pt x="0" y="713137"/>
                  </a:lnTo>
                  <a:cubicBezTo>
                    <a:pt x="77153" y="771906"/>
                    <a:pt x="162306" y="801243"/>
                    <a:pt x="255556" y="801243"/>
                  </a:cubicBezTo>
                  <a:cubicBezTo>
                    <a:pt x="380238" y="801243"/>
                    <a:pt x="442531" y="764477"/>
                    <a:pt x="442531" y="690848"/>
                  </a:cubicBezTo>
                  <a:cubicBezTo>
                    <a:pt x="442531" y="670084"/>
                    <a:pt x="437197" y="652463"/>
                    <a:pt x="426530" y="637889"/>
                  </a:cubicBezTo>
                  <a:cubicBezTo>
                    <a:pt x="415862" y="623316"/>
                    <a:pt x="401479" y="610457"/>
                    <a:pt x="383381" y="599123"/>
                  </a:cubicBezTo>
                  <a:cubicBezTo>
                    <a:pt x="365284" y="587883"/>
                    <a:pt x="343948" y="577787"/>
                    <a:pt x="319278" y="568833"/>
                  </a:cubicBezTo>
                  <a:cubicBezTo>
                    <a:pt x="294608" y="559975"/>
                    <a:pt x="267176" y="549878"/>
                    <a:pt x="236887" y="538544"/>
                  </a:cubicBezTo>
                  <a:cubicBezTo>
                    <a:pt x="199454" y="523685"/>
                    <a:pt x="165830" y="507968"/>
                    <a:pt x="135827" y="491395"/>
                  </a:cubicBezTo>
                  <a:cubicBezTo>
                    <a:pt x="105823" y="474821"/>
                    <a:pt x="80963" y="455962"/>
                    <a:pt x="61055" y="434816"/>
                  </a:cubicBezTo>
                  <a:cubicBezTo>
                    <a:pt x="41148" y="413766"/>
                    <a:pt x="26194" y="389858"/>
                    <a:pt x="16097" y="363188"/>
                  </a:cubicBezTo>
                  <a:cubicBezTo>
                    <a:pt x="6001" y="336518"/>
                    <a:pt x="953" y="305276"/>
                    <a:pt x="953" y="269748"/>
                  </a:cubicBezTo>
                  <a:cubicBezTo>
                    <a:pt x="953" y="225838"/>
                    <a:pt x="11335" y="187071"/>
                    <a:pt x="32099" y="153543"/>
                  </a:cubicBezTo>
                  <a:cubicBezTo>
                    <a:pt x="52864" y="120015"/>
                    <a:pt x="80772" y="91821"/>
                    <a:pt x="115824" y="68961"/>
                  </a:cubicBezTo>
                  <a:cubicBezTo>
                    <a:pt x="150876" y="46101"/>
                    <a:pt x="190595" y="28861"/>
                    <a:pt x="235077" y="17335"/>
                  </a:cubicBezTo>
                  <a:cubicBezTo>
                    <a:pt x="279559" y="5810"/>
                    <a:pt x="325564" y="0"/>
                    <a:pt x="373094" y="0"/>
                  </a:cubicBezTo>
                  <a:cubicBezTo>
                    <a:pt x="457391" y="0"/>
                    <a:pt x="532733" y="12764"/>
                    <a:pt x="599218" y="38291"/>
                  </a:cubicBezTo>
                  <a:lnTo>
                    <a:pt x="599218" y="218980"/>
                  </a:lnTo>
                  <a:cubicBezTo>
                    <a:pt x="535114" y="175069"/>
                    <a:pt x="461486" y="153067"/>
                    <a:pt x="378428" y="153067"/>
                  </a:cubicBezTo>
                  <a:cubicBezTo>
                    <a:pt x="352330" y="153067"/>
                    <a:pt x="328708" y="155734"/>
                    <a:pt x="307658" y="161068"/>
                  </a:cubicBezTo>
                  <a:cubicBezTo>
                    <a:pt x="286607" y="166402"/>
                    <a:pt x="268605" y="173831"/>
                    <a:pt x="253746" y="183356"/>
                  </a:cubicBezTo>
                  <a:cubicBezTo>
                    <a:pt x="238887" y="192881"/>
                    <a:pt x="227362" y="204311"/>
                    <a:pt x="218980" y="217646"/>
                  </a:cubicBezTo>
                  <a:cubicBezTo>
                    <a:pt x="210693" y="230981"/>
                    <a:pt x="206502" y="245650"/>
                    <a:pt x="206502" y="261747"/>
                  </a:cubicBezTo>
                  <a:cubicBezTo>
                    <a:pt x="206502" y="281369"/>
                    <a:pt x="210693" y="297942"/>
                    <a:pt x="218980" y="311563"/>
                  </a:cubicBezTo>
                  <a:cubicBezTo>
                    <a:pt x="227267" y="325184"/>
                    <a:pt x="239554" y="337280"/>
                    <a:pt x="255937" y="347663"/>
                  </a:cubicBezTo>
                  <a:cubicBezTo>
                    <a:pt x="272225" y="358045"/>
                    <a:pt x="291846" y="367570"/>
                    <a:pt x="314706" y="376142"/>
                  </a:cubicBezTo>
                  <a:cubicBezTo>
                    <a:pt x="337566" y="384715"/>
                    <a:pt x="363855" y="394144"/>
                    <a:pt x="393478" y="404146"/>
                  </a:cubicBezTo>
                  <a:cubicBezTo>
                    <a:pt x="432626" y="420148"/>
                    <a:pt x="467773" y="436531"/>
                    <a:pt x="499015" y="453104"/>
                  </a:cubicBezTo>
                  <a:cubicBezTo>
                    <a:pt x="530162" y="469773"/>
                    <a:pt x="556736" y="488537"/>
                    <a:pt x="578739" y="509683"/>
                  </a:cubicBezTo>
                  <a:cubicBezTo>
                    <a:pt x="600647" y="530733"/>
                    <a:pt x="617601" y="555117"/>
                    <a:pt x="629508" y="582644"/>
                  </a:cubicBezTo>
                  <a:cubicBezTo>
                    <a:pt x="641414" y="610267"/>
                    <a:pt x="647319" y="643033"/>
                    <a:pt x="647319" y="681038"/>
                  </a:cubicBezTo>
                  <a:cubicBezTo>
                    <a:pt x="647319" y="727329"/>
                    <a:pt x="636651" y="767715"/>
                    <a:pt x="615220" y="802100"/>
                  </a:cubicBezTo>
                  <a:cubicBezTo>
                    <a:pt x="593884" y="836581"/>
                    <a:pt x="565404" y="865061"/>
                    <a:pt x="529780" y="887540"/>
                  </a:cubicBezTo>
                  <a:cubicBezTo>
                    <a:pt x="494157" y="910114"/>
                    <a:pt x="453104" y="926878"/>
                    <a:pt x="406432" y="937832"/>
                  </a:cubicBezTo>
                  <a:cubicBezTo>
                    <a:pt x="359855" y="948785"/>
                    <a:pt x="310705" y="954310"/>
                    <a:pt x="259080" y="954310"/>
                  </a:cubicBezTo>
                  <a:cubicBezTo>
                    <a:pt x="159353" y="954310"/>
                    <a:pt x="72962" y="937641"/>
                    <a:pt x="0" y="904494"/>
                  </a:cubicBez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9" name="Freeform: Shape 28">
              <a:extLst>
                <a:ext uri="{FF2B5EF4-FFF2-40B4-BE49-F238E27FC236}">
                  <a16:creationId xmlns:a16="http://schemas.microsoft.com/office/drawing/2014/main" id="{68B522E9-BE2D-0C37-92C4-BAB333C2C2D5}"/>
                </a:ext>
              </a:extLst>
            </p:cNvPr>
            <p:cNvSpPr/>
            <p:nvPr/>
          </p:nvSpPr>
          <p:spPr bwMode="white">
            <a:xfrm>
              <a:off x="5909975" y="2344405"/>
              <a:ext cx="937450" cy="954500"/>
            </a:xfrm>
            <a:custGeom>
              <a:avLst/>
              <a:gdLst>
                <a:gd name="connsiteX0" fmla="*/ 463011 w 937450"/>
                <a:gd name="connsiteY0" fmla="*/ 954310 h 954500"/>
                <a:gd name="connsiteX1" fmla="*/ 126016 w 937450"/>
                <a:gd name="connsiteY1" fmla="*/ 826579 h 954500"/>
                <a:gd name="connsiteX2" fmla="*/ 0 w 937450"/>
                <a:gd name="connsiteY2" fmla="*/ 487871 h 954500"/>
                <a:gd name="connsiteX3" fmla="*/ 131350 w 937450"/>
                <a:gd name="connsiteY3" fmla="*/ 129064 h 954500"/>
                <a:gd name="connsiteX4" fmla="*/ 485204 w 937450"/>
                <a:gd name="connsiteY4" fmla="*/ 0 h 954500"/>
                <a:gd name="connsiteX5" fmla="*/ 818198 w 937450"/>
                <a:gd name="connsiteY5" fmla="*/ 125540 h 954500"/>
                <a:gd name="connsiteX6" fmla="*/ 937451 w 937450"/>
                <a:gd name="connsiteY6" fmla="*/ 473678 h 954500"/>
                <a:gd name="connsiteX7" fmla="*/ 808768 w 937450"/>
                <a:gd name="connsiteY7" fmla="*/ 823151 h 954500"/>
                <a:gd name="connsiteX8" fmla="*/ 462915 w 937450"/>
                <a:gd name="connsiteY8" fmla="*/ 954500 h 954500"/>
                <a:gd name="connsiteX9" fmla="*/ 472821 w 937450"/>
                <a:gd name="connsiteY9" fmla="*/ 164592 h 954500"/>
                <a:gd name="connsiteX10" fmla="*/ 281369 w 937450"/>
                <a:gd name="connsiteY10" fmla="*/ 249174 h 954500"/>
                <a:gd name="connsiteX11" fmla="*/ 211074 w 937450"/>
                <a:gd name="connsiteY11" fmla="*/ 482441 h 954500"/>
                <a:gd name="connsiteX12" fmla="*/ 282321 w 937450"/>
                <a:gd name="connsiteY12" fmla="*/ 708088 h 954500"/>
                <a:gd name="connsiteX13" fmla="*/ 472821 w 937450"/>
                <a:gd name="connsiteY13" fmla="*/ 790480 h 954500"/>
                <a:gd name="connsiteX14" fmla="*/ 660178 w 937450"/>
                <a:gd name="connsiteY14" fmla="*/ 709422 h 954500"/>
                <a:gd name="connsiteX15" fmla="*/ 725615 w 937450"/>
                <a:gd name="connsiteY15" fmla="*/ 478822 h 954500"/>
                <a:gd name="connsiteX16" fmla="*/ 660178 w 937450"/>
                <a:gd name="connsiteY16" fmla="*/ 246412 h 954500"/>
                <a:gd name="connsiteX17" fmla="*/ 472821 w 937450"/>
                <a:gd name="connsiteY17" fmla="*/ 164497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37450" h="954500">
                  <a:moveTo>
                    <a:pt x="463011" y="954310"/>
                  </a:moveTo>
                  <a:cubicBezTo>
                    <a:pt x="322326" y="954310"/>
                    <a:pt x="210027" y="911733"/>
                    <a:pt x="126016" y="826579"/>
                  </a:cubicBezTo>
                  <a:cubicBezTo>
                    <a:pt x="42006" y="741426"/>
                    <a:pt x="0" y="628459"/>
                    <a:pt x="0" y="487871"/>
                  </a:cubicBezTo>
                  <a:cubicBezTo>
                    <a:pt x="0" y="334709"/>
                    <a:pt x="43720" y="215170"/>
                    <a:pt x="131350" y="129064"/>
                  </a:cubicBezTo>
                  <a:cubicBezTo>
                    <a:pt x="218885" y="43053"/>
                    <a:pt x="336900" y="0"/>
                    <a:pt x="485204" y="0"/>
                  </a:cubicBezTo>
                  <a:cubicBezTo>
                    <a:pt x="633508" y="0"/>
                    <a:pt x="738664" y="41815"/>
                    <a:pt x="818198" y="125540"/>
                  </a:cubicBezTo>
                  <a:cubicBezTo>
                    <a:pt x="897731" y="209264"/>
                    <a:pt x="937451" y="325279"/>
                    <a:pt x="937451" y="473678"/>
                  </a:cubicBezTo>
                  <a:cubicBezTo>
                    <a:pt x="937451" y="622078"/>
                    <a:pt x="894588" y="735616"/>
                    <a:pt x="808768" y="823151"/>
                  </a:cubicBezTo>
                  <a:cubicBezTo>
                    <a:pt x="723043" y="910685"/>
                    <a:pt x="607695" y="954500"/>
                    <a:pt x="462915" y="954500"/>
                  </a:cubicBezTo>
                  <a:close/>
                  <a:moveTo>
                    <a:pt x="472821" y="164592"/>
                  </a:moveTo>
                  <a:cubicBezTo>
                    <a:pt x="392049" y="164592"/>
                    <a:pt x="328327" y="192786"/>
                    <a:pt x="281369" y="249174"/>
                  </a:cubicBezTo>
                  <a:cubicBezTo>
                    <a:pt x="234506" y="305562"/>
                    <a:pt x="211074" y="383286"/>
                    <a:pt x="211074" y="482441"/>
                  </a:cubicBezTo>
                  <a:cubicBezTo>
                    <a:pt x="211074" y="581597"/>
                    <a:pt x="234791" y="653225"/>
                    <a:pt x="282321" y="708088"/>
                  </a:cubicBezTo>
                  <a:cubicBezTo>
                    <a:pt x="329756" y="762953"/>
                    <a:pt x="393288" y="790480"/>
                    <a:pt x="472821" y="790480"/>
                  </a:cubicBezTo>
                  <a:cubicBezTo>
                    <a:pt x="552355" y="790480"/>
                    <a:pt x="616554" y="763524"/>
                    <a:pt x="660178" y="709422"/>
                  </a:cubicBezTo>
                  <a:cubicBezTo>
                    <a:pt x="703802" y="655415"/>
                    <a:pt x="725615" y="578549"/>
                    <a:pt x="725615" y="478822"/>
                  </a:cubicBezTo>
                  <a:cubicBezTo>
                    <a:pt x="725615" y="379095"/>
                    <a:pt x="703802" y="301085"/>
                    <a:pt x="660178" y="246412"/>
                  </a:cubicBezTo>
                  <a:cubicBezTo>
                    <a:pt x="616554" y="191834"/>
                    <a:pt x="554070" y="164497"/>
                    <a:pt x="472821" y="164497"/>
                  </a:cubicBez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0" name="Freeform: Shape 29">
              <a:extLst>
                <a:ext uri="{FF2B5EF4-FFF2-40B4-BE49-F238E27FC236}">
                  <a16:creationId xmlns:a16="http://schemas.microsoft.com/office/drawing/2014/main" id="{21258D29-252A-7890-CBA1-2D62B73CC6DF}"/>
                </a:ext>
              </a:extLst>
            </p:cNvPr>
            <p:cNvSpPr/>
            <p:nvPr/>
          </p:nvSpPr>
          <p:spPr bwMode="white">
            <a:xfrm>
              <a:off x="6867524" y="1907208"/>
              <a:ext cx="607218" cy="1370171"/>
            </a:xfrm>
            <a:custGeom>
              <a:avLst/>
              <a:gdLst>
                <a:gd name="connsiteX0" fmla="*/ 607123 w 607218"/>
                <a:gd name="connsiteY0" fmla="*/ 188786 h 1370171"/>
                <a:gd name="connsiteX1" fmla="*/ 511873 w 607218"/>
                <a:gd name="connsiteY1" fmla="*/ 164783 h 1370171"/>
                <a:gd name="connsiteX2" fmla="*/ 361379 w 607218"/>
                <a:gd name="connsiteY2" fmla="*/ 334804 h 1370171"/>
                <a:gd name="connsiteX3" fmla="*/ 361379 w 607218"/>
                <a:gd name="connsiteY3" fmla="*/ 458534 h 1370171"/>
                <a:gd name="connsiteX4" fmla="*/ 573310 w 607218"/>
                <a:gd name="connsiteY4" fmla="*/ 458534 h 1370171"/>
                <a:gd name="connsiteX5" fmla="*/ 573310 w 607218"/>
                <a:gd name="connsiteY5" fmla="*/ 620554 h 1370171"/>
                <a:gd name="connsiteX6" fmla="*/ 362331 w 607218"/>
                <a:gd name="connsiteY6" fmla="*/ 620554 h 1370171"/>
                <a:gd name="connsiteX7" fmla="*/ 362331 w 607218"/>
                <a:gd name="connsiteY7" fmla="*/ 1370171 h 1370171"/>
                <a:gd name="connsiteX8" fmla="*/ 155829 w 607218"/>
                <a:gd name="connsiteY8" fmla="*/ 1370171 h 1370171"/>
                <a:gd name="connsiteX9" fmla="*/ 155829 w 607218"/>
                <a:gd name="connsiteY9" fmla="*/ 620554 h 1370171"/>
                <a:gd name="connsiteX10" fmla="*/ 0 w 607218"/>
                <a:gd name="connsiteY10" fmla="*/ 620554 h 1370171"/>
                <a:gd name="connsiteX11" fmla="*/ 0 w 607218"/>
                <a:gd name="connsiteY11" fmla="*/ 458534 h 1370171"/>
                <a:gd name="connsiteX12" fmla="*/ 155829 w 607218"/>
                <a:gd name="connsiteY12" fmla="*/ 458534 h 1370171"/>
                <a:gd name="connsiteX13" fmla="*/ 155829 w 607218"/>
                <a:gd name="connsiteY13" fmla="*/ 310706 h 1370171"/>
                <a:gd name="connsiteX14" fmla="*/ 250222 w 607218"/>
                <a:gd name="connsiteY14" fmla="*/ 83249 h 1370171"/>
                <a:gd name="connsiteX15" fmla="*/ 486156 w 607218"/>
                <a:gd name="connsiteY15" fmla="*/ 0 h 1370171"/>
                <a:gd name="connsiteX16" fmla="*/ 607219 w 607218"/>
                <a:gd name="connsiteY16" fmla="*/ 16955 h 1370171"/>
                <a:gd name="connsiteX17" fmla="*/ 607219 w 607218"/>
                <a:gd name="connsiteY17" fmla="*/ 188786 h 1370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7218" h="1370171">
                  <a:moveTo>
                    <a:pt x="607123" y="188786"/>
                  </a:moveTo>
                  <a:cubicBezTo>
                    <a:pt x="579215" y="172784"/>
                    <a:pt x="547497" y="164783"/>
                    <a:pt x="511873" y="164783"/>
                  </a:cubicBezTo>
                  <a:cubicBezTo>
                    <a:pt x="411575" y="164783"/>
                    <a:pt x="361379" y="221456"/>
                    <a:pt x="361379" y="334804"/>
                  </a:cubicBezTo>
                  <a:lnTo>
                    <a:pt x="361379" y="458534"/>
                  </a:lnTo>
                  <a:lnTo>
                    <a:pt x="573310" y="458534"/>
                  </a:lnTo>
                  <a:lnTo>
                    <a:pt x="573310" y="620554"/>
                  </a:lnTo>
                  <a:lnTo>
                    <a:pt x="362331" y="620554"/>
                  </a:lnTo>
                  <a:lnTo>
                    <a:pt x="362331" y="1370171"/>
                  </a:lnTo>
                  <a:lnTo>
                    <a:pt x="155829" y="1370171"/>
                  </a:lnTo>
                  <a:lnTo>
                    <a:pt x="155829" y="620554"/>
                  </a:lnTo>
                  <a:lnTo>
                    <a:pt x="0" y="620554"/>
                  </a:lnTo>
                  <a:lnTo>
                    <a:pt x="0" y="458534"/>
                  </a:lnTo>
                  <a:lnTo>
                    <a:pt x="155829" y="458534"/>
                  </a:lnTo>
                  <a:lnTo>
                    <a:pt x="155829" y="310706"/>
                  </a:lnTo>
                  <a:cubicBezTo>
                    <a:pt x="155829" y="214598"/>
                    <a:pt x="187261" y="138779"/>
                    <a:pt x="250222" y="83249"/>
                  </a:cubicBezTo>
                  <a:cubicBezTo>
                    <a:pt x="313087" y="27718"/>
                    <a:pt x="391763" y="0"/>
                    <a:pt x="486156" y="0"/>
                  </a:cubicBezTo>
                  <a:cubicBezTo>
                    <a:pt x="537210" y="0"/>
                    <a:pt x="577501" y="5620"/>
                    <a:pt x="607219" y="16955"/>
                  </a:cubicBezTo>
                  <a:lnTo>
                    <a:pt x="607219" y="188786"/>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1" name="Freeform: Shape 30">
              <a:extLst>
                <a:ext uri="{FF2B5EF4-FFF2-40B4-BE49-F238E27FC236}">
                  <a16:creationId xmlns:a16="http://schemas.microsoft.com/office/drawing/2014/main" id="{4479E827-C57E-CA20-149D-7272F492FA52}"/>
                </a:ext>
              </a:extLst>
            </p:cNvPr>
            <p:cNvSpPr/>
            <p:nvPr/>
          </p:nvSpPr>
          <p:spPr bwMode="white">
            <a:xfrm>
              <a:off x="7398638" y="2095993"/>
              <a:ext cx="576929" cy="1201864"/>
            </a:xfrm>
            <a:custGeom>
              <a:avLst/>
              <a:gdLst>
                <a:gd name="connsiteX0" fmla="*/ 576834 w 576929"/>
                <a:gd name="connsiteY0" fmla="*/ 1171575 h 1201864"/>
                <a:gd name="connsiteX1" fmla="*/ 417481 w 576929"/>
                <a:gd name="connsiteY1" fmla="*/ 1201865 h 1201864"/>
                <a:gd name="connsiteX2" fmla="*/ 152209 w 576929"/>
                <a:gd name="connsiteY2" fmla="*/ 947261 h 1201864"/>
                <a:gd name="connsiteX3" fmla="*/ 152209 w 576929"/>
                <a:gd name="connsiteY3" fmla="*/ 431768 h 1201864"/>
                <a:gd name="connsiteX4" fmla="*/ 0 w 576929"/>
                <a:gd name="connsiteY4" fmla="*/ 431768 h 1201864"/>
                <a:gd name="connsiteX5" fmla="*/ 0 w 576929"/>
                <a:gd name="connsiteY5" fmla="*/ 269748 h 1201864"/>
                <a:gd name="connsiteX6" fmla="*/ 152209 w 576929"/>
                <a:gd name="connsiteY6" fmla="*/ 269748 h 1201864"/>
                <a:gd name="connsiteX7" fmla="*/ 152209 w 576929"/>
                <a:gd name="connsiteY7" fmla="*/ 58769 h 1201864"/>
                <a:gd name="connsiteX8" fmla="*/ 358807 w 576929"/>
                <a:gd name="connsiteY8" fmla="*/ 0 h 1201864"/>
                <a:gd name="connsiteX9" fmla="*/ 358807 w 576929"/>
                <a:gd name="connsiteY9" fmla="*/ 269748 h 1201864"/>
                <a:gd name="connsiteX10" fmla="*/ 576929 w 576929"/>
                <a:gd name="connsiteY10" fmla="*/ 269748 h 1201864"/>
                <a:gd name="connsiteX11" fmla="*/ 576929 w 576929"/>
                <a:gd name="connsiteY11" fmla="*/ 431768 h 1201864"/>
                <a:gd name="connsiteX12" fmla="*/ 358807 w 576929"/>
                <a:gd name="connsiteY12" fmla="*/ 431768 h 1201864"/>
                <a:gd name="connsiteX13" fmla="*/ 358807 w 576929"/>
                <a:gd name="connsiteY13" fmla="*/ 887635 h 1201864"/>
                <a:gd name="connsiteX14" fmla="*/ 388144 w 576929"/>
                <a:gd name="connsiteY14" fmla="*/ 1003364 h 1201864"/>
                <a:gd name="connsiteX15" fmla="*/ 486060 w 576929"/>
                <a:gd name="connsiteY15" fmla="*/ 1038035 h 1201864"/>
                <a:gd name="connsiteX16" fmla="*/ 576834 w 576929"/>
                <a:gd name="connsiteY16" fmla="*/ 1007745 h 1201864"/>
                <a:gd name="connsiteX17" fmla="*/ 576834 w 576929"/>
                <a:gd name="connsiteY17" fmla="*/ 1171575 h 1201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76929" h="1201864">
                  <a:moveTo>
                    <a:pt x="576834" y="1171575"/>
                  </a:moveTo>
                  <a:cubicBezTo>
                    <a:pt x="536448" y="1191768"/>
                    <a:pt x="483394" y="1201865"/>
                    <a:pt x="417481" y="1201865"/>
                  </a:cubicBezTo>
                  <a:cubicBezTo>
                    <a:pt x="240602" y="1201865"/>
                    <a:pt x="152209" y="1116997"/>
                    <a:pt x="152209" y="947261"/>
                  </a:cubicBezTo>
                  <a:lnTo>
                    <a:pt x="152209" y="431768"/>
                  </a:lnTo>
                  <a:lnTo>
                    <a:pt x="0" y="431768"/>
                  </a:lnTo>
                  <a:lnTo>
                    <a:pt x="0" y="269748"/>
                  </a:lnTo>
                  <a:lnTo>
                    <a:pt x="152209" y="269748"/>
                  </a:lnTo>
                  <a:lnTo>
                    <a:pt x="152209" y="58769"/>
                  </a:lnTo>
                  <a:lnTo>
                    <a:pt x="358807" y="0"/>
                  </a:lnTo>
                  <a:lnTo>
                    <a:pt x="358807" y="269748"/>
                  </a:lnTo>
                  <a:lnTo>
                    <a:pt x="576929" y="269748"/>
                  </a:lnTo>
                  <a:lnTo>
                    <a:pt x="576929" y="431768"/>
                  </a:lnTo>
                  <a:lnTo>
                    <a:pt x="358807" y="431768"/>
                  </a:lnTo>
                  <a:lnTo>
                    <a:pt x="358807" y="887635"/>
                  </a:lnTo>
                  <a:cubicBezTo>
                    <a:pt x="358807" y="941642"/>
                    <a:pt x="368618" y="980218"/>
                    <a:pt x="388144" y="1003364"/>
                  </a:cubicBezTo>
                  <a:cubicBezTo>
                    <a:pt x="407765" y="1026509"/>
                    <a:pt x="440341" y="1038035"/>
                    <a:pt x="486060" y="1038035"/>
                  </a:cubicBezTo>
                  <a:cubicBezTo>
                    <a:pt x="521112" y="1038035"/>
                    <a:pt x="551307" y="1027938"/>
                    <a:pt x="576834" y="1007745"/>
                  </a:cubicBezTo>
                  <a:lnTo>
                    <a:pt x="576834" y="1171575"/>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2" name="Freeform: Shape 31">
              <a:extLst>
                <a:ext uri="{FF2B5EF4-FFF2-40B4-BE49-F238E27FC236}">
                  <a16:creationId xmlns:a16="http://schemas.microsoft.com/office/drawing/2014/main" id="{89685AAF-E6CE-0A10-EBE5-9642E5DF5F7E}"/>
                </a:ext>
              </a:extLst>
            </p:cNvPr>
            <p:cNvSpPr/>
            <p:nvPr/>
          </p:nvSpPr>
          <p:spPr bwMode="white">
            <a:xfrm>
              <a:off x="747712" y="3824019"/>
              <a:ext cx="864584" cy="1276730"/>
            </a:xfrm>
            <a:custGeom>
              <a:avLst/>
              <a:gdLst>
                <a:gd name="connsiteX0" fmla="*/ 0 w 864584"/>
                <a:gd name="connsiteY0" fmla="*/ 1276636 h 1276730"/>
                <a:gd name="connsiteX1" fmla="*/ 0 w 864584"/>
                <a:gd name="connsiteY1" fmla="*/ 0 h 1276730"/>
                <a:gd name="connsiteX2" fmla="*/ 405098 w 864584"/>
                <a:gd name="connsiteY2" fmla="*/ 0 h 1276730"/>
                <a:gd name="connsiteX3" fmla="*/ 698468 w 864584"/>
                <a:gd name="connsiteY3" fmla="*/ 81058 h 1276730"/>
                <a:gd name="connsiteX4" fmla="*/ 806672 w 864584"/>
                <a:gd name="connsiteY4" fmla="*/ 292036 h 1276730"/>
                <a:gd name="connsiteX5" fmla="*/ 745236 w 864584"/>
                <a:gd name="connsiteY5" fmla="*/ 480822 h 1276730"/>
                <a:gd name="connsiteX6" fmla="*/ 575215 w 864584"/>
                <a:gd name="connsiteY6" fmla="*/ 594741 h 1276730"/>
                <a:gd name="connsiteX7" fmla="*/ 575215 w 864584"/>
                <a:gd name="connsiteY7" fmla="*/ 598265 h 1276730"/>
                <a:gd name="connsiteX8" fmla="*/ 785813 w 864584"/>
                <a:gd name="connsiteY8" fmla="*/ 695801 h 1276730"/>
                <a:gd name="connsiteX9" fmla="*/ 864584 w 864584"/>
                <a:gd name="connsiteY9" fmla="*/ 909923 h 1276730"/>
                <a:gd name="connsiteX10" fmla="*/ 735521 w 864584"/>
                <a:gd name="connsiteY10" fmla="*/ 1175194 h 1276730"/>
                <a:gd name="connsiteX11" fmla="*/ 409670 w 864584"/>
                <a:gd name="connsiteY11" fmla="*/ 1276731 h 1276730"/>
                <a:gd name="connsiteX12" fmla="*/ 0 w 864584"/>
                <a:gd name="connsiteY12" fmla="*/ 1276731 h 1276730"/>
                <a:gd name="connsiteX13" fmla="*/ 210979 w 864584"/>
                <a:gd name="connsiteY13" fmla="*/ 170021 h 1276730"/>
                <a:gd name="connsiteX14" fmla="*/ 210979 w 864584"/>
                <a:gd name="connsiteY14" fmla="*/ 533209 h 1276730"/>
                <a:gd name="connsiteX15" fmla="*/ 348044 w 864584"/>
                <a:gd name="connsiteY15" fmla="*/ 533209 h 1276730"/>
                <a:gd name="connsiteX16" fmla="*/ 521208 w 864584"/>
                <a:gd name="connsiteY16" fmla="*/ 481108 h 1276730"/>
                <a:gd name="connsiteX17" fmla="*/ 583978 w 864584"/>
                <a:gd name="connsiteY17" fmla="*/ 333756 h 1276730"/>
                <a:gd name="connsiteX18" fmla="*/ 364998 w 864584"/>
                <a:gd name="connsiteY18" fmla="*/ 169926 h 1276730"/>
                <a:gd name="connsiteX19" fmla="*/ 210979 w 864584"/>
                <a:gd name="connsiteY19" fmla="*/ 169926 h 1276730"/>
                <a:gd name="connsiteX20" fmla="*/ 210979 w 864584"/>
                <a:gd name="connsiteY20" fmla="*/ 703326 h 1276730"/>
                <a:gd name="connsiteX21" fmla="*/ 210979 w 864584"/>
                <a:gd name="connsiteY21" fmla="*/ 1107567 h 1276730"/>
                <a:gd name="connsiteX22" fmla="*/ 391668 w 864584"/>
                <a:gd name="connsiteY22" fmla="*/ 1107567 h 1276730"/>
                <a:gd name="connsiteX23" fmla="*/ 574643 w 864584"/>
                <a:gd name="connsiteY23" fmla="*/ 1052798 h 1276730"/>
                <a:gd name="connsiteX24" fmla="*/ 639223 w 864584"/>
                <a:gd name="connsiteY24" fmla="*/ 901922 h 1276730"/>
                <a:gd name="connsiteX25" fmla="*/ 364141 w 864584"/>
                <a:gd name="connsiteY25" fmla="*/ 703421 h 1276730"/>
                <a:gd name="connsiteX26" fmla="*/ 210979 w 864584"/>
                <a:gd name="connsiteY26" fmla="*/ 703421 h 1276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64584" h="1276730">
                  <a:moveTo>
                    <a:pt x="0" y="1276636"/>
                  </a:moveTo>
                  <a:lnTo>
                    <a:pt x="0" y="0"/>
                  </a:lnTo>
                  <a:lnTo>
                    <a:pt x="405098" y="0"/>
                  </a:lnTo>
                  <a:cubicBezTo>
                    <a:pt x="528542" y="0"/>
                    <a:pt x="626364" y="27051"/>
                    <a:pt x="698468" y="81058"/>
                  </a:cubicBezTo>
                  <a:cubicBezTo>
                    <a:pt x="770573" y="135064"/>
                    <a:pt x="806672" y="205359"/>
                    <a:pt x="806672" y="292036"/>
                  </a:cubicBezTo>
                  <a:cubicBezTo>
                    <a:pt x="806672" y="364426"/>
                    <a:pt x="786194" y="427387"/>
                    <a:pt x="745236" y="480822"/>
                  </a:cubicBezTo>
                  <a:cubicBezTo>
                    <a:pt x="704279" y="534257"/>
                    <a:pt x="647605" y="572262"/>
                    <a:pt x="575215" y="594741"/>
                  </a:cubicBezTo>
                  <a:lnTo>
                    <a:pt x="575215" y="598265"/>
                  </a:lnTo>
                  <a:cubicBezTo>
                    <a:pt x="663035" y="608362"/>
                    <a:pt x="733235" y="640842"/>
                    <a:pt x="785813" y="695801"/>
                  </a:cubicBezTo>
                  <a:cubicBezTo>
                    <a:pt x="838295" y="750665"/>
                    <a:pt x="864584" y="822103"/>
                    <a:pt x="864584" y="909923"/>
                  </a:cubicBezTo>
                  <a:cubicBezTo>
                    <a:pt x="864584" y="1019175"/>
                    <a:pt x="821531" y="1107567"/>
                    <a:pt x="735521" y="1175194"/>
                  </a:cubicBezTo>
                  <a:cubicBezTo>
                    <a:pt x="649415" y="1242822"/>
                    <a:pt x="540830" y="1276731"/>
                    <a:pt x="409670" y="1276731"/>
                  </a:cubicBezTo>
                  <a:lnTo>
                    <a:pt x="0" y="1276731"/>
                  </a:lnTo>
                  <a:close/>
                  <a:moveTo>
                    <a:pt x="210979" y="170021"/>
                  </a:moveTo>
                  <a:lnTo>
                    <a:pt x="210979" y="533209"/>
                  </a:lnTo>
                  <a:lnTo>
                    <a:pt x="348044" y="533209"/>
                  </a:lnTo>
                  <a:cubicBezTo>
                    <a:pt x="421672" y="533209"/>
                    <a:pt x="479393" y="515874"/>
                    <a:pt x="521208" y="481108"/>
                  </a:cubicBezTo>
                  <a:cubicBezTo>
                    <a:pt x="563023" y="446342"/>
                    <a:pt x="583978" y="397288"/>
                    <a:pt x="583978" y="333756"/>
                  </a:cubicBezTo>
                  <a:cubicBezTo>
                    <a:pt x="583978" y="224600"/>
                    <a:pt x="511016" y="169926"/>
                    <a:pt x="364998" y="169926"/>
                  </a:cubicBezTo>
                  <a:lnTo>
                    <a:pt x="210979" y="169926"/>
                  </a:lnTo>
                  <a:close/>
                  <a:moveTo>
                    <a:pt x="210979" y="703326"/>
                  </a:moveTo>
                  <a:lnTo>
                    <a:pt x="210979" y="1107567"/>
                  </a:lnTo>
                  <a:lnTo>
                    <a:pt x="391668" y="1107567"/>
                  </a:lnTo>
                  <a:cubicBezTo>
                    <a:pt x="470630" y="1107567"/>
                    <a:pt x="531590" y="1089279"/>
                    <a:pt x="574643" y="1052798"/>
                  </a:cubicBezTo>
                  <a:cubicBezTo>
                    <a:pt x="617696" y="1016318"/>
                    <a:pt x="639223" y="966026"/>
                    <a:pt x="639223" y="901922"/>
                  </a:cubicBezTo>
                  <a:cubicBezTo>
                    <a:pt x="639223" y="769620"/>
                    <a:pt x="547497" y="703421"/>
                    <a:pt x="364141" y="703421"/>
                  </a:cubicBezTo>
                  <a:lnTo>
                    <a:pt x="210979" y="703421"/>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3" name="Freeform: Shape 32">
              <a:extLst>
                <a:ext uri="{FF2B5EF4-FFF2-40B4-BE49-F238E27FC236}">
                  <a16:creationId xmlns:a16="http://schemas.microsoft.com/office/drawing/2014/main" id="{6D47342F-6E33-C310-3B4A-6DB6948CD42C}"/>
                </a:ext>
              </a:extLst>
            </p:cNvPr>
            <p:cNvSpPr/>
            <p:nvPr/>
          </p:nvSpPr>
          <p:spPr bwMode="white">
            <a:xfrm>
              <a:off x="1753361" y="4189016"/>
              <a:ext cx="812863" cy="932973"/>
            </a:xfrm>
            <a:custGeom>
              <a:avLst/>
              <a:gdLst>
                <a:gd name="connsiteX0" fmla="*/ 812863 w 812863"/>
                <a:gd name="connsiteY0" fmla="*/ 911638 h 932973"/>
                <a:gd name="connsiteX1" fmla="*/ 606362 w 812863"/>
                <a:gd name="connsiteY1" fmla="*/ 911638 h 932973"/>
                <a:gd name="connsiteX2" fmla="*/ 606362 w 812863"/>
                <a:gd name="connsiteY2" fmla="*/ 767429 h 932973"/>
                <a:gd name="connsiteX3" fmla="*/ 602742 w 812863"/>
                <a:gd name="connsiteY3" fmla="*/ 767429 h 932973"/>
                <a:gd name="connsiteX4" fmla="*/ 323183 w 812863"/>
                <a:gd name="connsiteY4" fmla="*/ 932974 h 932973"/>
                <a:gd name="connsiteX5" fmla="*/ 0 w 812863"/>
                <a:gd name="connsiteY5" fmla="*/ 544830 h 932973"/>
                <a:gd name="connsiteX6" fmla="*/ 0 w 812863"/>
                <a:gd name="connsiteY6" fmla="*/ 0 h 932973"/>
                <a:gd name="connsiteX7" fmla="*/ 206502 w 812863"/>
                <a:gd name="connsiteY7" fmla="*/ 0 h 932973"/>
                <a:gd name="connsiteX8" fmla="*/ 206502 w 812863"/>
                <a:gd name="connsiteY8" fmla="*/ 523494 h 932973"/>
                <a:gd name="connsiteX9" fmla="*/ 396145 w 812863"/>
                <a:gd name="connsiteY9" fmla="*/ 769239 h 932973"/>
                <a:gd name="connsiteX10" fmla="*/ 547021 w 812863"/>
                <a:gd name="connsiteY10" fmla="*/ 701612 h 932973"/>
                <a:gd name="connsiteX11" fmla="*/ 606266 w 812863"/>
                <a:gd name="connsiteY11" fmla="*/ 524447 h 932973"/>
                <a:gd name="connsiteX12" fmla="*/ 606266 w 812863"/>
                <a:gd name="connsiteY12" fmla="*/ 95 h 932973"/>
                <a:gd name="connsiteX13" fmla="*/ 812768 w 812863"/>
                <a:gd name="connsiteY13" fmla="*/ 95 h 932973"/>
                <a:gd name="connsiteX14" fmla="*/ 812768 w 812863"/>
                <a:gd name="connsiteY14" fmla="*/ 911733 h 9329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2863" h="932973">
                  <a:moveTo>
                    <a:pt x="812863" y="911638"/>
                  </a:moveTo>
                  <a:lnTo>
                    <a:pt x="606362" y="911638"/>
                  </a:lnTo>
                  <a:lnTo>
                    <a:pt x="606362" y="767429"/>
                  </a:lnTo>
                  <a:lnTo>
                    <a:pt x="602742" y="767429"/>
                  </a:lnTo>
                  <a:cubicBezTo>
                    <a:pt x="542830" y="877824"/>
                    <a:pt x="449580" y="932974"/>
                    <a:pt x="323183" y="932974"/>
                  </a:cubicBezTo>
                  <a:cubicBezTo>
                    <a:pt x="107728" y="932974"/>
                    <a:pt x="0" y="803624"/>
                    <a:pt x="0" y="544830"/>
                  </a:cubicBezTo>
                  <a:lnTo>
                    <a:pt x="0" y="0"/>
                  </a:lnTo>
                  <a:lnTo>
                    <a:pt x="206502" y="0"/>
                  </a:lnTo>
                  <a:lnTo>
                    <a:pt x="206502" y="523494"/>
                  </a:lnTo>
                  <a:cubicBezTo>
                    <a:pt x="206502" y="687324"/>
                    <a:pt x="269748" y="769239"/>
                    <a:pt x="396145" y="769239"/>
                  </a:cubicBezTo>
                  <a:cubicBezTo>
                    <a:pt x="457295" y="769239"/>
                    <a:pt x="507587" y="746665"/>
                    <a:pt x="547021" y="701612"/>
                  </a:cubicBezTo>
                  <a:cubicBezTo>
                    <a:pt x="586454" y="656558"/>
                    <a:pt x="606266" y="597408"/>
                    <a:pt x="606266" y="524447"/>
                  </a:cubicBezTo>
                  <a:lnTo>
                    <a:pt x="606266" y="95"/>
                  </a:lnTo>
                  <a:lnTo>
                    <a:pt x="812768" y="95"/>
                  </a:lnTo>
                  <a:lnTo>
                    <a:pt x="812768" y="911733"/>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4" name="Freeform: Shape 33">
              <a:extLst>
                <a:ext uri="{FF2B5EF4-FFF2-40B4-BE49-F238E27FC236}">
                  <a16:creationId xmlns:a16="http://schemas.microsoft.com/office/drawing/2014/main" id="{80420E76-AEB3-65EE-FDCE-6D201AB9FA24}"/>
                </a:ext>
              </a:extLst>
            </p:cNvPr>
            <p:cNvSpPr/>
            <p:nvPr/>
          </p:nvSpPr>
          <p:spPr bwMode="white">
            <a:xfrm>
              <a:off x="2761678" y="3762487"/>
              <a:ext cx="248412" cy="1338167"/>
            </a:xfrm>
            <a:custGeom>
              <a:avLst/>
              <a:gdLst>
                <a:gd name="connsiteX0" fmla="*/ 122872 w 248412"/>
                <a:gd name="connsiteY0" fmla="*/ 235077 h 1338167"/>
                <a:gd name="connsiteX1" fmla="*/ 36100 w 248412"/>
                <a:gd name="connsiteY1" fmla="*/ 202121 h 1338167"/>
                <a:gd name="connsiteX2" fmla="*/ 0 w 248412"/>
                <a:gd name="connsiteY2" fmla="*/ 118396 h 1338167"/>
                <a:gd name="connsiteX3" fmla="*/ 36100 w 248412"/>
                <a:gd name="connsiteY3" fmla="*/ 33814 h 1338167"/>
                <a:gd name="connsiteX4" fmla="*/ 122872 w 248412"/>
                <a:gd name="connsiteY4" fmla="*/ 0 h 1338167"/>
                <a:gd name="connsiteX5" fmla="*/ 211931 w 248412"/>
                <a:gd name="connsiteY5" fmla="*/ 33814 h 1338167"/>
                <a:gd name="connsiteX6" fmla="*/ 248412 w 248412"/>
                <a:gd name="connsiteY6" fmla="*/ 118396 h 1338167"/>
                <a:gd name="connsiteX7" fmla="*/ 211931 w 248412"/>
                <a:gd name="connsiteY7" fmla="*/ 200787 h 1338167"/>
                <a:gd name="connsiteX8" fmla="*/ 122872 w 248412"/>
                <a:gd name="connsiteY8" fmla="*/ 235077 h 1338167"/>
                <a:gd name="connsiteX9" fmla="*/ 225266 w 248412"/>
                <a:gd name="connsiteY9" fmla="*/ 1338167 h 1338167"/>
                <a:gd name="connsiteX10" fmla="*/ 18764 w 248412"/>
                <a:gd name="connsiteY10" fmla="*/ 1338167 h 1338167"/>
                <a:gd name="connsiteX11" fmla="*/ 18764 w 248412"/>
                <a:gd name="connsiteY11" fmla="*/ 426530 h 1338167"/>
                <a:gd name="connsiteX12" fmla="*/ 225266 w 248412"/>
                <a:gd name="connsiteY12" fmla="*/ 426530 h 1338167"/>
                <a:gd name="connsiteX13" fmla="*/ 225266 w 248412"/>
                <a:gd name="connsiteY13" fmla="*/ 1338167 h 13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8412" h="1338167">
                  <a:moveTo>
                    <a:pt x="122872" y="235077"/>
                  </a:moveTo>
                  <a:cubicBezTo>
                    <a:pt x="89059" y="235077"/>
                    <a:pt x="60103" y="224123"/>
                    <a:pt x="36100" y="202121"/>
                  </a:cubicBezTo>
                  <a:cubicBezTo>
                    <a:pt x="12097" y="180213"/>
                    <a:pt x="0" y="152305"/>
                    <a:pt x="0" y="118396"/>
                  </a:cubicBezTo>
                  <a:cubicBezTo>
                    <a:pt x="0" y="84487"/>
                    <a:pt x="12001" y="56388"/>
                    <a:pt x="36100" y="33814"/>
                  </a:cubicBezTo>
                  <a:cubicBezTo>
                    <a:pt x="60103" y="11240"/>
                    <a:pt x="89059" y="0"/>
                    <a:pt x="122872" y="0"/>
                  </a:cubicBezTo>
                  <a:cubicBezTo>
                    <a:pt x="156686" y="0"/>
                    <a:pt x="187547" y="11240"/>
                    <a:pt x="211931" y="33814"/>
                  </a:cubicBezTo>
                  <a:cubicBezTo>
                    <a:pt x="236220" y="56388"/>
                    <a:pt x="248412" y="84582"/>
                    <a:pt x="248412" y="118396"/>
                  </a:cubicBezTo>
                  <a:cubicBezTo>
                    <a:pt x="248412" y="150495"/>
                    <a:pt x="236220" y="177927"/>
                    <a:pt x="211931" y="200787"/>
                  </a:cubicBezTo>
                  <a:cubicBezTo>
                    <a:pt x="187547" y="223647"/>
                    <a:pt x="157925" y="235077"/>
                    <a:pt x="122872" y="235077"/>
                  </a:cubicBezTo>
                  <a:close/>
                  <a:moveTo>
                    <a:pt x="225266" y="1338167"/>
                  </a:moveTo>
                  <a:lnTo>
                    <a:pt x="18764" y="1338167"/>
                  </a:lnTo>
                  <a:lnTo>
                    <a:pt x="18764" y="426530"/>
                  </a:lnTo>
                  <a:lnTo>
                    <a:pt x="225266" y="426530"/>
                  </a:lnTo>
                  <a:lnTo>
                    <a:pt x="225266" y="1338167"/>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5" name="Freeform: Shape 34">
              <a:extLst>
                <a:ext uri="{FF2B5EF4-FFF2-40B4-BE49-F238E27FC236}">
                  <a16:creationId xmlns:a16="http://schemas.microsoft.com/office/drawing/2014/main" id="{9279EA27-BDCF-7F8B-7B2D-C206ABC3C20D}"/>
                </a:ext>
              </a:extLst>
            </p:cNvPr>
            <p:cNvSpPr/>
            <p:nvPr/>
          </p:nvSpPr>
          <p:spPr bwMode="white">
            <a:xfrm>
              <a:off x="3201923" y="3750962"/>
              <a:ext cx="207454" cy="1349692"/>
            </a:xfrm>
            <a:custGeom>
              <a:avLst/>
              <a:gdLst>
                <a:gd name="connsiteX0" fmla="*/ 207454 w 207454"/>
                <a:gd name="connsiteY0" fmla="*/ 1349692 h 1349692"/>
                <a:gd name="connsiteX1" fmla="*/ 0 w 207454"/>
                <a:gd name="connsiteY1" fmla="*/ 1349692 h 1349692"/>
                <a:gd name="connsiteX2" fmla="*/ 0 w 207454"/>
                <a:gd name="connsiteY2" fmla="*/ 0 h 1349692"/>
                <a:gd name="connsiteX3" fmla="*/ 207454 w 207454"/>
                <a:gd name="connsiteY3" fmla="*/ 0 h 1349692"/>
                <a:gd name="connsiteX4" fmla="*/ 207454 w 207454"/>
                <a:gd name="connsiteY4" fmla="*/ 1349692 h 13496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7454" h="1349692">
                  <a:moveTo>
                    <a:pt x="207454" y="1349692"/>
                  </a:moveTo>
                  <a:lnTo>
                    <a:pt x="0" y="1349692"/>
                  </a:lnTo>
                  <a:lnTo>
                    <a:pt x="0" y="0"/>
                  </a:lnTo>
                  <a:lnTo>
                    <a:pt x="207454" y="0"/>
                  </a:lnTo>
                  <a:lnTo>
                    <a:pt x="207454" y="1349692"/>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6" name="Freeform: Shape 35">
              <a:extLst>
                <a:ext uri="{FF2B5EF4-FFF2-40B4-BE49-F238E27FC236}">
                  <a16:creationId xmlns:a16="http://schemas.microsoft.com/office/drawing/2014/main" id="{02A0F44C-FB10-0AF7-02B0-8BFF25C72AF1}"/>
                </a:ext>
              </a:extLst>
            </p:cNvPr>
            <p:cNvSpPr/>
            <p:nvPr/>
          </p:nvSpPr>
          <p:spPr bwMode="white">
            <a:xfrm>
              <a:off x="3564826" y="3751152"/>
              <a:ext cx="887634" cy="1370933"/>
            </a:xfrm>
            <a:custGeom>
              <a:avLst/>
              <a:gdLst>
                <a:gd name="connsiteX0" fmla="*/ 887635 w 887634"/>
                <a:gd name="connsiteY0" fmla="*/ 1349502 h 1370933"/>
                <a:gd name="connsiteX1" fmla="*/ 681038 w 887634"/>
                <a:gd name="connsiteY1" fmla="*/ 1349502 h 1370933"/>
                <a:gd name="connsiteX2" fmla="*/ 681038 w 887634"/>
                <a:gd name="connsiteY2" fmla="*/ 1194626 h 1370933"/>
                <a:gd name="connsiteX3" fmla="*/ 677513 w 887634"/>
                <a:gd name="connsiteY3" fmla="*/ 1194626 h 1370933"/>
                <a:gd name="connsiteX4" fmla="*/ 370332 w 887634"/>
                <a:gd name="connsiteY4" fmla="*/ 1370933 h 1370933"/>
                <a:gd name="connsiteX5" fmla="*/ 101060 w 887634"/>
                <a:gd name="connsiteY5" fmla="*/ 1248537 h 1370933"/>
                <a:gd name="connsiteX6" fmla="*/ 0 w 887634"/>
                <a:gd name="connsiteY6" fmla="*/ 915162 h 1370933"/>
                <a:gd name="connsiteX7" fmla="*/ 111728 w 887634"/>
                <a:gd name="connsiteY7" fmla="*/ 552831 h 1370933"/>
                <a:gd name="connsiteX8" fmla="*/ 409575 w 887634"/>
                <a:gd name="connsiteY8" fmla="*/ 416624 h 1370933"/>
                <a:gd name="connsiteX9" fmla="*/ 677513 w 887634"/>
                <a:gd name="connsiteY9" fmla="*/ 564452 h 1370933"/>
                <a:gd name="connsiteX10" fmla="*/ 681038 w 887634"/>
                <a:gd name="connsiteY10" fmla="*/ 564452 h 1370933"/>
                <a:gd name="connsiteX11" fmla="*/ 681038 w 887634"/>
                <a:gd name="connsiteY11" fmla="*/ 0 h 1370933"/>
                <a:gd name="connsiteX12" fmla="*/ 887635 w 887634"/>
                <a:gd name="connsiteY12" fmla="*/ 0 h 1370933"/>
                <a:gd name="connsiteX13" fmla="*/ 887635 w 887634"/>
                <a:gd name="connsiteY13" fmla="*/ 1349693 h 1370933"/>
                <a:gd name="connsiteX14" fmla="*/ 683705 w 887634"/>
                <a:gd name="connsiteY14" fmla="*/ 932879 h 1370933"/>
                <a:gd name="connsiteX15" fmla="*/ 683705 w 887634"/>
                <a:gd name="connsiteY15" fmla="*/ 813530 h 1370933"/>
                <a:gd name="connsiteX16" fmla="*/ 620458 w 887634"/>
                <a:gd name="connsiteY16" fmla="*/ 648843 h 1370933"/>
                <a:gd name="connsiteX17" fmla="*/ 459296 w 887634"/>
                <a:gd name="connsiteY17" fmla="*/ 581216 h 1370933"/>
                <a:gd name="connsiteX18" fmla="*/ 277273 w 887634"/>
                <a:gd name="connsiteY18" fmla="*/ 667607 h 1370933"/>
                <a:gd name="connsiteX19" fmla="*/ 210979 w 887634"/>
                <a:gd name="connsiteY19" fmla="*/ 907066 h 1370933"/>
                <a:gd name="connsiteX20" fmla="*/ 274606 w 887634"/>
                <a:gd name="connsiteY20" fmla="*/ 1126522 h 1370933"/>
                <a:gd name="connsiteX21" fmla="*/ 445960 w 887634"/>
                <a:gd name="connsiteY21" fmla="*/ 1207103 h 1370933"/>
                <a:gd name="connsiteX22" fmla="*/ 617791 w 887634"/>
                <a:gd name="connsiteY22" fmla="*/ 1129189 h 1370933"/>
                <a:gd name="connsiteX23" fmla="*/ 683705 w 887634"/>
                <a:gd name="connsiteY23" fmla="*/ 932879 h 137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87634" h="1370933">
                  <a:moveTo>
                    <a:pt x="887635" y="1349502"/>
                  </a:moveTo>
                  <a:lnTo>
                    <a:pt x="681038" y="1349502"/>
                  </a:lnTo>
                  <a:lnTo>
                    <a:pt x="681038" y="1194626"/>
                  </a:lnTo>
                  <a:lnTo>
                    <a:pt x="677513" y="1194626"/>
                  </a:lnTo>
                  <a:cubicBezTo>
                    <a:pt x="611029" y="1312164"/>
                    <a:pt x="508635" y="1370933"/>
                    <a:pt x="370332" y="1370933"/>
                  </a:cubicBezTo>
                  <a:cubicBezTo>
                    <a:pt x="258127" y="1370933"/>
                    <a:pt x="168402" y="1330166"/>
                    <a:pt x="101060" y="1248537"/>
                  </a:cubicBezTo>
                  <a:cubicBezTo>
                    <a:pt x="33718" y="1166908"/>
                    <a:pt x="0" y="1055751"/>
                    <a:pt x="0" y="915162"/>
                  </a:cubicBezTo>
                  <a:cubicBezTo>
                    <a:pt x="0" y="764381"/>
                    <a:pt x="37243" y="643604"/>
                    <a:pt x="111728" y="552831"/>
                  </a:cubicBezTo>
                  <a:cubicBezTo>
                    <a:pt x="186214" y="462058"/>
                    <a:pt x="285464" y="416624"/>
                    <a:pt x="409575" y="416624"/>
                  </a:cubicBezTo>
                  <a:cubicBezTo>
                    <a:pt x="533686" y="416624"/>
                    <a:pt x="621792" y="465868"/>
                    <a:pt x="677513" y="564452"/>
                  </a:cubicBezTo>
                  <a:lnTo>
                    <a:pt x="681038" y="564452"/>
                  </a:lnTo>
                  <a:lnTo>
                    <a:pt x="681038" y="0"/>
                  </a:lnTo>
                  <a:lnTo>
                    <a:pt x="887635" y="0"/>
                  </a:lnTo>
                  <a:lnTo>
                    <a:pt x="887635" y="1349693"/>
                  </a:lnTo>
                  <a:close/>
                  <a:moveTo>
                    <a:pt x="683705" y="932879"/>
                  </a:moveTo>
                  <a:lnTo>
                    <a:pt x="683705" y="813530"/>
                  </a:lnTo>
                  <a:cubicBezTo>
                    <a:pt x="683705" y="748855"/>
                    <a:pt x="662654" y="693896"/>
                    <a:pt x="620458" y="648843"/>
                  </a:cubicBezTo>
                  <a:cubicBezTo>
                    <a:pt x="578358" y="603695"/>
                    <a:pt x="524637" y="581216"/>
                    <a:pt x="459296" y="581216"/>
                  </a:cubicBezTo>
                  <a:cubicBezTo>
                    <a:pt x="382143" y="581216"/>
                    <a:pt x="321469" y="609981"/>
                    <a:pt x="277273" y="667607"/>
                  </a:cubicBezTo>
                  <a:cubicBezTo>
                    <a:pt x="233077" y="725138"/>
                    <a:pt x="210979" y="805053"/>
                    <a:pt x="210979" y="907066"/>
                  </a:cubicBezTo>
                  <a:cubicBezTo>
                    <a:pt x="210979" y="999649"/>
                    <a:pt x="232220" y="1072801"/>
                    <a:pt x="274606" y="1126522"/>
                  </a:cubicBezTo>
                  <a:cubicBezTo>
                    <a:pt x="316992" y="1180243"/>
                    <a:pt x="374142" y="1207103"/>
                    <a:pt x="445960" y="1207103"/>
                  </a:cubicBezTo>
                  <a:cubicBezTo>
                    <a:pt x="517779" y="1207103"/>
                    <a:pt x="573881" y="1181100"/>
                    <a:pt x="617791" y="1129189"/>
                  </a:cubicBezTo>
                  <a:cubicBezTo>
                    <a:pt x="661702" y="1077278"/>
                    <a:pt x="683705" y="1011841"/>
                    <a:pt x="683705" y="932879"/>
                  </a:cubicBez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grpSp>
    </p:spTree>
    <p:extLst>
      <p:ext uri="{BB962C8B-B14F-4D97-AF65-F5344CB8AC3E}">
        <p14:creationId xmlns:p14="http://schemas.microsoft.com/office/powerpoint/2010/main" val="202229340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5B8EF10-4115-7EE6-1249-D6DC0A94D9B0}"/>
              </a:ext>
            </a:extLst>
          </p:cNvPr>
          <p:cNvPicPr>
            <a:picLocks noChangeAspect="1"/>
          </p:cNvPicPr>
          <p:nvPr userDrawn="1"/>
        </p:nvPicPr>
        <p:blipFill>
          <a:blip r:embed="rId2"/>
          <a:srcRect/>
          <a:stretch/>
        </p:blipFill>
        <p:spPr>
          <a:xfrm>
            <a:off x="1" y="2"/>
            <a:ext cx="12191998" cy="6857999"/>
          </a:xfrm>
          <a:prstGeom prst="rect">
            <a:avLst/>
          </a:prstGeom>
        </p:spPr>
      </p:pic>
      <p:sp>
        <p:nvSpPr>
          <p:cNvPr id="9" name="Title 1"/>
          <p:cNvSpPr>
            <a:spLocks noGrp="1"/>
          </p:cNvSpPr>
          <p:nvPr>
            <p:ph type="title" hasCustomPrompt="1"/>
          </p:nvPr>
        </p:nvSpPr>
        <p:spPr bwMode="white">
          <a:xfrm>
            <a:off x="584200" y="2918225"/>
            <a:ext cx="9144000" cy="615553"/>
          </a:xfrm>
          <a:noFill/>
        </p:spPr>
        <p:txBody>
          <a:bodyPr vert="horz" wrap="square" lIns="0" tIns="0" rIns="0" bIns="0" rtlCol="0" anchor="b" anchorCtr="0">
            <a:spAutoFit/>
          </a:bodyPr>
          <a:lstStyle>
            <a:lvl1pPr>
              <a:defRPr lang="en-US" sz="4000" dirty="0">
                <a:solidFill>
                  <a:srgbClr val="D4EC8E"/>
                </a:solidFill>
              </a:defRPr>
            </a:lvl1pPr>
          </a:lstStyle>
          <a:p>
            <a:pPr lvl="0"/>
            <a:r>
              <a:rPr lang="en-US"/>
              <a:t>Event name or presentation title </a:t>
            </a:r>
          </a:p>
        </p:txBody>
      </p:sp>
      <p:sp>
        <p:nvSpPr>
          <p:cNvPr id="5" name="Text Placeholder 4"/>
          <p:cNvSpPr>
            <a:spLocks noGrp="1"/>
          </p:cNvSpPr>
          <p:nvPr>
            <p:ph type="body" sz="quarter" idx="12" hasCustomPrompt="1"/>
          </p:nvPr>
        </p:nvSpPr>
        <p:spPr bwMode="white">
          <a:xfrm>
            <a:off x="584200" y="3962402"/>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white">
          <a:xfrm>
            <a:off x="584202" y="585790"/>
            <a:ext cx="1366245" cy="292608"/>
          </a:xfrm>
          <a:prstGeom prst="rect">
            <a:avLst/>
          </a:prstGeom>
        </p:spPr>
      </p:pic>
    </p:spTree>
    <p:extLst>
      <p:ext uri="{BB962C8B-B14F-4D97-AF65-F5344CB8AC3E}">
        <p14:creationId xmlns:p14="http://schemas.microsoft.com/office/powerpoint/2010/main" val="3502578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5"/>
            <a:ext cx="9144000" cy="615553"/>
          </a:xfrm>
          <a:noFill/>
        </p:spPr>
        <p:txBody>
          <a:bodyPr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2"/>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white - EMF" descr="Microsoft logo white text version">
            <a:extLst>
              <a:ext uri="{FF2B5EF4-FFF2-40B4-BE49-F238E27FC236}">
                <a16:creationId xmlns:a16="http://schemas.microsoft.com/office/drawing/2014/main" id="{74FE235F-02A3-CF25-8716-2552AE84423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black">
          <a:xfrm>
            <a:off x="584202" y="585790"/>
            <a:ext cx="1366245" cy="292608"/>
          </a:xfrm>
          <a:prstGeom prst="rect">
            <a:avLst/>
          </a:prstGeom>
        </p:spPr>
      </p:pic>
    </p:spTree>
    <p:extLst>
      <p:ext uri="{BB962C8B-B14F-4D97-AF65-F5344CB8AC3E}">
        <p14:creationId xmlns:p14="http://schemas.microsoft.com/office/powerpoint/2010/main" val="565045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161276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96760507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69"/>
            <a:ext cx="11018520" cy="1612768"/>
          </a:xfrm>
        </p:spPr>
        <p:txBody>
          <a:bodyPr wrap="square">
            <a:spAutoFit/>
          </a:bodyPr>
          <a:lstStyle>
            <a:lvl1pPr marL="0" indent="0">
              <a:buNone/>
              <a:defRPr/>
            </a:lvl1pPr>
            <a:lvl2pPr marL="228512" indent="0">
              <a:buNone/>
              <a:defRPr/>
            </a:lvl2pPr>
            <a:lvl3pPr marL="457025" indent="0">
              <a:buNone/>
              <a:defRPr/>
            </a:lvl3pPr>
            <a:lvl4pPr marL="685537" indent="0">
              <a:buNone/>
              <a:defRPr/>
            </a:lvl4pPr>
            <a:lvl5pPr marL="914049"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976126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2" y="1435100"/>
            <a:ext cx="5211763" cy="1612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1612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49189722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2"/>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490" indent="0">
              <a:buFont typeface="Wingdings" panose="05000000000000000000" pitchFamily="2" charset="2"/>
              <a:buNone/>
              <a:defRPr sz="2000" b="0"/>
            </a:lvl2pPr>
            <a:lvl3pPr marL="450677" indent="0">
              <a:buFont typeface="Wingdings" panose="05000000000000000000" pitchFamily="2" charset="2"/>
              <a:buNone/>
              <a:tabLst/>
              <a:defRPr sz="1600" b="0"/>
            </a:lvl3pPr>
            <a:lvl4pPr marL="652212" indent="0">
              <a:buFont typeface="Wingdings" panose="05000000000000000000" pitchFamily="2" charset="2"/>
              <a:buNone/>
              <a:defRPr sz="1400" b="0"/>
            </a:lvl4pPr>
            <a:lvl5pPr marL="853747"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3" y="1435100"/>
            <a:ext cx="5212080" cy="1649682"/>
          </a:xfrm>
        </p:spPr>
        <p:txBody>
          <a:bodyPr wrap="square">
            <a:spAutoFit/>
          </a:bodyPr>
          <a:lstStyle>
            <a:lvl1pPr marL="0" indent="0">
              <a:spcBef>
                <a:spcPts val="1222"/>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490" indent="0">
              <a:buFont typeface="Wingdings" panose="05000000000000000000" pitchFamily="2" charset="2"/>
              <a:buNone/>
              <a:defRPr sz="2000" b="0"/>
            </a:lvl2pPr>
            <a:lvl3pPr marL="450677" indent="0">
              <a:buFont typeface="Wingdings" panose="05000000000000000000" pitchFamily="2" charset="2"/>
              <a:buNone/>
              <a:tabLst/>
              <a:defRPr sz="1600" b="0"/>
            </a:lvl3pPr>
            <a:lvl4pPr marL="652212" indent="0">
              <a:buFont typeface="Wingdings" panose="05000000000000000000" pitchFamily="2" charset="2"/>
              <a:buNone/>
              <a:defRPr sz="1400" b="0"/>
            </a:lvl4pPr>
            <a:lvl5pPr marL="853747"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0726956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90"/>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90"/>
            <a:ext cx="5219700" cy="1612749"/>
          </a:xfrm>
        </p:spPr>
        <p:txBody>
          <a:bodyPr>
            <a:spAutoFit/>
          </a:bodyPr>
          <a:lstStyle>
            <a:lvl1pPr marL="171384" indent="-171384">
              <a:defRPr lang="en-US" sz="2400" dirty="0"/>
            </a:lvl1pPr>
            <a:lvl2pPr marL="342768" indent="-171384">
              <a:defRPr lang="en-US" dirty="0"/>
            </a:lvl2pPr>
            <a:lvl3pPr marL="514154" indent="-171384">
              <a:defRPr lang="en-US" dirty="0"/>
            </a:lvl3pPr>
            <a:lvl4pPr marL="666494" indent="-152342">
              <a:defRPr lang="en-US" dirty="0"/>
            </a:lvl4pPr>
            <a:lvl5pPr marL="793446" indent="-120603">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90"/>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90"/>
            <a:ext cx="5219700" cy="1612749"/>
          </a:xfrm>
        </p:spPr>
        <p:txBody>
          <a:bodyPr>
            <a:spAutoFit/>
          </a:bodyPr>
          <a:lstStyle>
            <a:lvl1pPr marL="171384" indent="-171384">
              <a:defRPr lang="en-US" sz="2400" dirty="0"/>
            </a:lvl1pPr>
            <a:lvl2pPr marL="342768" indent="-171384">
              <a:defRPr lang="en-US" dirty="0"/>
            </a:lvl2pPr>
            <a:lvl3pPr marL="514154" indent="-171384">
              <a:defRPr lang="en-US" dirty="0"/>
            </a:lvl3pPr>
            <a:lvl4pPr marL="685537" indent="-136472">
              <a:defRPr lang="en-US" dirty="0"/>
            </a:lvl4pPr>
            <a:lvl5pPr marL="793446" indent="-120603">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4811576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90"/>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5" y="2081214"/>
            <a:ext cx="5214937" cy="1551219"/>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90"/>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3" y="2081214"/>
            <a:ext cx="5214937" cy="1551219"/>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Box 2">
            <a:extLst>
              <a:ext uri="{FF2B5EF4-FFF2-40B4-BE49-F238E27FC236}">
                <a16:creationId xmlns:a16="http://schemas.microsoft.com/office/drawing/2014/main" id="{807CBEB8-AFEF-362F-CB36-DC00FA4C6C8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87658854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7"/>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7"/>
            <a:ext cx="3264408" cy="1760482"/>
          </a:xfrm>
        </p:spPr>
        <p:txBody>
          <a:bodyPr wrap="square">
            <a:spAutoFit/>
          </a:bodyPr>
          <a:lstStyle>
            <a:lvl1pPr marL="176146" indent="-176146">
              <a:defRPr lang="en-US" sz="2000" dirty="0"/>
            </a:lvl1pPr>
            <a:lvl2pPr marL="322139" indent="-150755">
              <a:defRPr lang="en-US" sz="1800" dirty="0"/>
            </a:lvl2pPr>
            <a:lvl3pPr marL="466546" indent="-138060">
              <a:defRPr lang="en-US" dirty="0"/>
            </a:lvl3pPr>
            <a:lvl4pPr marL="595084" indent="-128538">
              <a:defRPr lang="en-US" dirty="0"/>
            </a:lvl4pPr>
            <a:lvl5pPr marL="731558" indent="-122191">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7"/>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7"/>
            <a:ext cx="3264408" cy="1760482"/>
          </a:xfrm>
        </p:spPr>
        <p:txBody>
          <a:bodyPr wrap="square">
            <a:spAutoFit/>
          </a:bodyPr>
          <a:lstStyle>
            <a:lvl1pPr marL="176146" indent="-176146">
              <a:defRPr lang="en-US" sz="2000" dirty="0"/>
            </a:lvl1pPr>
            <a:lvl2pPr marL="398310" indent="-169798">
              <a:defRPr lang="en-US" sz="1800" dirty="0"/>
            </a:lvl2pPr>
            <a:lvl3pPr marL="555412" indent="-157103">
              <a:defRPr lang="en-US" dirty="0"/>
            </a:lvl3pPr>
            <a:lvl4pPr marL="685537" indent="-136472">
              <a:defRPr lang="en-US" dirty="0"/>
            </a:lvl4pPr>
            <a:lvl5pPr marL="799792" indent="-111082">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7"/>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7"/>
            <a:ext cx="3264408" cy="1760482"/>
          </a:xfrm>
        </p:spPr>
        <p:txBody>
          <a:bodyPr wrap="square">
            <a:spAutoFit/>
          </a:bodyPr>
          <a:lstStyle>
            <a:lvl1pPr marL="176146" indent="-176146">
              <a:defRPr lang="en-US" sz="2000" dirty="0"/>
            </a:lvl1pPr>
            <a:lvl2pPr marL="398310" indent="-169798">
              <a:defRPr lang="en-US" sz="1800" dirty="0"/>
            </a:lvl2pPr>
            <a:lvl3pPr marL="555412" indent="-157103">
              <a:defRPr lang="en-US" dirty="0"/>
            </a:lvl3pPr>
            <a:lvl4pPr marL="685537" indent="-136472">
              <a:defRPr lang="en-US" dirty="0"/>
            </a:lvl4pPr>
            <a:lvl5pPr marL="799792" indent="-111082">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45832167"/>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7"/>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7"/>
            <a:ext cx="2532063" cy="1698927"/>
          </a:xfrm>
        </p:spPr>
        <p:txBody>
          <a:bodyPr wrap="square">
            <a:spAutoFit/>
          </a:bodyPr>
          <a:lstStyle>
            <a:lvl1pPr marL="141234" indent="-141234">
              <a:defRPr lang="en-US" sz="1800" dirty="0"/>
            </a:lvl1pPr>
            <a:lvl2pPr marL="285640" indent="-125365">
              <a:defRPr lang="en-US" sz="1600" dirty="0"/>
            </a:lvl2pPr>
            <a:lvl3pPr marL="437982" indent="-133299">
              <a:defRPr lang="en-US" dirty="0"/>
            </a:lvl3pPr>
            <a:lvl4pPr marL="566520" indent="-114256">
              <a:defRPr lang="en-US" dirty="0"/>
            </a:lvl4pPr>
            <a:lvl5pPr marL="685537" indent="-109496">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7"/>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7" y="2276475"/>
            <a:ext cx="2532063" cy="1698927"/>
          </a:xfrm>
        </p:spPr>
        <p:txBody>
          <a:bodyPr wrap="square">
            <a:spAutoFit/>
          </a:bodyPr>
          <a:lstStyle>
            <a:lvl1pPr marL="141234" indent="-141234">
              <a:defRPr lang="en-US" sz="1800" dirty="0"/>
            </a:lvl1pPr>
            <a:lvl2pPr marL="285640" indent="-125365">
              <a:defRPr lang="en-US" sz="1600" dirty="0"/>
            </a:lvl2pPr>
            <a:lvl3pPr marL="437982" indent="-133299">
              <a:defRPr lang="en-US" dirty="0"/>
            </a:lvl3pPr>
            <a:lvl4pPr marL="566520" indent="-114256">
              <a:defRPr lang="en-US" dirty="0"/>
            </a:lvl4pPr>
            <a:lvl5pPr marL="685537" indent="-109496">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10" y="1438277"/>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10" y="2283117"/>
            <a:ext cx="2532063" cy="1698927"/>
          </a:xfrm>
        </p:spPr>
        <p:txBody>
          <a:bodyPr wrap="square">
            <a:spAutoFit/>
          </a:bodyPr>
          <a:lstStyle>
            <a:lvl1pPr marL="141234" indent="-141234">
              <a:defRPr lang="en-US" sz="1800" dirty="0"/>
            </a:lvl1pPr>
            <a:lvl2pPr marL="285640" indent="-125365">
              <a:defRPr lang="en-US" sz="1600" dirty="0"/>
            </a:lvl2pPr>
            <a:lvl3pPr marL="437982" indent="-133299">
              <a:defRPr lang="en-US" dirty="0"/>
            </a:lvl3pPr>
            <a:lvl4pPr marL="566520" indent="-114256">
              <a:defRPr lang="en-US" dirty="0"/>
            </a:lvl4pPr>
            <a:lvl5pPr marL="685537" indent="-109496">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7"/>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5" y="2276475"/>
            <a:ext cx="2532063" cy="1698927"/>
          </a:xfrm>
        </p:spPr>
        <p:txBody>
          <a:bodyPr wrap="square">
            <a:spAutoFit/>
          </a:bodyPr>
          <a:lstStyle>
            <a:lvl1pPr marL="141234" indent="-141234">
              <a:defRPr lang="en-US" sz="1800" dirty="0"/>
            </a:lvl1pPr>
            <a:lvl2pPr marL="285640" indent="-125365">
              <a:defRPr lang="en-US" sz="1600" dirty="0"/>
            </a:lvl2pPr>
            <a:lvl3pPr marL="437982" indent="-133299">
              <a:defRPr lang="en-US" dirty="0"/>
            </a:lvl3pPr>
            <a:lvl4pPr marL="566520" indent="-114256">
              <a:defRPr lang="en-US" dirty="0"/>
            </a:lvl4pPr>
            <a:lvl5pPr marL="685537" indent="-109496">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37466579"/>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7"/>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7"/>
            <a:ext cx="1965960" cy="1452705"/>
          </a:xfrm>
        </p:spPr>
        <p:txBody>
          <a:bodyPr wrap="square">
            <a:spAutoFit/>
          </a:bodyPr>
          <a:lstStyle>
            <a:lvl1pPr marL="141234" indent="-141234">
              <a:defRPr lang="en-US" sz="1500" dirty="0"/>
            </a:lvl1pPr>
            <a:lvl2pPr marL="285640" indent="-125365">
              <a:defRPr lang="en-US" sz="1400" dirty="0"/>
            </a:lvl2pPr>
            <a:lvl3pPr marL="437982" indent="-133299">
              <a:defRPr lang="en-US" sz="1400" dirty="0"/>
            </a:lvl3pPr>
            <a:lvl4pPr marL="566520" indent="-114256">
              <a:defRPr lang="en-US" sz="1200" dirty="0"/>
            </a:lvl4pPr>
            <a:lvl5pPr marL="685537" indent="-109496">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7"/>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7"/>
            <a:ext cx="1965960" cy="1452705"/>
          </a:xfrm>
        </p:spPr>
        <p:txBody>
          <a:bodyPr wrap="square">
            <a:spAutoFit/>
          </a:bodyPr>
          <a:lstStyle>
            <a:lvl1pPr marL="141234" indent="-141234">
              <a:defRPr lang="en-US" sz="1500" dirty="0"/>
            </a:lvl1pPr>
            <a:lvl2pPr marL="285640" indent="-125365">
              <a:defRPr lang="en-US" sz="1400" dirty="0"/>
            </a:lvl2pPr>
            <a:lvl3pPr marL="437982" indent="-133299">
              <a:defRPr lang="en-US" sz="1400" dirty="0"/>
            </a:lvl3pPr>
            <a:lvl4pPr marL="566520" indent="-114256">
              <a:defRPr lang="en-US" sz="1200" dirty="0"/>
            </a:lvl4pPr>
            <a:lvl5pPr marL="685537" indent="-109496">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7"/>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7"/>
            <a:ext cx="1965960" cy="1452705"/>
          </a:xfrm>
        </p:spPr>
        <p:txBody>
          <a:bodyPr wrap="square">
            <a:spAutoFit/>
          </a:bodyPr>
          <a:lstStyle>
            <a:lvl1pPr marL="141234" indent="-141234">
              <a:defRPr lang="en-US" sz="1500" dirty="0"/>
            </a:lvl1pPr>
            <a:lvl2pPr marL="285640" indent="-125365">
              <a:defRPr lang="en-US" sz="1400" dirty="0"/>
            </a:lvl2pPr>
            <a:lvl3pPr marL="437982" indent="-133299">
              <a:defRPr lang="en-US" sz="1400" dirty="0"/>
            </a:lvl3pPr>
            <a:lvl4pPr marL="566520" indent="-114256">
              <a:defRPr lang="en-US" sz="1200" dirty="0"/>
            </a:lvl4pPr>
            <a:lvl5pPr marL="685537" indent="-109496">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7"/>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7"/>
            <a:ext cx="1965960" cy="1452705"/>
          </a:xfrm>
        </p:spPr>
        <p:txBody>
          <a:bodyPr wrap="square">
            <a:spAutoFit/>
          </a:bodyPr>
          <a:lstStyle>
            <a:lvl1pPr marL="141234" indent="-141234">
              <a:defRPr lang="en-US" sz="1500" dirty="0"/>
            </a:lvl1pPr>
            <a:lvl2pPr marL="285640" indent="-125365">
              <a:defRPr lang="en-US" sz="1400" dirty="0"/>
            </a:lvl2pPr>
            <a:lvl3pPr marL="437982" indent="-133299">
              <a:defRPr lang="en-US" sz="1400" dirty="0"/>
            </a:lvl3pPr>
            <a:lvl4pPr marL="566520" indent="-114256">
              <a:defRPr lang="en-US" sz="1200" dirty="0"/>
            </a:lvl4pPr>
            <a:lvl5pPr marL="685537" indent="-109496">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7"/>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7"/>
            <a:ext cx="1965960" cy="1452705"/>
          </a:xfrm>
        </p:spPr>
        <p:txBody>
          <a:bodyPr wrap="square">
            <a:spAutoFit/>
          </a:bodyPr>
          <a:lstStyle>
            <a:lvl1pPr marL="141234" indent="-141234">
              <a:defRPr lang="en-US" sz="1500" dirty="0"/>
            </a:lvl1pPr>
            <a:lvl2pPr marL="285640" indent="-125365">
              <a:defRPr lang="en-US" sz="1400" dirty="0"/>
            </a:lvl2pPr>
            <a:lvl3pPr marL="437982" indent="-133299">
              <a:defRPr lang="en-US" sz="1400" dirty="0"/>
            </a:lvl3pPr>
            <a:lvl4pPr marL="566520" indent="-114256">
              <a:defRPr lang="en-US" sz="1200" dirty="0"/>
            </a:lvl4pPr>
            <a:lvl5pPr marL="685537" indent="-109496">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48477013"/>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5480832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6"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379073438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134689547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2016080"/>
            <a:ext cx="4158362" cy="1108121"/>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38610"/>
          </a:xfrm>
        </p:spPr>
        <p:txBody>
          <a:bodyPr/>
          <a:lstStyle>
            <a:lvl1pPr marL="0" indent="0">
              <a:buNone/>
              <a:defRPr sz="2200">
                <a:latin typeface="+mn-lt"/>
              </a:defRPr>
            </a:lvl1pPr>
            <a:lvl2pPr marL="228512" indent="0">
              <a:buNone/>
              <a:defRPr/>
            </a:lvl2pPr>
            <a:lvl3pPr marL="457025" indent="0">
              <a:buNone/>
              <a:defRPr/>
            </a:lvl3pPr>
            <a:lvl4pPr marL="661734" indent="0">
              <a:buNone/>
              <a:defRPr/>
            </a:lvl4pPr>
            <a:lvl5pPr marL="855334"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2"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96776243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2873354"/>
            <a:ext cx="4159950" cy="1108121"/>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2"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981450237"/>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5" y="2979740"/>
            <a:ext cx="4163125" cy="861803"/>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2"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27761840"/>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519305015"/>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1"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192143075"/>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92799862"/>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436098"/>
            <a:ext cx="11018520" cy="554061"/>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2"/>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512" lvl="0" indent="-228512"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64615854"/>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866257"/>
            <a:ext cx="11018520" cy="554061"/>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512" lvl="0" indent="-228512"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66493201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1"/>
            <a:ext cx="11018520" cy="554061"/>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1"/>
            <a:ext cx="5367528"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512" lvl="0" indent="-228512"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1"/>
            <a:ext cx="5367528"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512" lvl="0" indent="-228512"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53570147"/>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1"/>
            <a:ext cx="11018520" cy="554061"/>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5" y="5689601"/>
            <a:ext cx="3475037"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4"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2" y="5689601"/>
            <a:ext cx="3475037"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3" y="5689601"/>
            <a:ext cx="3475037"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555793030"/>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1"/>
            <a:ext cx="11018520" cy="554061"/>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9"/>
            <a:ext cx="2532888" cy="553997"/>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2"/>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9"/>
            <a:ext cx="2532888" cy="553997"/>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2"/>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9"/>
            <a:ext cx="2532888" cy="553997"/>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2"/>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9"/>
            <a:ext cx="2532888" cy="553997"/>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2"/>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191569774"/>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43"/>
            <a:ext cx="11018520" cy="554061"/>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2"/>
            <a:ext cx="4892040" cy="276999"/>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1"/>
            <a:ext cx="4892040" cy="276999"/>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30"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30729408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42"/>
            <a:ext cx="11018520" cy="554061"/>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8" y="4800602"/>
            <a:ext cx="2852928"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2"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76443577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43"/>
            <a:ext cx="11018520" cy="554061"/>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8" y="4800602"/>
            <a:ext cx="1828800"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2"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4" y="4799409"/>
            <a:ext cx="1828800"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8"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014152511"/>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43"/>
            <a:ext cx="11018520" cy="554061"/>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2" y="4799409"/>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6" y="4799409"/>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0236438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869717"/>
            <a:ext cx="11018520" cy="554061"/>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1"/>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1"/>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5"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5" y="4800601"/>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768198734"/>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863761"/>
            <a:ext cx="11018520" cy="554061"/>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1"/>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2"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2" y="4800601"/>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2"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2" y="4800601"/>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1"/>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57584899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863761"/>
            <a:ext cx="11018520" cy="554061"/>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3900978"/>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8" y="2309814"/>
            <a:ext cx="3182027" cy="554061"/>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4"/>
            <a:ext cx="7253288" cy="430901"/>
          </a:xfrm>
        </p:spPr>
        <p:txBody>
          <a:bodyPr anchor="t"/>
          <a:lstStyle>
            <a:lvl1pPr marL="231685" indent="-23168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5"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7208023"/>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5" y="3150384"/>
            <a:ext cx="3182027" cy="554061"/>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3211964"/>
            <a:ext cx="6667500" cy="430901"/>
          </a:xfrm>
        </p:spPr>
        <p:txBody>
          <a:bodyPr anchor="ctr"/>
          <a:lstStyle>
            <a:lvl1pPr marL="231685" indent="-23168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15819025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l" defTabSz="932114"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19" indent="0">
              <a:buNone/>
              <a:tabLst>
                <a:tab pos="344356" algn="l"/>
              </a:tabLst>
              <a:defRPr sz="2400">
                <a:solidFill>
                  <a:schemeClr val="tx1"/>
                </a:solidFill>
                <a:latin typeface="Consolas" panose="020B0609020204030204" pitchFamily="49" charset="0"/>
                <a:cs typeface="Consolas" panose="020B0609020204030204" pitchFamily="49" charset="0"/>
              </a:defRPr>
            </a:lvl2pPr>
            <a:lvl3pPr marL="584382" indent="0">
              <a:buNone/>
              <a:tabLst>
                <a:tab pos="569694" algn="l"/>
              </a:tabLst>
              <a:defRPr sz="2400">
                <a:solidFill>
                  <a:schemeClr val="tx1"/>
                </a:solidFill>
                <a:latin typeface="Consolas" panose="020B0609020204030204" pitchFamily="49" charset="0"/>
                <a:cs typeface="Consolas" panose="020B0609020204030204" pitchFamily="49" charset="0"/>
              </a:defRPr>
            </a:lvl3pPr>
            <a:lvl4pPr marL="814251" indent="0">
              <a:buNone/>
              <a:tabLst>
                <a:tab pos="799792" algn="l"/>
              </a:tabLst>
              <a:defRPr sz="2400">
                <a:solidFill>
                  <a:schemeClr val="tx1"/>
                </a:solidFill>
                <a:latin typeface="Consolas" panose="020B0609020204030204" pitchFamily="49" charset="0"/>
                <a:cs typeface="Consolas" panose="020B0609020204030204" pitchFamily="49" charset="0"/>
              </a:defRPr>
            </a:lvl4pPr>
            <a:lvl5pPr marL="1050593" indent="0">
              <a:buNone/>
              <a:tabLst>
                <a:tab pos="1028304"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739180110"/>
      </p:ext>
    </p:extLst>
  </p:cSld>
  <p:clrMapOvr>
    <a:masterClrMapping/>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de Bottom">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443" indent="0">
              <a:buNone/>
              <a:defRPr sz="2400">
                <a:solidFill>
                  <a:srgbClr val="2F2F2F"/>
                </a:solidFill>
                <a:latin typeface="Segoe UI" panose="020B0502040204020203" pitchFamily="34" charset="0"/>
                <a:cs typeface="Segoe UI" panose="020B0502040204020203" pitchFamily="34" charset="0"/>
              </a:defRPr>
            </a:lvl2pPr>
            <a:lvl3pPr marL="456888" indent="0">
              <a:buNone/>
              <a:defRPr/>
            </a:lvl3pPr>
            <a:lvl4pPr marL="685331" indent="0">
              <a:buNone/>
              <a:defRPr/>
            </a:lvl4pPr>
            <a:lvl5pPr marL="913775"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l" defTabSz="932114"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315"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208"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007"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280"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421864500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de Top">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l" defTabSz="932114"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315"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208"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007"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280"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443" indent="0">
              <a:buNone/>
              <a:defRPr sz="2400">
                <a:solidFill>
                  <a:srgbClr val="2F2F2F"/>
                </a:solidFill>
                <a:latin typeface="Segoe UI" panose="020B0502040204020203" pitchFamily="34" charset="0"/>
                <a:cs typeface="Segoe UI" panose="020B0502040204020203" pitchFamily="34" charset="0"/>
              </a:defRPr>
            </a:lvl2pPr>
            <a:lvl3pPr marL="456888" indent="0">
              <a:buNone/>
              <a:defRPr/>
            </a:lvl3pPr>
            <a:lvl4pPr marL="685331" indent="0">
              <a:buNone/>
              <a:defRPr/>
            </a:lvl4pPr>
            <a:lvl5pPr marL="913775" indent="0">
              <a:buNone/>
              <a:defRPr/>
            </a:lvl5pPr>
          </a:lstStyle>
          <a:p>
            <a:pPr lvl="0"/>
            <a:r>
              <a:rPr lang="en-US"/>
              <a:t>Click to edit text</a:t>
            </a:r>
          </a:p>
        </p:txBody>
      </p:sp>
    </p:spTree>
    <p:extLst>
      <p:ext uri="{BB962C8B-B14F-4D97-AF65-F5344CB8AC3E}">
        <p14:creationId xmlns:p14="http://schemas.microsoft.com/office/powerpoint/2010/main" val="208187268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de Right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5"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7"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6888" indent="0">
              <a:buNone/>
              <a:defRPr/>
            </a:lvl3pPr>
            <a:lvl4pPr marL="685331" indent="0">
              <a:buNone/>
              <a:defRPr/>
            </a:lvl4pPr>
            <a:lvl5pPr marL="913775"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l" defTabSz="932114"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2"/>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315"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208"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007"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280"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99746537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de Left s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l" defTabSz="932114"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51"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2"/>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201"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315"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208"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007"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280"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6888" indent="0">
              <a:buNone/>
              <a:defRPr/>
            </a:lvl3pPr>
            <a:lvl4pPr marL="685331" indent="0">
              <a:buNone/>
              <a:defRPr/>
            </a:lvl4pPr>
            <a:lvl5pPr marL="913775" indent="0">
              <a:buNone/>
              <a:defRPr/>
            </a:lvl5pPr>
          </a:lstStyle>
          <a:p>
            <a:pPr lvl="0"/>
            <a:r>
              <a:rPr lang="en-US"/>
              <a:t>Click to edit text</a:t>
            </a:r>
          </a:p>
        </p:txBody>
      </p:sp>
    </p:spTree>
    <p:extLst>
      <p:ext uri="{BB962C8B-B14F-4D97-AF65-F5344CB8AC3E}">
        <p14:creationId xmlns:p14="http://schemas.microsoft.com/office/powerpoint/2010/main" val="132863568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Demo slide">
    <p:bg>
      <p:bgPr>
        <a:solidFill>
          <a:srgbClr val="2A446F"/>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1F64A13-1480-A771-C5E0-989748C7DB46}"/>
              </a:ext>
            </a:extLst>
          </p:cNvPr>
          <p:cNvPicPr>
            <a:picLocks noChangeAspect="1"/>
          </p:cNvPicPr>
          <p:nvPr userDrawn="1"/>
        </p:nvPicPr>
        <p:blipFill>
          <a:blip r:embed="rId2"/>
          <a:srcRect/>
          <a:stretch/>
        </p:blipFill>
        <p:spPr>
          <a:xfrm>
            <a:off x="8449366" y="688"/>
            <a:ext cx="3742634" cy="6856622"/>
          </a:xfrm>
          <a:prstGeom prst="rect">
            <a:avLst/>
          </a:prstGeom>
        </p:spPr>
      </p:pic>
      <p:sp>
        <p:nvSpPr>
          <p:cNvPr id="2" name="Title 1"/>
          <p:cNvSpPr>
            <a:spLocks noGrp="1"/>
          </p:cNvSpPr>
          <p:nvPr>
            <p:ph type="title" hasCustomPrompt="1"/>
          </p:nvPr>
        </p:nvSpPr>
        <p:spPr>
          <a:xfrm>
            <a:off x="585216" y="2977825"/>
            <a:ext cx="9144000" cy="553998"/>
          </a:xfrm>
          <a:noFill/>
        </p:spPr>
        <p:txBody>
          <a:bodyPr lIns="0" tIns="0" rIns="0" bIns="0" anchor="b" anchorCtr="0">
            <a:spAutoFit/>
          </a:bodyPr>
          <a:lstStyle>
            <a:lvl1pPr algn="l" defTabSz="932384"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21"/>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12686853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Demo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5"/>
            <a:ext cx="9144000" cy="553998"/>
          </a:xfrm>
          <a:noFill/>
        </p:spPr>
        <p:txBody>
          <a:bodyPr lIns="0" tIns="0" rIns="0" bIns="0" anchor="b" anchorCtr="0">
            <a:spAutoFit/>
          </a:bodyPr>
          <a:lstStyle>
            <a:lvl1pPr algn="l" defTabSz="932384"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21"/>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4147900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ection Title">
    <p:bg>
      <p:bgPr>
        <a:solidFill>
          <a:srgbClr val="2A446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0D0199-9B4A-EF92-5063-6750098BCE42}"/>
              </a:ext>
            </a:extLst>
          </p:cNvPr>
          <p:cNvPicPr>
            <a:picLocks noChangeAspect="1"/>
          </p:cNvPicPr>
          <p:nvPr userDrawn="1"/>
        </p:nvPicPr>
        <p:blipFill>
          <a:blip r:embed="rId2"/>
          <a:srcRect/>
          <a:stretch/>
        </p:blipFill>
        <p:spPr>
          <a:xfrm>
            <a:off x="9700719" y="0"/>
            <a:ext cx="2490825" cy="6858000"/>
          </a:xfrm>
          <a:prstGeom prst="rect">
            <a:avLst/>
          </a:prstGeom>
        </p:spPr>
      </p:pic>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384"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42548844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ection Titl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384"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941449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07663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5342333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marL="0" marR="0" lvl="0" indent="0" algn="l" defTabSz="931932" rtl="0" eaLnBrk="0" fontAlgn="auto" latinLnBrk="0" hangingPunct="0">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FFFFFF"/>
                </a:solidFill>
                <a:effectLst/>
                <a:uLnTx/>
                <a:uFillTx/>
                <a:latin typeface="Segoe UI"/>
                <a:ea typeface="+mn-ea"/>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2" y="585790"/>
            <a:ext cx="1366245" cy="292608"/>
          </a:xfrm>
          <a:prstGeom prst="rect">
            <a:avLst/>
          </a:prstGeom>
        </p:spPr>
      </p:pic>
    </p:spTree>
    <p:extLst>
      <p:ext uri="{BB962C8B-B14F-4D97-AF65-F5344CB8AC3E}">
        <p14:creationId xmlns:p14="http://schemas.microsoft.com/office/powerpoint/2010/main" val="2397529650"/>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3" y="6269040"/>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199256714"/>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38650-56F0-68CB-C138-894DCB476C27}"/>
              </a:ext>
            </a:extLst>
          </p:cNvPr>
          <p:cNvSpPr>
            <a:spLocks noGrp="1"/>
          </p:cNvSpPr>
          <p:nvPr>
            <p:ph type="ctrTitle"/>
          </p:nvPr>
        </p:nvSpPr>
        <p:spPr>
          <a:xfrm>
            <a:off x="1524000" y="1663388"/>
            <a:ext cx="9144000" cy="1846575"/>
          </a:xfrm>
        </p:spPr>
        <p:txBody>
          <a:bodyPr anchor="b"/>
          <a:lstStyle>
            <a:lvl1pPr algn="ctr">
              <a:defRPr sz="5996"/>
            </a:lvl1pPr>
          </a:lstStyle>
          <a:p>
            <a:r>
              <a:rPr lang="en-US"/>
              <a:t>Click to edit Master title style</a:t>
            </a:r>
          </a:p>
        </p:txBody>
      </p:sp>
      <p:sp>
        <p:nvSpPr>
          <p:cNvPr id="3" name="Subtitle 2">
            <a:extLst>
              <a:ext uri="{FF2B5EF4-FFF2-40B4-BE49-F238E27FC236}">
                <a16:creationId xmlns:a16="http://schemas.microsoft.com/office/drawing/2014/main" id="{23FE6D98-AAF1-F1DD-E090-879E19AD9C00}"/>
              </a:ext>
            </a:extLst>
          </p:cNvPr>
          <p:cNvSpPr>
            <a:spLocks noGrp="1"/>
          </p:cNvSpPr>
          <p:nvPr>
            <p:ph type="subTitle" idx="1"/>
          </p:nvPr>
        </p:nvSpPr>
        <p:spPr>
          <a:xfrm>
            <a:off x="1524000" y="3602039"/>
            <a:ext cx="9144000" cy="369353"/>
          </a:xfrm>
        </p:spPr>
        <p:txBody>
          <a:bodyPr/>
          <a:lstStyle>
            <a:lvl1pPr marL="0" indent="0" algn="ctr">
              <a:buNone/>
              <a:defRPr sz="2400"/>
            </a:lvl1pPr>
            <a:lvl2pPr marL="457025" indent="0" algn="ctr">
              <a:buNone/>
              <a:defRPr sz="2000"/>
            </a:lvl2pPr>
            <a:lvl3pPr marL="914049" indent="0" algn="ctr">
              <a:buNone/>
              <a:defRPr sz="1800"/>
            </a:lvl3pPr>
            <a:lvl4pPr marL="1371074" indent="0" algn="ctr">
              <a:buNone/>
              <a:defRPr sz="1600"/>
            </a:lvl4pPr>
            <a:lvl5pPr marL="1828098" indent="0" algn="ctr">
              <a:buNone/>
              <a:defRPr sz="1600"/>
            </a:lvl5pPr>
            <a:lvl6pPr marL="2285122" indent="0" algn="ctr">
              <a:buNone/>
              <a:defRPr sz="1600"/>
            </a:lvl6pPr>
            <a:lvl7pPr marL="2742147" indent="0" algn="ctr">
              <a:buNone/>
              <a:defRPr sz="1600"/>
            </a:lvl7pPr>
            <a:lvl8pPr marL="3199171" indent="0" algn="ctr">
              <a:buNone/>
              <a:defRPr sz="1600"/>
            </a:lvl8pPr>
            <a:lvl9pPr marL="3656195"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131BB77-9610-29D8-A007-222F812725BE}"/>
              </a:ext>
            </a:extLst>
          </p:cNvPr>
          <p:cNvSpPr>
            <a:spLocks noGrp="1"/>
          </p:cNvSpPr>
          <p:nvPr>
            <p:ph type="dt" sz="half" idx="10"/>
          </p:nvPr>
        </p:nvSpPr>
        <p:spPr/>
        <p:txBody>
          <a:bodyPr/>
          <a:lstStyle/>
          <a:p>
            <a:pPr defTabSz="914049">
              <a:defRPr/>
            </a:pPr>
            <a:fld id="{DB8F75B8-0206-4047-A67E-213EEEB5FDEC}" type="datetimeFigureOut">
              <a:rPr lang="en-US" smtClean="0">
                <a:solidFill>
                  <a:srgbClr val="FFFFFF"/>
                </a:solidFill>
              </a:rPr>
              <a:pPr defTabSz="914049">
                <a:defRPr/>
              </a:pPr>
              <a:t>9/28/2026</a:t>
            </a:fld>
            <a:endParaRPr lang="en-US">
              <a:solidFill>
                <a:srgbClr val="FFFFFF"/>
              </a:solidFill>
            </a:endParaRPr>
          </a:p>
        </p:txBody>
      </p:sp>
      <p:sp>
        <p:nvSpPr>
          <p:cNvPr id="5" name="Footer Placeholder 4">
            <a:extLst>
              <a:ext uri="{FF2B5EF4-FFF2-40B4-BE49-F238E27FC236}">
                <a16:creationId xmlns:a16="http://schemas.microsoft.com/office/drawing/2014/main" id="{A7E5F1FF-FBD1-DFE9-0D16-EF671E8F6B3B}"/>
              </a:ext>
            </a:extLst>
          </p:cNvPr>
          <p:cNvSpPr>
            <a:spLocks noGrp="1"/>
          </p:cNvSpPr>
          <p:nvPr>
            <p:ph type="ftr" sz="quarter" idx="11"/>
          </p:nvPr>
        </p:nvSpPr>
        <p:spPr/>
        <p:txBody>
          <a:bodyPr/>
          <a:lstStyle/>
          <a:p>
            <a:pPr defTabSz="914049">
              <a:defRPr/>
            </a:pPr>
            <a:endParaRPr lang="en-US">
              <a:solidFill>
                <a:srgbClr val="FFFFFF"/>
              </a:solidFill>
            </a:endParaRPr>
          </a:p>
        </p:txBody>
      </p:sp>
      <p:sp>
        <p:nvSpPr>
          <p:cNvPr id="6" name="Slide Number Placeholder 5">
            <a:extLst>
              <a:ext uri="{FF2B5EF4-FFF2-40B4-BE49-F238E27FC236}">
                <a16:creationId xmlns:a16="http://schemas.microsoft.com/office/drawing/2014/main" id="{9A037BAD-D5BB-6DA2-7F22-89917C98CEF5}"/>
              </a:ext>
            </a:extLst>
          </p:cNvPr>
          <p:cNvSpPr>
            <a:spLocks noGrp="1"/>
          </p:cNvSpPr>
          <p:nvPr>
            <p:ph type="sldNum" sz="quarter" idx="12"/>
          </p:nvPr>
        </p:nvSpPr>
        <p:spPr/>
        <p:txBody>
          <a:bodyPr/>
          <a:lstStyle/>
          <a:p>
            <a:pPr defTabSz="914049">
              <a:defRPr/>
            </a:pPr>
            <a:fld id="{0A44C6BE-DF8D-4FD8-8300-CB623C48072B}" type="slidenum">
              <a:rPr lang="en-US" smtClean="0">
                <a:solidFill>
                  <a:srgbClr val="FFFFFF"/>
                </a:solidFill>
              </a:rPr>
              <a:pPr defTabSz="914049">
                <a:defRPr/>
              </a:pPr>
              <a:t>‹#›</a:t>
            </a:fld>
            <a:endParaRPr lang="en-US">
              <a:solidFill>
                <a:srgbClr val="FFFFFF"/>
              </a:solidFill>
            </a:endParaRPr>
          </a:p>
        </p:txBody>
      </p:sp>
    </p:spTree>
    <p:extLst>
      <p:ext uri="{BB962C8B-B14F-4D97-AF65-F5344CB8AC3E}">
        <p14:creationId xmlns:p14="http://schemas.microsoft.com/office/powerpoint/2010/main" val="2654340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plain white">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5452722"/>
      </p:ext>
    </p:extLst>
  </p:cSld>
  <p:clrMapOvr>
    <a:overrideClrMapping bg1="dk1" tx1="lt1" bg2="dk2" tx2="lt2" accent1="accent1" accent2="accent2" accent3="accent3" accent4="accent4" accent5="accent5" accent6="accent6" hlink="hlink" folHlink="folHlink"/>
  </p:clrMapOvr>
  <p:transition spd="slow">
    <p:fade/>
  </p:transition>
  <p:extLst>
    <p:ext uri="{DCECCB84-F9BA-43D5-87BE-67443E8EF086}">
      <p15:sldGuideLst xmlns:p15="http://schemas.microsoft.com/office/powerpoint/2012/main">
        <p15:guide id="2" orient="horz" pos="2496">
          <p15:clr>
            <a:srgbClr val="5ACBF0"/>
          </p15:clr>
        </p15:guide>
        <p15:guide id="3" pos="3355">
          <p15:clr>
            <a:srgbClr val="FBAE4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ex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Heading Segoe UI </a:t>
            </a:r>
            <a:r>
              <a:rPr lang="en-US" err="1"/>
              <a:t>Semibold</a:t>
            </a:r>
            <a:r>
              <a:rPr lang="en-US"/>
              <a:t> 28/32</a:t>
            </a:r>
          </a:p>
        </p:txBody>
      </p:sp>
      <p:sp>
        <p:nvSpPr>
          <p:cNvPr id="18" name="Text Box 3">
            <a:extLst>
              <a:ext uri="{FF2B5EF4-FFF2-40B4-BE49-F238E27FC236}">
                <a16:creationId xmlns:a16="http://schemas.microsoft.com/office/drawing/2014/main" id="{19F02595-114B-2D46-ABDC-5E65D166807C}"/>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Segoe UI" pitchFamily="34" charset="0"/>
              </a:rPr>
              <a:t>©Microsoft Corporation									                                                                                                                                             Azure </a:t>
            </a:r>
          </a:p>
        </p:txBody>
      </p:sp>
      <p:sp>
        <p:nvSpPr>
          <p:cNvPr id="7" name="Text Placeholder 3">
            <a:extLst>
              <a:ext uri="{FF2B5EF4-FFF2-40B4-BE49-F238E27FC236}">
                <a16:creationId xmlns:a16="http://schemas.microsoft.com/office/drawing/2014/main" id="{FEE1E43F-C091-614B-AA20-F39D0AACAA1C}"/>
              </a:ext>
            </a:extLst>
          </p:cNvPr>
          <p:cNvSpPr>
            <a:spLocks noGrp="1"/>
          </p:cNvSpPr>
          <p:nvPr>
            <p:ph type="body" sz="quarter" idx="10" hasCustomPrompt="1"/>
          </p:nvPr>
        </p:nvSpPr>
        <p:spPr>
          <a:xfrm>
            <a:off x="455996" y="1922586"/>
            <a:ext cx="9384447" cy="3365537"/>
          </a:xfrm>
          <a:prstGeom prst="rect">
            <a:avLst/>
          </a:prstGeom>
        </p:spPr>
        <p:txBody>
          <a:bodyPr wrap="square" lIns="0" tIns="0" rIns="0" bIns="0">
            <a:spAutoFit/>
          </a:bodyPr>
          <a:lstStyle>
            <a:lvl1pPr marL="336080" marR="0" indent="-336080" algn="l" defTabSz="914192" rtl="0" eaLnBrk="1" fontAlgn="auto" latinLnBrk="0" hangingPunct="1">
              <a:lnSpc>
                <a:spcPts val="2353"/>
              </a:lnSpc>
              <a:spcBef>
                <a:spcPts val="0"/>
              </a:spcBef>
              <a:spcAft>
                <a:spcPts val="0"/>
              </a:spcAft>
              <a:buClrTx/>
              <a:buSzPct val="90000"/>
              <a:buFont typeface="Arial" panose="020B0604020202020204" pitchFamily="34" charset="0"/>
              <a:buChar char="•"/>
              <a:tabLst/>
              <a:defRPr lang="en-US" sz="1961" kern="1200" spc="0" baseline="0" dirty="0">
                <a:solidFill>
                  <a:srgbClr val="000000"/>
                </a:solidFill>
                <a:latin typeface="+mn-lt"/>
                <a:ea typeface="+mn-ea"/>
                <a:cs typeface="+mn-cs"/>
              </a:defRPr>
            </a:lvl1pPr>
            <a:lvl2pPr marL="224054" indent="0">
              <a:buNone/>
              <a:defRPr/>
            </a:lvl2pPr>
            <a:lvl3pPr marL="448107" indent="0">
              <a:buNone/>
              <a:defRPr/>
            </a:lvl3pPr>
            <a:lvl4pPr marL="672161" indent="0">
              <a:buNone/>
              <a:defRPr/>
            </a:lvl4pPr>
            <a:lvl5pPr marL="896214" indent="0">
              <a:buNone/>
              <a:defRPr/>
            </a:lvl5pPr>
          </a:lstStyle>
          <a:p>
            <a:pPr lvl="0"/>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br>
              <a:rPr lang="en-US"/>
            </a:br>
            <a:endParaRPr lang="en-US"/>
          </a:p>
          <a:p>
            <a:pPr marL="336080" marR="0" lvl="0" indent="-336080" algn="l" defTabSz="914192" rtl="0" eaLnBrk="1" fontAlgn="auto" latinLnBrk="0" hangingPunct="1">
              <a:lnSpc>
                <a:spcPts val="2353"/>
              </a:lnSpc>
              <a:spcBef>
                <a:spcPts val="0"/>
              </a:spcBef>
              <a:spcAft>
                <a:spcPts val="0"/>
              </a:spcAft>
              <a:buClrTx/>
              <a:buSzPct val="90000"/>
              <a:buFont typeface="Arial" panose="020B0604020202020204" pitchFamily="34" charset="0"/>
              <a:buChar char="•"/>
              <a:tabLst/>
              <a:defRPr/>
            </a:pPr>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br>
              <a:rPr lang="en-US"/>
            </a:br>
            <a:endParaRPr lang="en-US"/>
          </a:p>
          <a:p>
            <a:pPr marL="336080" marR="0" lvl="0" indent="-336080" algn="l" defTabSz="914192" rtl="0" eaLnBrk="1" fontAlgn="auto" latinLnBrk="0" hangingPunct="1">
              <a:lnSpc>
                <a:spcPts val="2353"/>
              </a:lnSpc>
              <a:spcBef>
                <a:spcPts val="0"/>
              </a:spcBef>
              <a:spcAft>
                <a:spcPts val="0"/>
              </a:spcAft>
              <a:buClrTx/>
              <a:buSzPct val="90000"/>
              <a:buFont typeface="Arial" panose="020B0604020202020204" pitchFamily="34" charset="0"/>
              <a:buChar char="•"/>
              <a:tabLst/>
              <a:defRPr/>
            </a:pPr>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endParaRPr lang="en-US"/>
          </a:p>
          <a:p>
            <a:pPr lvl="0"/>
            <a:endParaRPr lang="en-US"/>
          </a:p>
          <a:p>
            <a:pPr lvl="0"/>
            <a:endParaRPr lang="en-US"/>
          </a:p>
          <a:p>
            <a:pPr lvl="0"/>
            <a:endParaRPr lang="en-US"/>
          </a:p>
        </p:txBody>
      </p:sp>
    </p:spTree>
    <p:extLst>
      <p:ext uri="{BB962C8B-B14F-4D97-AF65-F5344CB8AC3E}">
        <p14:creationId xmlns:p14="http://schemas.microsoft.com/office/powerpoint/2010/main" val="2686457190"/>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1_Stats - 4 stats">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6408263" y="2593912"/>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3841"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 name="Text Placeholder 4">
            <a:extLst>
              <a:ext uri="{FF2B5EF4-FFF2-40B4-BE49-F238E27FC236}">
                <a16:creationId xmlns:a16="http://schemas.microsoft.com/office/drawing/2014/main" id="{C8B2DAB2-E406-C226-C7A1-F55EFB60C685}"/>
              </a:ext>
            </a:extLst>
          </p:cNvPr>
          <p:cNvSpPr>
            <a:spLocks noGrp="1"/>
          </p:cNvSpPr>
          <p:nvPr>
            <p:ph type="body" sz="quarter" idx="13" hasCustomPrompt="1"/>
          </p:nvPr>
        </p:nvSpPr>
        <p:spPr>
          <a:xfrm>
            <a:off x="584200" y="6138443"/>
            <a:ext cx="9144000" cy="169277"/>
          </a:xfrm>
          <a:noFill/>
        </p:spPr>
        <p:txBody>
          <a:bodyPr wrap="square" lIns="0" tIns="0" rIns="0" bIns="0">
            <a:spAutoFit/>
          </a:bodyPr>
          <a:lstStyle>
            <a:lvl1pPr marL="0" indent="0">
              <a:spcBef>
                <a:spcPts val="0"/>
              </a:spcBef>
              <a:buNone/>
              <a:defRPr sz="1100" spc="0" baseline="0">
                <a:solidFill>
                  <a:schemeClr val="tx1"/>
                </a:solidFill>
                <a:latin typeface="+mn-lt"/>
                <a:cs typeface="Segoe UI" panose="020B0502040204020203" pitchFamily="34" charset="0"/>
              </a:defRPr>
            </a:lvl1pPr>
          </a:lstStyle>
          <a:p>
            <a:pPr lvl="0"/>
            <a:r>
              <a:rPr lang="en-US"/>
              <a:t>Source:  Footnote</a:t>
            </a:r>
          </a:p>
        </p:txBody>
      </p:sp>
      <p:sp>
        <p:nvSpPr>
          <p:cNvPr id="9" name="Title 1"/>
          <p:cNvSpPr>
            <a:spLocks noGrp="1"/>
          </p:cNvSpPr>
          <p:nvPr userDrawn="1">
            <p:ph type="title" hasCustomPrompt="1"/>
          </p:nvPr>
        </p:nvSpPr>
        <p:spPr>
          <a:xfrm>
            <a:off x="584202" y="1949505"/>
            <a:ext cx="4001052" cy="2708434"/>
          </a:xfrm>
          <a:noFill/>
        </p:spPr>
        <p:txBody>
          <a:bodyPr vert="horz" wrap="square" lIns="0" tIns="0" rIns="0" bIns="0" rtlCol="0" anchor="ctr" anchorCtr="0">
            <a:spAutoFit/>
          </a:bodyPr>
          <a:lstStyle>
            <a:lvl1pPr>
              <a:defRPr lang="en-US" sz="4400" dirty="0">
                <a:solidFill>
                  <a:schemeClr val="tx1"/>
                </a:solidFill>
                <a:latin typeface="Segoe UI Semibold" panose="020B0702040204020203" pitchFamily="34" charset="0"/>
                <a:cs typeface="Segoe UI Semibold" panose="020B0702040204020203" pitchFamily="34" charset="0"/>
              </a:defRPr>
            </a:lvl1pPr>
          </a:lstStyle>
          <a:p>
            <a:pPr lvl="0"/>
            <a:r>
              <a:rPr lang="en-US"/>
              <a:t>Insert subheading</a:t>
            </a:r>
            <a:br>
              <a:rPr lang="en-US"/>
            </a:br>
            <a:r>
              <a:rPr lang="en-US"/>
              <a:t>related to these</a:t>
            </a:r>
            <a:br>
              <a:rPr lang="en-US"/>
            </a:br>
            <a:r>
              <a:rPr lang="en-US"/>
              <a:t>four stats</a:t>
            </a:r>
          </a:p>
        </p:txBody>
      </p:sp>
      <p:sp>
        <p:nvSpPr>
          <p:cNvPr id="21" name="Text Placeholder 4">
            <a:extLst>
              <a:ext uri="{FF2B5EF4-FFF2-40B4-BE49-F238E27FC236}">
                <a16:creationId xmlns:a16="http://schemas.microsoft.com/office/drawing/2014/main" id="{813099B2-2129-039A-2767-165420C12524}"/>
              </a:ext>
            </a:extLst>
          </p:cNvPr>
          <p:cNvSpPr>
            <a:spLocks noGrp="1"/>
          </p:cNvSpPr>
          <p:nvPr>
            <p:ph type="body" sz="quarter" idx="14" hasCustomPrompt="1"/>
          </p:nvPr>
        </p:nvSpPr>
        <p:spPr>
          <a:xfrm>
            <a:off x="6408265" y="1497079"/>
            <a:ext cx="1986441" cy="1107996"/>
          </a:xfrm>
          <a:noFill/>
        </p:spPr>
        <p:txBody>
          <a:bodyPr wrap="square" lIns="0" tIns="0" rIns="0" bIns="0">
            <a:spAutoFit/>
          </a:bodyPr>
          <a:lstStyle>
            <a:lvl1pPr marL="0" indent="0">
              <a:spcBef>
                <a:spcPts val="0"/>
              </a:spcBef>
              <a:buNone/>
              <a:defRPr sz="7196"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25%</a:t>
            </a:r>
          </a:p>
        </p:txBody>
      </p:sp>
      <p:sp>
        <p:nvSpPr>
          <p:cNvPr id="25" name="Text Placeholder 4">
            <a:extLst>
              <a:ext uri="{FF2B5EF4-FFF2-40B4-BE49-F238E27FC236}">
                <a16:creationId xmlns:a16="http://schemas.microsoft.com/office/drawing/2014/main" id="{409B7551-B84E-357E-0A6D-3D01BC60F254}"/>
              </a:ext>
            </a:extLst>
          </p:cNvPr>
          <p:cNvSpPr>
            <a:spLocks noGrp="1"/>
          </p:cNvSpPr>
          <p:nvPr>
            <p:ph type="body" sz="quarter" idx="15" hasCustomPrompt="1"/>
          </p:nvPr>
        </p:nvSpPr>
        <p:spPr>
          <a:xfrm>
            <a:off x="9148843" y="2593912"/>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3841"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6" name="Text Placeholder 4">
            <a:extLst>
              <a:ext uri="{FF2B5EF4-FFF2-40B4-BE49-F238E27FC236}">
                <a16:creationId xmlns:a16="http://schemas.microsoft.com/office/drawing/2014/main" id="{EFF06BA3-3BAA-1074-85B9-B606438A8F9E}"/>
              </a:ext>
            </a:extLst>
          </p:cNvPr>
          <p:cNvSpPr>
            <a:spLocks noGrp="1"/>
          </p:cNvSpPr>
          <p:nvPr>
            <p:ph type="body" sz="quarter" idx="16" hasCustomPrompt="1"/>
          </p:nvPr>
        </p:nvSpPr>
        <p:spPr>
          <a:xfrm>
            <a:off x="9148845" y="1497079"/>
            <a:ext cx="1986441" cy="1107996"/>
          </a:xfrm>
          <a:noFill/>
        </p:spPr>
        <p:txBody>
          <a:bodyPr wrap="square" lIns="0" tIns="0" rIns="0" bIns="0">
            <a:spAutoFit/>
          </a:bodyPr>
          <a:lstStyle>
            <a:lvl1pPr marL="0" indent="0">
              <a:spcBef>
                <a:spcPts val="0"/>
              </a:spcBef>
              <a:buNone/>
              <a:defRPr sz="7196"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62%</a:t>
            </a:r>
          </a:p>
        </p:txBody>
      </p:sp>
      <p:sp>
        <p:nvSpPr>
          <p:cNvPr id="27" name="Text Placeholder 4">
            <a:extLst>
              <a:ext uri="{FF2B5EF4-FFF2-40B4-BE49-F238E27FC236}">
                <a16:creationId xmlns:a16="http://schemas.microsoft.com/office/drawing/2014/main" id="{DAF3389C-C772-F76C-525F-79C9628C93DA}"/>
              </a:ext>
            </a:extLst>
          </p:cNvPr>
          <p:cNvSpPr>
            <a:spLocks noGrp="1"/>
          </p:cNvSpPr>
          <p:nvPr>
            <p:ph type="body" sz="quarter" idx="17" hasCustomPrompt="1"/>
          </p:nvPr>
        </p:nvSpPr>
        <p:spPr>
          <a:xfrm>
            <a:off x="6408263" y="4732300"/>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3841"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8" name="Text Placeholder 4">
            <a:extLst>
              <a:ext uri="{FF2B5EF4-FFF2-40B4-BE49-F238E27FC236}">
                <a16:creationId xmlns:a16="http://schemas.microsoft.com/office/drawing/2014/main" id="{583FBD10-C4E7-6215-D18A-853EF9F8360A}"/>
              </a:ext>
            </a:extLst>
          </p:cNvPr>
          <p:cNvSpPr>
            <a:spLocks noGrp="1"/>
          </p:cNvSpPr>
          <p:nvPr>
            <p:ph type="body" sz="quarter" idx="18" hasCustomPrompt="1"/>
          </p:nvPr>
        </p:nvSpPr>
        <p:spPr>
          <a:xfrm>
            <a:off x="6408265" y="3635467"/>
            <a:ext cx="1986441" cy="1107996"/>
          </a:xfrm>
          <a:noFill/>
        </p:spPr>
        <p:txBody>
          <a:bodyPr wrap="square" lIns="0" tIns="0" rIns="0" bIns="0">
            <a:spAutoFit/>
          </a:bodyPr>
          <a:lstStyle>
            <a:lvl1pPr marL="0" indent="0">
              <a:spcBef>
                <a:spcPts val="0"/>
              </a:spcBef>
              <a:buNone/>
              <a:defRPr sz="7196"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98%</a:t>
            </a:r>
          </a:p>
        </p:txBody>
      </p:sp>
      <p:sp>
        <p:nvSpPr>
          <p:cNvPr id="29" name="Text Placeholder 4">
            <a:extLst>
              <a:ext uri="{FF2B5EF4-FFF2-40B4-BE49-F238E27FC236}">
                <a16:creationId xmlns:a16="http://schemas.microsoft.com/office/drawing/2014/main" id="{66F2B96E-2D44-A7BB-8BF0-282A68FE1CC9}"/>
              </a:ext>
            </a:extLst>
          </p:cNvPr>
          <p:cNvSpPr>
            <a:spLocks noGrp="1"/>
          </p:cNvSpPr>
          <p:nvPr>
            <p:ph type="body" sz="quarter" idx="19" hasCustomPrompt="1"/>
          </p:nvPr>
        </p:nvSpPr>
        <p:spPr>
          <a:xfrm>
            <a:off x="9148843" y="4732300"/>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3841"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0" name="Text Placeholder 4">
            <a:extLst>
              <a:ext uri="{FF2B5EF4-FFF2-40B4-BE49-F238E27FC236}">
                <a16:creationId xmlns:a16="http://schemas.microsoft.com/office/drawing/2014/main" id="{659B3A17-0571-55CB-4C15-3E3B6424B5FC}"/>
              </a:ext>
            </a:extLst>
          </p:cNvPr>
          <p:cNvSpPr>
            <a:spLocks noGrp="1"/>
          </p:cNvSpPr>
          <p:nvPr>
            <p:ph type="body" sz="quarter" idx="20" hasCustomPrompt="1"/>
          </p:nvPr>
        </p:nvSpPr>
        <p:spPr>
          <a:xfrm>
            <a:off x="9148845" y="3635467"/>
            <a:ext cx="1986441" cy="1107996"/>
          </a:xfrm>
          <a:noFill/>
        </p:spPr>
        <p:txBody>
          <a:bodyPr wrap="square" lIns="0" tIns="0" rIns="0" bIns="0">
            <a:spAutoFit/>
          </a:bodyPr>
          <a:lstStyle>
            <a:lvl1pPr marL="0" indent="0">
              <a:spcBef>
                <a:spcPts val="0"/>
              </a:spcBef>
              <a:buNone/>
              <a:defRPr sz="7196"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35%</a:t>
            </a:r>
          </a:p>
        </p:txBody>
      </p:sp>
    </p:spTree>
    <p:extLst>
      <p:ext uri="{BB962C8B-B14F-4D97-AF65-F5344CB8AC3E}">
        <p14:creationId xmlns:p14="http://schemas.microsoft.com/office/powerpoint/2010/main" val="1315842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5_Title and Content">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B79CB828-C32F-46DD-8578-DCEBAC8C60BD}"/>
              </a:ext>
            </a:extLst>
          </p:cNvPr>
          <p:cNvSpPr>
            <a:spLocks noGrp="1"/>
          </p:cNvSpPr>
          <p:nvPr>
            <p:ph type="title" hasCustomPrompt="1"/>
          </p:nvPr>
        </p:nvSpPr>
        <p:spPr>
          <a:xfrm>
            <a:off x="440695" y="574768"/>
            <a:ext cx="11301984" cy="554061"/>
          </a:xfrm>
        </p:spPr>
        <p:txBody>
          <a:bodyPr/>
          <a:lstStyle/>
          <a:p>
            <a:r>
              <a:rPr lang="en-US"/>
              <a:t>Click to insert Headline (max 1 line)</a:t>
            </a:r>
          </a:p>
        </p:txBody>
      </p:sp>
      <p:sp>
        <p:nvSpPr>
          <p:cNvPr id="6" name="Title 6">
            <a:extLst>
              <a:ext uri="{FF2B5EF4-FFF2-40B4-BE49-F238E27FC236}">
                <a16:creationId xmlns:a16="http://schemas.microsoft.com/office/drawing/2014/main" id="{372BEC78-608F-43A8-B4A4-F6B0E7CEB1C0}"/>
              </a:ext>
            </a:extLst>
          </p:cNvPr>
          <p:cNvSpPr txBox="1">
            <a:spLocks/>
          </p:cNvSpPr>
          <p:nvPr userDrawn="1"/>
        </p:nvSpPr>
        <p:spPr>
          <a:xfrm>
            <a:off x="440697" y="1"/>
            <a:ext cx="8683507" cy="574767"/>
          </a:xfrm>
          <a:prstGeom prst="rect">
            <a:avLst/>
          </a:prstGeom>
        </p:spPr>
        <p:txBody>
          <a:bodyPr vert="horz" lIns="0" tIns="0" rIns="0" bIns="0" rtlCol="0" anchor="ctr">
            <a:noAutofit/>
          </a:bodyPr>
          <a:lstStyle>
            <a:defPPr>
              <a:defRPr lang="en-US"/>
            </a:defPPr>
            <a:lvl1pPr>
              <a:spcBef>
                <a:spcPct val="0"/>
              </a:spcBef>
              <a:buNone/>
              <a:defRPr sz="3200" b="1">
                <a:solidFill>
                  <a:srgbClr val="4F4F4F"/>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en-US" sz="3200"/>
              <a:t>IDC’s Take</a:t>
            </a:r>
          </a:p>
        </p:txBody>
      </p:sp>
      <p:sp>
        <p:nvSpPr>
          <p:cNvPr id="10" name="Text Placeholder 3">
            <a:extLst>
              <a:ext uri="{FF2B5EF4-FFF2-40B4-BE49-F238E27FC236}">
                <a16:creationId xmlns:a16="http://schemas.microsoft.com/office/drawing/2014/main" id="{A4977B07-926D-4167-AD63-42592326845A}"/>
              </a:ext>
            </a:extLst>
          </p:cNvPr>
          <p:cNvSpPr>
            <a:spLocks noGrp="1"/>
          </p:cNvSpPr>
          <p:nvPr>
            <p:ph idx="1" hasCustomPrompt="1"/>
          </p:nvPr>
        </p:nvSpPr>
        <p:spPr>
          <a:xfrm>
            <a:off x="440695" y="1267316"/>
            <a:ext cx="11301984" cy="4937760"/>
          </a:xfrm>
          <a:prstGeom prst="rect">
            <a:avLst/>
          </a:prstGeom>
        </p:spPr>
        <p:txBody>
          <a:bodyPr vert="horz" lIns="0" tIns="0" rIns="0" bIns="0" rtlCol="0">
            <a:normAutofit/>
          </a:bodyPr>
          <a:lstStyle>
            <a:lvl1pPr>
              <a:defRPr sz="2000"/>
            </a:lvl1pPr>
            <a:lvl2pPr>
              <a:defRPr sz="1800"/>
            </a:lvl2pPr>
            <a:lvl3pPr>
              <a:defRPr sz="1600"/>
            </a:lvl3pPr>
            <a:lvl4pPr>
              <a:defRPr sz="1400"/>
            </a:lvl4pPr>
            <a:lvl5pPr>
              <a:defRPr sz="1200"/>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8" name="Text Placeholder 3">
            <a:extLst>
              <a:ext uri="{FF2B5EF4-FFF2-40B4-BE49-F238E27FC236}">
                <a16:creationId xmlns:a16="http://schemas.microsoft.com/office/drawing/2014/main" id="{8B34E132-161E-49A7-8383-7849F23DE76D}"/>
              </a:ext>
            </a:extLst>
          </p:cNvPr>
          <p:cNvSpPr>
            <a:spLocks noGrp="1"/>
          </p:cNvSpPr>
          <p:nvPr>
            <p:ph type="body" sz="quarter" idx="41" hasCustomPrompt="1"/>
          </p:nvPr>
        </p:nvSpPr>
        <p:spPr>
          <a:xfrm>
            <a:off x="1739137" y="6400154"/>
            <a:ext cx="10003542" cy="153902"/>
          </a:xfrm>
        </p:spPr>
        <p:txBody>
          <a:bodyPr vert="horz" lIns="0" tIns="0" rIns="0" bIns="0" rtlCol="0" anchor="b"/>
          <a:lstStyle>
            <a:lvl1pPr>
              <a:spcBef>
                <a:spcPts val="0"/>
              </a:spcBef>
              <a:defRPr lang="fr-FR" sz="1000" dirty="0" smtClean="0">
                <a:latin typeface="+mn-lt"/>
                <a:ea typeface="+mn-ea"/>
                <a:cs typeface="+mn-cs"/>
              </a:defRPr>
            </a:lvl1pPr>
          </a:lstStyle>
          <a:p>
            <a:pPr lvl="0"/>
            <a:r>
              <a:rPr lang="fr-FR"/>
              <a:t>Click to </a:t>
            </a:r>
            <a:r>
              <a:rPr lang="fr-FR" err="1"/>
              <a:t>add</a:t>
            </a:r>
            <a:r>
              <a:rPr lang="fr-FR"/>
              <a:t> </a:t>
            </a:r>
            <a:r>
              <a:rPr lang="fr-FR" err="1"/>
              <a:t>text</a:t>
            </a:r>
            <a:endParaRPr lang="fr-FR"/>
          </a:p>
        </p:txBody>
      </p:sp>
    </p:spTree>
    <p:extLst>
      <p:ext uri="{BB962C8B-B14F-4D97-AF65-F5344CB8AC3E}">
        <p14:creationId xmlns:p14="http://schemas.microsoft.com/office/powerpoint/2010/main" val="416615765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1_Title and text side by side 2">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B8A973F1-C54B-4D68-8CD3-42603664BB73}"/>
              </a:ext>
            </a:extLst>
          </p:cNvPr>
          <p:cNvSpPr>
            <a:spLocks noGrp="1"/>
          </p:cNvSpPr>
          <p:nvPr>
            <p:ph type="title"/>
          </p:nvPr>
        </p:nvSpPr>
        <p:spPr>
          <a:xfrm>
            <a:off x="584202" y="1878183"/>
            <a:ext cx="3701553" cy="1108121"/>
          </a:xfrm>
        </p:spPr>
        <p:txBody>
          <a:bodyPr anchor="b"/>
          <a:lstStyle>
            <a:lvl1pPr algn="l">
              <a:defRPr>
                <a:solidFill>
                  <a:schemeClr val="tx1"/>
                </a:solidFill>
              </a:defRPr>
            </a:lvl1pPr>
          </a:lstStyle>
          <a:p>
            <a:r>
              <a:rPr lang="en-US"/>
              <a:t>Click to edit Master</a:t>
            </a:r>
          </a:p>
        </p:txBody>
      </p:sp>
      <p:sp>
        <p:nvSpPr>
          <p:cNvPr id="6" name="TextBox 5">
            <a:extLst>
              <a:ext uri="{FF2B5EF4-FFF2-40B4-BE49-F238E27FC236}">
                <a16:creationId xmlns:a16="http://schemas.microsoft.com/office/drawing/2014/main" id="{A1DC2181-37AB-40A3-B61C-1DE7DBB57D6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8" name="Text Placeholder 6">
            <a:extLst>
              <a:ext uri="{FF2B5EF4-FFF2-40B4-BE49-F238E27FC236}">
                <a16:creationId xmlns:a16="http://schemas.microsoft.com/office/drawing/2014/main" id="{F0A611E8-C659-47FB-BDFD-0961C0B8A0E4}"/>
              </a:ext>
            </a:extLst>
          </p:cNvPr>
          <p:cNvSpPr>
            <a:spLocks noGrp="1"/>
          </p:cNvSpPr>
          <p:nvPr>
            <p:ph type="body" sz="quarter" idx="12"/>
          </p:nvPr>
        </p:nvSpPr>
        <p:spPr>
          <a:xfrm>
            <a:off x="4941890" y="2548710"/>
            <a:ext cx="6667497" cy="1757404"/>
          </a:xfrm>
        </p:spPr>
        <p:txBody>
          <a:bodyPr anchor="ctr"/>
          <a:lstStyle>
            <a:lvl1pPr>
              <a:spcBef>
                <a:spcPts val="1200"/>
              </a:spcBef>
              <a:defRPr sz="2000">
                <a:solidFill>
                  <a:schemeClr val="accent2">
                    <a:lumMod val="60000"/>
                    <a:lumOff val="40000"/>
                  </a:schemeClr>
                </a:solidFill>
              </a:defRPr>
            </a:lvl1pPr>
            <a:lvl2pPr>
              <a:spcBef>
                <a:spcPts val="0"/>
              </a:spcBef>
              <a:spcAft>
                <a:spcPts val="600"/>
              </a:spcAft>
              <a:defRPr sz="1400">
                <a:solidFill>
                  <a:schemeClr val="tx1"/>
                </a:solidFill>
              </a:defRPr>
            </a:lvl2pPr>
            <a:lvl3pPr marL="172971" indent="-172971">
              <a:spcBef>
                <a:spcPts val="600"/>
              </a:spcBef>
              <a:spcAft>
                <a:spcPts val="600"/>
              </a:spcAft>
              <a:buFont typeface="Arial" panose="020B0604020202020204" pitchFamily="34" charset="0"/>
              <a:buChar char="•"/>
              <a:defRPr sz="1400">
                <a:solidFill>
                  <a:schemeClr val="tx1"/>
                </a:solidFill>
              </a:defRPr>
            </a:lvl3pPr>
            <a:lvl4pPr>
              <a:spcBef>
                <a:spcPts val="2400"/>
              </a:spcBef>
              <a:defRPr sz="1400">
                <a:solidFill>
                  <a:schemeClr val="accent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1242294"/>
      </p:ext>
    </p:extLst>
  </p:cSld>
  <p:clrMapOvr>
    <a:masterClrMapping/>
  </p:clrMapOvr>
  <p:transition>
    <p:fade/>
  </p:transition>
  <p:extLst>
    <p:ext uri="{DCECCB84-F9BA-43D5-87BE-67443E8EF086}">
      <p15:sldGuideLst xmlns:p15="http://schemas.microsoft.com/office/powerpoint/2012/main">
        <p15:guide id="13" pos="2736">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1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A8A3552-8A78-4297-930A-B590D2F2070A}"/>
              </a:ext>
            </a:extLst>
          </p:cNvPr>
          <p:cNvSpPr>
            <a:spLocks noGrp="1"/>
          </p:cNvSpPr>
          <p:nvPr>
            <p:ph type="sldNum" sz="quarter" idx="10"/>
          </p:nvPr>
        </p:nvSpPr>
        <p:spPr/>
        <p:txBody>
          <a:bodyPr/>
          <a:lstStyle/>
          <a:p>
            <a:pPr defTabSz="914049">
              <a:defRPr/>
            </a:pPr>
            <a:endParaRPr lang="en-US" sz="1000">
              <a:solidFill>
                <a:srgbClr val="FFFFFF"/>
              </a:solidFill>
            </a:endParaRPr>
          </a:p>
        </p:txBody>
      </p:sp>
    </p:spTree>
    <p:extLst>
      <p:ext uri="{BB962C8B-B14F-4D97-AF65-F5344CB8AC3E}">
        <p14:creationId xmlns:p14="http://schemas.microsoft.com/office/powerpoint/2010/main" val="1517454201"/>
      </p:ext>
    </p:extLst>
  </p:cSld>
  <p:clrMapOvr>
    <a:masterClrMapping/>
  </p:clrMapOvr>
  <p:transition>
    <p:fade/>
  </p:transition>
  <p:extLst>
    <p:ext uri="{DCECCB84-F9BA-43D5-87BE-67443E8EF086}">
      <p15:sldGuideLst xmlns:p15="http://schemas.microsoft.com/office/powerpoint/2012/main">
        <p15:guide id="15">
          <p15:clr>
            <a:srgbClr val="A4A3A4"/>
          </p15:clr>
        </p15:guide>
        <p15:guide id="16" pos="384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8_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C52D44-16D8-419F-8260-91CB57C5C457}"/>
              </a:ext>
            </a:extLst>
          </p:cNvPr>
          <p:cNvSpPr>
            <a:spLocks noGrp="1"/>
          </p:cNvSpPr>
          <p:nvPr>
            <p:ph type="title"/>
          </p:nvPr>
        </p:nvSpPr>
        <p:spPr/>
        <p:txBody>
          <a:bodyPr/>
          <a:lstStyle/>
          <a:p>
            <a:r>
              <a:rPr lang="en-US"/>
              <a:t>Click to edit Master title style</a:t>
            </a:r>
          </a:p>
        </p:txBody>
      </p:sp>
      <p:sp>
        <p:nvSpPr>
          <p:cNvPr id="6" name="TextBox 5">
            <a:extLst>
              <a:ext uri="{FF2B5EF4-FFF2-40B4-BE49-F238E27FC236}">
                <a16:creationId xmlns:a16="http://schemas.microsoft.com/office/drawing/2014/main" id="{2A8B3ECF-E4A4-4BBE-8FC7-9B89BFA966A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6">
            <a:extLst>
              <a:ext uri="{FF2B5EF4-FFF2-40B4-BE49-F238E27FC236}">
                <a16:creationId xmlns:a16="http://schemas.microsoft.com/office/drawing/2014/main" id="{0FDE2D20-95F6-4556-9D7B-553EF22926E5}"/>
              </a:ext>
            </a:extLst>
          </p:cNvPr>
          <p:cNvSpPr>
            <a:spLocks noGrp="1"/>
          </p:cNvSpPr>
          <p:nvPr>
            <p:ph type="body" sz="quarter" idx="12"/>
          </p:nvPr>
        </p:nvSpPr>
        <p:spPr>
          <a:xfrm>
            <a:off x="584201" y="1435102"/>
            <a:ext cx="5040313" cy="2117503"/>
          </a:xfrm>
        </p:spPr>
        <p:txBody>
          <a:bodyPr>
            <a:noAutofit/>
          </a:bodyPr>
          <a:lstStyle>
            <a:lvl1pPr>
              <a:spcBef>
                <a:spcPts val="600"/>
              </a:spcBef>
              <a:spcAft>
                <a:spcPts val="600"/>
              </a:spcAft>
              <a:defRPr sz="2000">
                <a:solidFill>
                  <a:schemeClr val="accent2">
                    <a:lumMod val="60000"/>
                    <a:lumOff val="40000"/>
                  </a:schemeClr>
                </a:solidFill>
              </a:defRPr>
            </a:lvl1pPr>
            <a:lvl2pPr>
              <a:spcBef>
                <a:spcPts val="0"/>
              </a:spcBef>
              <a:spcAft>
                <a:spcPts val="1200"/>
              </a:spcAft>
              <a:defRPr sz="1600">
                <a:solidFill>
                  <a:schemeClr val="tx1"/>
                </a:solidFill>
              </a:defRPr>
            </a:lvl2pPr>
            <a:lvl3pPr marL="172971" indent="-172971">
              <a:spcBef>
                <a:spcPts val="0"/>
              </a:spcBef>
              <a:spcAft>
                <a:spcPts val="1200"/>
              </a:spcAft>
              <a:buFont typeface="Arial" panose="020B0604020202020204" pitchFamily="34" charset="0"/>
              <a:buChar char="•"/>
              <a:defRPr sz="1400">
                <a:solidFill>
                  <a:schemeClr val="tx1"/>
                </a:solidFill>
              </a:defRPr>
            </a:lvl3pPr>
            <a:lvl4pPr>
              <a:spcBef>
                <a:spcPts val="1800"/>
              </a:spcBef>
              <a:defRPr sz="1800">
                <a:solidFill>
                  <a:schemeClr val="accent1"/>
                </a:solidFill>
              </a:defRPr>
            </a:lvl4pPr>
            <a:lvl5pPr>
              <a:defRPr sz="18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23083392"/>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1_Header Background 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851163"/>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5" y="2495685"/>
            <a:ext cx="5214937" cy="1551219"/>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844677"/>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3" y="2489201"/>
            <a:ext cx="5214937" cy="1551219"/>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469067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Title and subtitle">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E2C6CB3-A022-6DCF-CEF5-184BE5C2A919}"/>
              </a:ext>
            </a:extLst>
          </p:cNvPr>
          <p:cNvSpPr>
            <a:spLocks noGrp="1"/>
          </p:cNvSpPr>
          <p:nvPr>
            <p:ph type="body" sz="quarter" idx="10"/>
          </p:nvPr>
        </p:nvSpPr>
        <p:spPr>
          <a:xfrm>
            <a:off x="585787" y="1110472"/>
            <a:ext cx="11020426" cy="307777"/>
          </a:xfrm>
        </p:spPr>
        <p:txBody>
          <a:bodyPr/>
          <a:lstStyle>
            <a:lvl1pPr marL="0" indent="0">
              <a:buNone/>
              <a:defRPr sz="1961">
                <a:latin typeface="+mj-lt"/>
              </a:defRPr>
            </a:lvl1pPr>
          </a:lstStyle>
          <a:p>
            <a:pPr lvl="0"/>
            <a:r>
              <a:rPr lang="en-US"/>
              <a:t>Click to edit Master text styles</a:t>
            </a:r>
          </a:p>
        </p:txBody>
      </p:sp>
      <p:sp>
        <p:nvSpPr>
          <p:cNvPr id="5" name="Title 4">
            <a:extLst>
              <a:ext uri="{FF2B5EF4-FFF2-40B4-BE49-F238E27FC236}">
                <a16:creationId xmlns:a16="http://schemas.microsoft.com/office/drawing/2014/main" id="{53CDC6AC-8A67-9408-2214-BBCAC1D189C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53984726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1_">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049207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1-column_Text">
    <p:bg>
      <p:bgPr>
        <a:solidFill>
          <a:schemeClr val="bg2"/>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2F9E7B99-27E1-40DA-2909-4D94A9F5277E}"/>
              </a:ext>
            </a:extLst>
          </p:cNvPr>
          <p:cNvSpPr>
            <a:spLocks noGrp="1"/>
          </p:cNvSpPr>
          <p:nvPr>
            <p:ph type="title"/>
          </p:nvPr>
        </p:nvSpPr>
        <p:spPr>
          <a:xfrm>
            <a:off x="588263" y="585218"/>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8" name="Text Placeholder 3">
            <a:extLst>
              <a:ext uri="{FF2B5EF4-FFF2-40B4-BE49-F238E27FC236}">
                <a16:creationId xmlns:a16="http://schemas.microsoft.com/office/drawing/2014/main" id="{2A76E6DB-43E3-9638-8EED-1A07351FE9B4}"/>
              </a:ext>
            </a:extLst>
          </p:cNvPr>
          <p:cNvSpPr>
            <a:spLocks noGrp="1"/>
          </p:cNvSpPr>
          <p:nvPr>
            <p:ph type="body" sz="quarter" idx="15"/>
          </p:nvPr>
        </p:nvSpPr>
        <p:spPr>
          <a:xfrm>
            <a:off x="586389" y="1614460"/>
            <a:ext cx="8193024" cy="1095737"/>
          </a:xfrm>
          <a:prstGeom prst="rect">
            <a:avLst/>
          </a:prstGeom>
        </p:spPr>
        <p:txBody>
          <a:bodyPr wrap="square">
            <a:spAutoFit/>
          </a:bodyPr>
          <a:lstStyle>
            <a:lvl1pPr marL="137107" indent="-137107">
              <a:spcAft>
                <a:spcPts val="0"/>
              </a:spcAft>
              <a:buFont typeface="Arial" panose="020B0604020202020204" pitchFamily="34" charset="0"/>
              <a:buChar char="•"/>
              <a:defRPr>
                <a:solidFill>
                  <a:schemeClr val="tx1"/>
                </a:solidFill>
              </a:defRPr>
            </a:lvl1pPr>
            <a:lvl2pPr marL="265074" indent="-127967">
              <a:spcAft>
                <a:spcPts val="0"/>
              </a:spcAft>
              <a:buFont typeface="Arial" panose="020B0604020202020204" pitchFamily="34" charset="0"/>
              <a:buChar char="•"/>
              <a:defRPr>
                <a:solidFill>
                  <a:schemeClr val="tx1"/>
                </a:solidFill>
              </a:defRPr>
            </a:lvl2pPr>
            <a:lvl3pPr marL="383901" indent="-118827">
              <a:spcAft>
                <a:spcPts val="0"/>
              </a:spcAft>
              <a:buFont typeface="Arial" panose="020B0604020202020204" pitchFamily="34" charset="0"/>
              <a:buChar char="•"/>
              <a:defRPr>
                <a:solidFill>
                  <a:schemeClr val="tx1"/>
                </a:solidFill>
              </a:defRPr>
            </a:lvl3pPr>
            <a:lvl4pPr marL="685537" indent="0">
              <a:buNone/>
              <a:defRPr/>
            </a:lvl4pPr>
            <a:lvl5pPr marL="914049"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2479911"/>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1008">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Title Only: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Tree>
    <p:extLst>
      <p:ext uri="{BB962C8B-B14F-4D97-AF65-F5344CB8AC3E}">
        <p14:creationId xmlns:p14="http://schemas.microsoft.com/office/powerpoint/2010/main" val="231851585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5138B-812C-4AE5-8E0D-7F240113019F}"/>
              </a:ext>
            </a:extLst>
          </p:cNvPr>
          <p:cNvSpPr>
            <a:spLocks noGrp="1"/>
          </p:cNvSpPr>
          <p:nvPr>
            <p:ph type="title"/>
          </p:nvPr>
        </p:nvSpPr>
        <p:spPr>
          <a:xfrm>
            <a:off x="839791" y="1072515"/>
            <a:ext cx="3932237" cy="98488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8F410AD-45D8-4D39-B669-C9CB9B02D5C2}"/>
              </a:ext>
            </a:extLst>
          </p:cNvPr>
          <p:cNvSpPr>
            <a:spLocks noGrp="1"/>
          </p:cNvSpPr>
          <p:nvPr>
            <p:ph type="pic" idx="1"/>
          </p:nvPr>
        </p:nvSpPr>
        <p:spPr>
          <a:xfrm>
            <a:off x="5183190" y="987428"/>
            <a:ext cx="6172200" cy="492443"/>
          </a:xfrm>
        </p:spPr>
        <p:txBody>
          <a:bodyPr/>
          <a:lstStyle>
            <a:lvl1pPr marL="0" indent="0">
              <a:buNone/>
              <a:defRPr sz="3200"/>
            </a:lvl1pPr>
            <a:lvl2pPr marL="456937" indent="0">
              <a:buNone/>
              <a:defRPr sz="2800"/>
            </a:lvl2pPr>
            <a:lvl3pPr marL="913874" indent="0">
              <a:buNone/>
              <a:defRPr sz="2400"/>
            </a:lvl3pPr>
            <a:lvl4pPr marL="1370810" indent="0">
              <a:buNone/>
              <a:defRPr sz="2000"/>
            </a:lvl4pPr>
            <a:lvl5pPr marL="1827747" indent="0">
              <a:buNone/>
              <a:defRPr sz="2000"/>
            </a:lvl5pPr>
            <a:lvl6pPr marL="2284683" indent="0">
              <a:buNone/>
              <a:defRPr sz="2000"/>
            </a:lvl6pPr>
            <a:lvl7pPr marL="2741621" indent="0">
              <a:buNone/>
              <a:defRPr sz="2000"/>
            </a:lvl7pPr>
            <a:lvl8pPr marL="3198557" indent="0">
              <a:buNone/>
              <a:defRPr sz="2000"/>
            </a:lvl8pPr>
            <a:lvl9pPr marL="3655493" indent="0">
              <a:buNone/>
              <a:defRPr sz="2000"/>
            </a:lvl9pPr>
          </a:lstStyle>
          <a:p>
            <a:endParaRPr lang="en-US"/>
          </a:p>
        </p:txBody>
      </p:sp>
      <p:sp>
        <p:nvSpPr>
          <p:cNvPr id="4" name="Text Placeholder 3">
            <a:extLst>
              <a:ext uri="{FF2B5EF4-FFF2-40B4-BE49-F238E27FC236}">
                <a16:creationId xmlns:a16="http://schemas.microsoft.com/office/drawing/2014/main" id="{2F1EEAA1-B0CE-4D77-A850-D9A87D90D860}"/>
              </a:ext>
            </a:extLst>
          </p:cNvPr>
          <p:cNvSpPr>
            <a:spLocks noGrp="1"/>
          </p:cNvSpPr>
          <p:nvPr>
            <p:ph type="body" sz="half" idx="2"/>
          </p:nvPr>
        </p:nvSpPr>
        <p:spPr>
          <a:xfrm>
            <a:off x="839791" y="2057402"/>
            <a:ext cx="3932237" cy="246221"/>
          </a:xfrm>
        </p:spPr>
        <p:txBody>
          <a:bodyPr/>
          <a:lstStyle>
            <a:lvl1pPr marL="0" indent="0">
              <a:buNone/>
              <a:defRPr sz="1600"/>
            </a:lvl1pPr>
            <a:lvl2pPr marL="456937" indent="0">
              <a:buNone/>
              <a:defRPr sz="1400"/>
            </a:lvl2pPr>
            <a:lvl3pPr marL="913874" indent="0">
              <a:buNone/>
              <a:defRPr sz="1200"/>
            </a:lvl3pPr>
            <a:lvl4pPr marL="1370810" indent="0">
              <a:buNone/>
              <a:defRPr sz="1000"/>
            </a:lvl4pPr>
            <a:lvl5pPr marL="1827747" indent="0">
              <a:buNone/>
              <a:defRPr sz="1000"/>
            </a:lvl5pPr>
            <a:lvl6pPr marL="2284683" indent="0">
              <a:buNone/>
              <a:defRPr sz="1000"/>
            </a:lvl6pPr>
            <a:lvl7pPr marL="2741621" indent="0">
              <a:buNone/>
              <a:defRPr sz="1000"/>
            </a:lvl7pPr>
            <a:lvl8pPr marL="3198557" indent="0">
              <a:buNone/>
              <a:defRPr sz="1000"/>
            </a:lvl8pPr>
            <a:lvl9pPr marL="3655493"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A9A7B72-DBB1-4AA1-9012-2AE9681A2AF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23A4EC6D-A116-4F5D-92CF-BE0B0F6B915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04F9E84-6821-4814-A5DA-B421FE337506}"/>
              </a:ext>
            </a:extLst>
          </p:cNvPr>
          <p:cNvSpPr>
            <a:spLocks noGrp="1"/>
          </p:cNvSpPr>
          <p:nvPr>
            <p:ph type="sldNum" sz="quarter" idx="12"/>
          </p:nvPr>
        </p:nvSpPr>
        <p:spPr/>
        <p:txBody>
          <a:bodyPr/>
          <a:lstStyle/>
          <a:p>
            <a:endParaRPr lang="en-US"/>
          </a:p>
        </p:txBody>
      </p:sp>
    </p:spTree>
    <p:extLst>
      <p:ext uri="{BB962C8B-B14F-4D97-AF65-F5344CB8AC3E}">
        <p14:creationId xmlns:p14="http://schemas.microsoft.com/office/powerpoint/2010/main" val="169763791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userDrawn="1">
  <p:cSld name="26_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C52D44-16D8-419F-8260-91CB57C5C457}"/>
              </a:ext>
            </a:extLst>
          </p:cNvPr>
          <p:cNvSpPr>
            <a:spLocks noGrp="1"/>
          </p:cNvSpPr>
          <p:nvPr>
            <p:ph type="title"/>
          </p:nvPr>
        </p:nvSpPr>
        <p:spPr/>
        <p:txBody>
          <a:bodyPr/>
          <a:lstStyle/>
          <a:p>
            <a:r>
              <a:rPr lang="en-US"/>
              <a:t>Click to edit Master title style</a:t>
            </a:r>
          </a:p>
        </p:txBody>
      </p:sp>
      <p:sp>
        <p:nvSpPr>
          <p:cNvPr id="6" name="TextBox 5">
            <a:extLst>
              <a:ext uri="{FF2B5EF4-FFF2-40B4-BE49-F238E27FC236}">
                <a16:creationId xmlns:a16="http://schemas.microsoft.com/office/drawing/2014/main" id="{2A8B3ECF-E4A4-4BBE-8FC7-9B89BFA966A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387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
        <p:nvSpPr>
          <p:cNvPr id="7" name="Text Placeholder 6">
            <a:extLst>
              <a:ext uri="{FF2B5EF4-FFF2-40B4-BE49-F238E27FC236}">
                <a16:creationId xmlns:a16="http://schemas.microsoft.com/office/drawing/2014/main" id="{0FDE2D20-95F6-4556-9D7B-553EF22926E5}"/>
              </a:ext>
            </a:extLst>
          </p:cNvPr>
          <p:cNvSpPr>
            <a:spLocks noGrp="1"/>
          </p:cNvSpPr>
          <p:nvPr>
            <p:ph type="body" sz="quarter" idx="12"/>
          </p:nvPr>
        </p:nvSpPr>
        <p:spPr>
          <a:xfrm>
            <a:off x="584202" y="1435103"/>
            <a:ext cx="5040313" cy="2117503"/>
          </a:xfrm>
        </p:spPr>
        <p:txBody>
          <a:bodyPr>
            <a:noAutofit/>
          </a:bodyPr>
          <a:lstStyle>
            <a:lvl1pPr>
              <a:spcBef>
                <a:spcPts val="600"/>
              </a:spcBef>
              <a:spcAft>
                <a:spcPts val="600"/>
              </a:spcAft>
              <a:defRPr sz="2000">
                <a:solidFill>
                  <a:schemeClr val="accent2">
                    <a:lumMod val="60000"/>
                    <a:lumOff val="40000"/>
                  </a:schemeClr>
                </a:solidFill>
              </a:defRPr>
            </a:lvl1pPr>
            <a:lvl2pPr>
              <a:spcBef>
                <a:spcPts val="0"/>
              </a:spcBef>
              <a:spcAft>
                <a:spcPts val="1200"/>
              </a:spcAft>
              <a:defRPr sz="1600">
                <a:solidFill>
                  <a:schemeClr val="tx1"/>
                </a:solidFill>
              </a:defRPr>
            </a:lvl2pPr>
            <a:lvl3pPr marL="172938" indent="-172938">
              <a:spcBef>
                <a:spcPts val="0"/>
              </a:spcBef>
              <a:spcAft>
                <a:spcPts val="1200"/>
              </a:spcAft>
              <a:buFont typeface="Arial" panose="020B0604020202020204" pitchFamily="34" charset="0"/>
              <a:buChar char="•"/>
              <a:defRPr sz="1400">
                <a:solidFill>
                  <a:schemeClr val="tx1"/>
                </a:solidFill>
              </a:defRPr>
            </a:lvl3pPr>
            <a:lvl4pPr>
              <a:spcBef>
                <a:spcPts val="1800"/>
              </a:spcBef>
              <a:defRPr sz="1800">
                <a:solidFill>
                  <a:schemeClr val="accent1"/>
                </a:solidFill>
              </a:defRPr>
            </a:lvl4pPr>
            <a:lvl5pPr>
              <a:defRPr sz="18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71DFB55-1377-4F2A-BD23-AF83214009C2}"/>
              </a:ext>
            </a:extLst>
          </p:cNvPr>
          <p:cNvSpPr>
            <a:spLocks noGrp="1"/>
          </p:cNvSpPr>
          <p:nvPr>
            <p:ph sz="quarter" idx="13"/>
          </p:nvPr>
        </p:nvSpPr>
        <p:spPr>
          <a:xfrm>
            <a:off x="6527800" y="4635501"/>
            <a:ext cx="711200" cy="148163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C57B0727-AF70-4F28-9937-A4D5B83B2D81}"/>
              </a:ext>
            </a:extLst>
          </p:cNvPr>
          <p:cNvSpPr>
            <a:spLocks noGrp="1"/>
          </p:cNvSpPr>
          <p:nvPr>
            <p:ph type="body" sz="quarter" idx="14"/>
          </p:nvPr>
        </p:nvSpPr>
        <p:spPr>
          <a:xfrm>
            <a:off x="8432800" y="2603502"/>
            <a:ext cx="1485900" cy="4321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7996DC9-1A99-40BA-91EB-BEEE4ED8108B}"/>
              </a:ext>
            </a:extLst>
          </p:cNvPr>
          <p:cNvSpPr>
            <a:spLocks noGrp="1"/>
          </p:cNvSpPr>
          <p:nvPr>
            <p:ph type="body" sz="quarter" idx="15"/>
          </p:nvPr>
        </p:nvSpPr>
        <p:spPr>
          <a:xfrm>
            <a:off x="1579566" y="3706813"/>
            <a:ext cx="2763837" cy="2474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96240400"/>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1_Two Column Non-bulleted text">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A644B162-36BD-4C9E-96EE-3EEFBE3AD8F1}"/>
              </a:ext>
            </a:extLst>
          </p:cNvPr>
          <p:cNvSpPr/>
          <p:nvPr userDrawn="1"/>
        </p:nvSpPr>
        <p:spPr bwMode="auto">
          <a:xfrm>
            <a:off x="6095999" y="604838"/>
            <a:ext cx="5773737" cy="5978525"/>
          </a:xfrm>
          <a:prstGeom prst="roundRect">
            <a:avLst>
              <a:gd name="adj" fmla="val 1345"/>
            </a:avLst>
          </a:prstGeom>
          <a:solidFill>
            <a:srgbClr val="26262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algn="l" defTabSz="932114"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4" name="Title 1">
            <a:extLst>
              <a:ext uri="{FF2B5EF4-FFF2-40B4-BE49-F238E27FC236}">
                <a16:creationId xmlns:a16="http://schemas.microsoft.com/office/drawing/2014/main" id="{B1F8BDA0-6722-4B45-AC43-F39680461120}"/>
              </a:ext>
            </a:extLst>
          </p:cNvPr>
          <p:cNvSpPr>
            <a:spLocks noGrp="1"/>
          </p:cNvSpPr>
          <p:nvPr>
            <p:ph type="title"/>
          </p:nvPr>
        </p:nvSpPr>
        <p:spPr>
          <a:xfrm>
            <a:off x="577851" y="819150"/>
            <a:ext cx="8740524" cy="369332"/>
          </a:xfrm>
        </p:spPr>
        <p:txBody>
          <a:bodyPr anchor="ctr"/>
          <a:lstStyle>
            <a:lvl1pPr>
              <a:defRPr sz="2400">
                <a:solidFill>
                  <a:schemeClr val="accent1"/>
                </a:solidFill>
              </a:defRPr>
            </a:lvl1pPr>
          </a:lstStyle>
          <a:p>
            <a:r>
              <a:rPr lang="en-US"/>
              <a:t>Click to edit Master title style</a:t>
            </a:r>
          </a:p>
        </p:txBody>
      </p:sp>
      <p:sp>
        <p:nvSpPr>
          <p:cNvPr id="5" name="Text Placeholder 3">
            <a:extLst>
              <a:ext uri="{FF2B5EF4-FFF2-40B4-BE49-F238E27FC236}">
                <a16:creationId xmlns:a16="http://schemas.microsoft.com/office/drawing/2014/main" id="{68A1B7F0-6D80-417F-828E-279BD5DEF1D4}"/>
              </a:ext>
            </a:extLst>
          </p:cNvPr>
          <p:cNvSpPr>
            <a:spLocks noGrp="1"/>
          </p:cNvSpPr>
          <p:nvPr>
            <p:ph type="body" sz="quarter" idx="10" hasCustomPrompt="1"/>
          </p:nvPr>
        </p:nvSpPr>
        <p:spPr>
          <a:xfrm>
            <a:off x="597789" y="1871889"/>
            <a:ext cx="5336287" cy="1129540"/>
          </a:xfrm>
        </p:spPr>
        <p:txBody>
          <a:bodyPr wrap="square">
            <a:noAutofit/>
          </a:bodyPr>
          <a:lstStyle>
            <a:lvl1pPr marL="0" indent="0">
              <a:lnSpc>
                <a:spcPct val="90000"/>
              </a:lnSpc>
              <a:spcBef>
                <a:spcPts val="0"/>
              </a:spcBef>
              <a:spcAft>
                <a:spcPts val="600"/>
              </a:spcAft>
              <a:buClr>
                <a:schemeClr val="tx1"/>
              </a:buClr>
              <a:buFont typeface="Arial" panose="020B0604020202020204" pitchFamily="34" charset="0"/>
              <a:buNone/>
              <a:defRPr sz="1200" b="0">
                <a:latin typeface="+mj-lt"/>
                <a:cs typeface="Segoe UI" panose="020B0502040204020203" pitchFamily="34" charset="0"/>
              </a:defRPr>
            </a:lvl1pPr>
            <a:lvl2pPr marL="255490" indent="0">
              <a:lnSpc>
                <a:spcPct val="90000"/>
              </a:lnSpc>
              <a:spcBef>
                <a:spcPts val="0"/>
              </a:spcBef>
              <a:spcAft>
                <a:spcPts val="600"/>
              </a:spcAft>
              <a:buFont typeface="Arial" panose="020B0604020202020204" pitchFamily="34" charset="0"/>
              <a:buNone/>
              <a:defRPr sz="2000" b="0"/>
            </a:lvl2pPr>
            <a:lvl3pPr marL="450677" indent="0">
              <a:buFont typeface="Wingdings" panose="05000000000000000000" pitchFamily="2" charset="2"/>
              <a:buNone/>
              <a:tabLst/>
              <a:defRPr sz="1600" b="0"/>
            </a:lvl3pPr>
            <a:lvl4pPr marL="652212" indent="0">
              <a:buFont typeface="Wingdings" panose="05000000000000000000" pitchFamily="2" charset="2"/>
              <a:buNone/>
              <a:defRPr sz="1400" b="0"/>
            </a:lvl4pPr>
            <a:lvl5pPr marL="853747" indent="0">
              <a:buFont typeface="Wingdings" panose="05000000000000000000" pitchFamily="2" charset="2"/>
              <a:buNone/>
              <a:tabLst/>
              <a:defRPr sz="1400" b="0"/>
            </a:lvl5pPr>
          </a:lstStyle>
          <a:p>
            <a:pPr lvl="0"/>
            <a:r>
              <a:rPr lang="en-US"/>
              <a:t>Click to edit Business Value text</a:t>
            </a:r>
          </a:p>
        </p:txBody>
      </p:sp>
      <p:sp>
        <p:nvSpPr>
          <p:cNvPr id="6" name="Text Placeholder 8">
            <a:extLst>
              <a:ext uri="{FF2B5EF4-FFF2-40B4-BE49-F238E27FC236}">
                <a16:creationId xmlns:a16="http://schemas.microsoft.com/office/drawing/2014/main" id="{627A17B0-7851-46E8-B34F-9C13DB18AF86}"/>
              </a:ext>
            </a:extLst>
          </p:cNvPr>
          <p:cNvSpPr>
            <a:spLocks noGrp="1"/>
          </p:cNvSpPr>
          <p:nvPr>
            <p:ph type="body" sz="quarter" idx="13" hasCustomPrompt="1"/>
          </p:nvPr>
        </p:nvSpPr>
        <p:spPr>
          <a:xfrm>
            <a:off x="9515477" y="168934"/>
            <a:ext cx="2676525" cy="941726"/>
          </a:xfrm>
          <a:solidFill>
            <a:schemeClr val="accent2"/>
          </a:solidFill>
          <a:effectLst>
            <a:outerShdw blurRad="88900" dist="38100" dir="2700000" sx="101000" sy="101000" algn="ctr" rotWithShape="0">
              <a:srgbClr val="000000">
                <a:alpha val="15000"/>
              </a:srgbClr>
            </a:outerShdw>
          </a:effectLst>
        </p:spPr>
        <p:txBody>
          <a:bodyPr wrap="square" lIns="182880" rIns="548640" anchor="ctr" anchorCtr="0">
            <a:noAutofit/>
          </a:bodyPr>
          <a:lstStyle>
            <a:lvl1pPr marL="0" indent="0">
              <a:lnSpc>
                <a:spcPct val="90000"/>
              </a:lnSpc>
              <a:spcBef>
                <a:spcPts val="0"/>
              </a:spcBef>
              <a:spcAft>
                <a:spcPts val="600"/>
              </a:spcAft>
              <a:buNone/>
              <a:defRPr lang="en-US" sz="1200" smtClean="0">
                <a:solidFill>
                  <a:schemeClr val="tx1"/>
                </a:solidFill>
                <a:latin typeface="Segoe UI Semibold"/>
                <a:cs typeface="Segoe UI Semilight" panose="020B0402040204020203" pitchFamily="34" charset="0"/>
              </a:defRPr>
            </a:lvl1pPr>
            <a:lvl2pPr marL="228495" indent="0">
              <a:buNone/>
              <a:defRPr lang="en-US" sz="1765" smtClean="0">
                <a:solidFill>
                  <a:schemeClr val="bg1"/>
                </a:solidFill>
              </a:defRPr>
            </a:lvl2pPr>
            <a:lvl3pPr marL="714067" indent="0">
              <a:buNone/>
              <a:defRPr lang="en-US" sz="1765" smtClean="0">
                <a:solidFill>
                  <a:schemeClr val="bg1"/>
                </a:solidFill>
              </a:defRPr>
            </a:lvl3pPr>
            <a:lvl4pPr marL="1190118" indent="0">
              <a:buNone/>
              <a:defRPr lang="en-US" sz="1765" smtClean="0">
                <a:solidFill>
                  <a:schemeClr val="bg1"/>
                </a:solidFill>
              </a:defRPr>
            </a:lvl4pPr>
            <a:lvl5pPr marL="1659821" indent="0">
              <a:buNone/>
              <a:defRPr lang="en-US" sz="1765">
                <a:solidFill>
                  <a:schemeClr val="bg1"/>
                </a:solidFill>
              </a:defRPr>
            </a:lvl5pPr>
          </a:lstStyle>
          <a:p>
            <a:pPr marL="0" lvl="0" defTabSz="932205"/>
            <a:r>
              <a:rPr lang="en-US"/>
              <a:t>Click to Add Cycle Information</a:t>
            </a:r>
          </a:p>
        </p:txBody>
      </p:sp>
      <p:sp>
        <p:nvSpPr>
          <p:cNvPr id="7" name="Content Placeholder 5">
            <a:extLst>
              <a:ext uri="{FF2B5EF4-FFF2-40B4-BE49-F238E27FC236}">
                <a16:creationId xmlns:a16="http://schemas.microsoft.com/office/drawing/2014/main" id="{04C43695-5495-4F79-BD5C-717B00E4679B}"/>
              </a:ext>
              <a:ext uri="{C183D7F6-B498-43B3-948B-1728B52AA6E4}">
                <adec:decorative xmlns:adec="http://schemas.microsoft.com/office/drawing/2017/decorative" val="1"/>
              </a:ext>
            </a:extLst>
          </p:cNvPr>
          <p:cNvSpPr txBox="1">
            <a:spLocks/>
          </p:cNvSpPr>
          <p:nvPr userDrawn="1"/>
        </p:nvSpPr>
        <p:spPr>
          <a:xfrm>
            <a:off x="9424036" y="168828"/>
            <a:ext cx="91440" cy="941832"/>
          </a:xfrm>
          <a:prstGeom prst="rect">
            <a:avLst/>
          </a:prstGeom>
          <a:solidFill>
            <a:srgbClr val="50E6FF"/>
          </a:solidFill>
        </p:spPr>
        <p:txBody>
          <a:bodyPr vert="horz" wrap="none" lIns="0" tIns="0" rIns="0" bIns="0" rtlCol="0">
            <a:no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512" marR="0" lvl="0" indent="-228512"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0" lang="en-US" sz="100" b="0" i="0" u="none" strike="noStrike" kern="1200" cap="none" spc="0" normalizeH="0" baseline="0" noProof="0">
                <a:ln>
                  <a:noFill/>
                </a:ln>
                <a:solidFill>
                  <a:srgbClr val="000000"/>
                </a:solidFill>
                <a:effectLst/>
                <a:uLnTx/>
                <a:uFillTx/>
                <a:latin typeface="Segoe UI"/>
                <a:ea typeface="+mn-ea"/>
                <a:cs typeface="Segoe UI" panose="020B0502040204020203" pitchFamily="34" charset="0"/>
              </a:rPr>
              <a:t> </a:t>
            </a:r>
          </a:p>
        </p:txBody>
      </p:sp>
      <p:sp>
        <p:nvSpPr>
          <p:cNvPr id="2" name="TextBox 1">
            <a:extLst>
              <a:ext uri="{FF2B5EF4-FFF2-40B4-BE49-F238E27FC236}">
                <a16:creationId xmlns:a16="http://schemas.microsoft.com/office/drawing/2014/main" id="{D3FD6168-5A8D-4594-A26D-98E88432C94F}"/>
              </a:ext>
            </a:extLst>
          </p:cNvPr>
          <p:cNvSpPr txBox="1"/>
          <p:nvPr userDrawn="1"/>
        </p:nvSpPr>
        <p:spPr>
          <a:xfrm>
            <a:off x="6662740" y="1352550"/>
            <a:ext cx="5111748" cy="469039"/>
          </a:xfrm>
          <a:prstGeom prst="rect">
            <a:avLst/>
          </a:prstGeom>
          <a:noFill/>
        </p:spPr>
        <p:txBody>
          <a:bodyPr wrap="square">
            <a:spAutoFit/>
          </a:bodyPr>
          <a:lstStyle/>
          <a:p>
            <a:pPr marL="0" marR="0" lvl="0" indent="0" algn="l" defTabSz="93220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ED7D31"/>
                </a:solidFill>
                <a:effectLst/>
                <a:uLnTx/>
                <a:uFillTx/>
                <a:latin typeface="Segoe UI Semibold" panose="020B0702040204020203" pitchFamily="34" charset="0"/>
                <a:ea typeface="+mn-ea"/>
                <a:cs typeface="Segoe UI Semibold" panose="020B0702040204020203" pitchFamily="34" charset="0"/>
              </a:rPr>
              <a:t>Key user benefits</a:t>
            </a:r>
          </a:p>
        </p:txBody>
      </p:sp>
      <p:sp>
        <p:nvSpPr>
          <p:cNvPr id="16" name="Picture Placeholder 15">
            <a:extLst>
              <a:ext uri="{FF2B5EF4-FFF2-40B4-BE49-F238E27FC236}">
                <a16:creationId xmlns:a16="http://schemas.microsoft.com/office/drawing/2014/main" id="{FAF2E327-D386-4821-B6D2-8C12A55C5ED7}"/>
              </a:ext>
            </a:extLst>
          </p:cNvPr>
          <p:cNvSpPr>
            <a:spLocks noGrp="1"/>
          </p:cNvSpPr>
          <p:nvPr>
            <p:ph type="pic" sz="quarter" idx="14"/>
          </p:nvPr>
        </p:nvSpPr>
        <p:spPr>
          <a:xfrm>
            <a:off x="6765924" y="3156166"/>
            <a:ext cx="4848225" cy="430901"/>
          </a:xfrm>
        </p:spPr>
        <p:txBody>
          <a:bodyPr/>
          <a:lstStyle/>
          <a:p>
            <a:endParaRPr lang="en-US"/>
          </a:p>
        </p:txBody>
      </p:sp>
      <p:sp>
        <p:nvSpPr>
          <p:cNvPr id="18" name="Text Placeholder 17">
            <a:extLst>
              <a:ext uri="{FF2B5EF4-FFF2-40B4-BE49-F238E27FC236}">
                <a16:creationId xmlns:a16="http://schemas.microsoft.com/office/drawing/2014/main" id="{7CF5198F-91B0-4BEE-A74B-C38CC7C15FA0}"/>
              </a:ext>
            </a:extLst>
          </p:cNvPr>
          <p:cNvSpPr>
            <a:spLocks noGrp="1"/>
          </p:cNvSpPr>
          <p:nvPr>
            <p:ph type="body" sz="quarter" idx="15" hasCustomPrompt="1"/>
          </p:nvPr>
        </p:nvSpPr>
        <p:spPr>
          <a:xfrm>
            <a:off x="6765924" y="1878159"/>
            <a:ext cx="4845050" cy="627864"/>
          </a:xfrm>
        </p:spPr>
        <p:txBody>
          <a:bodyPr/>
          <a:lstStyle>
            <a:lvl1pPr marL="285640" indent="-285640">
              <a:lnSpc>
                <a:spcPct val="150000"/>
              </a:lnSpc>
              <a:buFont typeface="Arial" panose="020B0604020202020204" pitchFamily="34" charset="0"/>
              <a:buChar char="•"/>
              <a:defRPr sz="1200">
                <a:latin typeface="+mj-lt"/>
              </a:defRPr>
            </a:lvl1pPr>
          </a:lstStyle>
          <a:p>
            <a:pPr marL="228512" marR="0" lvl="0" indent="-228512"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lang="en-US"/>
              <a:t>Click to edit key user benefits</a:t>
            </a:r>
          </a:p>
          <a:p>
            <a:pPr marL="228512" marR="0" lvl="0" indent="-228512"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lang="en-US"/>
              <a:t>Click to edit key user benefits</a:t>
            </a:r>
          </a:p>
          <a:p>
            <a:pPr marL="228512" marR="0" lvl="0" indent="-228512"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lang="en-US"/>
              <a:t>Click to edit key user benefits</a:t>
            </a:r>
          </a:p>
        </p:txBody>
      </p:sp>
      <p:sp>
        <p:nvSpPr>
          <p:cNvPr id="20" name="Text Placeholder 19">
            <a:extLst>
              <a:ext uri="{FF2B5EF4-FFF2-40B4-BE49-F238E27FC236}">
                <a16:creationId xmlns:a16="http://schemas.microsoft.com/office/drawing/2014/main" id="{B6DE0899-B184-4EE0-92B1-D6CBEE6C224A}"/>
              </a:ext>
            </a:extLst>
          </p:cNvPr>
          <p:cNvSpPr>
            <a:spLocks noGrp="1"/>
          </p:cNvSpPr>
          <p:nvPr>
            <p:ph type="body" sz="quarter" idx="16" hasCustomPrompt="1"/>
          </p:nvPr>
        </p:nvSpPr>
        <p:spPr>
          <a:xfrm>
            <a:off x="577853" y="6343155"/>
            <a:ext cx="5336287" cy="184708"/>
          </a:xfrm>
        </p:spPr>
        <p:txBody>
          <a:bodyPr/>
          <a:lstStyle>
            <a:lvl1pPr marL="0" indent="0">
              <a:buNone/>
              <a:defRPr sz="1200">
                <a:latin typeface="+mj-lt"/>
              </a:defRPr>
            </a:lvl1pPr>
            <a:lvl2pPr marL="228512" indent="0">
              <a:buNone/>
              <a:defRPr/>
            </a:lvl2pPr>
          </a:lstStyle>
          <a:p>
            <a:pPr lvl="0"/>
            <a:r>
              <a:rPr lang="en-US"/>
              <a:t>Click to edit for more information and add hyperlink</a:t>
            </a:r>
          </a:p>
        </p:txBody>
      </p:sp>
      <p:sp>
        <p:nvSpPr>
          <p:cNvPr id="22" name="TextBox 21">
            <a:extLst>
              <a:ext uri="{FF2B5EF4-FFF2-40B4-BE49-F238E27FC236}">
                <a16:creationId xmlns:a16="http://schemas.microsoft.com/office/drawing/2014/main" id="{71CFA4E4-8C23-4D4E-9646-507AF8229040}"/>
              </a:ext>
            </a:extLst>
          </p:cNvPr>
          <p:cNvSpPr txBox="1"/>
          <p:nvPr userDrawn="1"/>
        </p:nvSpPr>
        <p:spPr>
          <a:xfrm>
            <a:off x="506414" y="1352550"/>
            <a:ext cx="5427660" cy="469039"/>
          </a:xfrm>
          <a:prstGeom prst="rect">
            <a:avLst/>
          </a:prstGeom>
          <a:noFill/>
        </p:spPr>
        <p:txBody>
          <a:bodyPr wrap="square">
            <a:spAutoFit/>
          </a:bodyPr>
          <a:lstStyle/>
          <a:p>
            <a:pPr marL="0" marR="0" lvl="0" indent="0" algn="l" defTabSz="93220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chemeClr val="tx1"/>
                </a:solidFill>
                <a:effectLst/>
                <a:uLnTx/>
                <a:uFillTx/>
                <a:latin typeface="Segoe UI Semibold" panose="020B0702040204020203" pitchFamily="34" charset="0"/>
                <a:ea typeface="+mn-ea"/>
                <a:cs typeface="Segoe UI Semibold" panose="020B0702040204020203" pitchFamily="34" charset="0"/>
              </a:rPr>
              <a:t>Business Value</a:t>
            </a:r>
          </a:p>
        </p:txBody>
      </p:sp>
      <p:sp>
        <p:nvSpPr>
          <p:cNvPr id="23" name="Text Placeholder 3">
            <a:extLst>
              <a:ext uri="{FF2B5EF4-FFF2-40B4-BE49-F238E27FC236}">
                <a16:creationId xmlns:a16="http://schemas.microsoft.com/office/drawing/2014/main" id="{D334FFF1-A3F5-4EAE-9012-ADCB865FE601}"/>
              </a:ext>
            </a:extLst>
          </p:cNvPr>
          <p:cNvSpPr>
            <a:spLocks noGrp="1"/>
          </p:cNvSpPr>
          <p:nvPr>
            <p:ph type="body" sz="quarter" idx="17" hasCustomPrompt="1"/>
          </p:nvPr>
        </p:nvSpPr>
        <p:spPr>
          <a:xfrm>
            <a:off x="597789" y="3707469"/>
            <a:ext cx="5336287" cy="2417106"/>
          </a:xfrm>
        </p:spPr>
        <p:txBody>
          <a:bodyPr wrap="square">
            <a:noAutofit/>
          </a:bodyPr>
          <a:lstStyle>
            <a:lvl1pPr marL="0" indent="0">
              <a:lnSpc>
                <a:spcPct val="90000"/>
              </a:lnSpc>
              <a:spcBef>
                <a:spcPts val="0"/>
              </a:spcBef>
              <a:spcAft>
                <a:spcPts val="600"/>
              </a:spcAft>
              <a:buClr>
                <a:schemeClr val="tx1"/>
              </a:buClr>
              <a:buFont typeface="Arial" panose="020B0604020202020204" pitchFamily="34" charset="0"/>
              <a:buNone/>
              <a:defRPr sz="1200" b="0">
                <a:latin typeface="+mj-lt"/>
                <a:cs typeface="Segoe UI" panose="020B0502040204020203" pitchFamily="34" charset="0"/>
              </a:defRPr>
            </a:lvl1pPr>
            <a:lvl2pPr marL="255490" indent="0">
              <a:lnSpc>
                <a:spcPct val="90000"/>
              </a:lnSpc>
              <a:spcBef>
                <a:spcPts val="0"/>
              </a:spcBef>
              <a:spcAft>
                <a:spcPts val="600"/>
              </a:spcAft>
              <a:buFont typeface="Arial" panose="020B0604020202020204" pitchFamily="34" charset="0"/>
              <a:buNone/>
              <a:defRPr sz="2000" b="0"/>
            </a:lvl2pPr>
            <a:lvl3pPr marL="450677" indent="0">
              <a:buFont typeface="Wingdings" panose="05000000000000000000" pitchFamily="2" charset="2"/>
              <a:buNone/>
              <a:tabLst/>
              <a:defRPr sz="1600" b="0"/>
            </a:lvl3pPr>
            <a:lvl4pPr marL="652212" indent="0">
              <a:buFont typeface="Wingdings" panose="05000000000000000000" pitchFamily="2" charset="2"/>
              <a:buNone/>
              <a:defRPr sz="1400" b="0"/>
            </a:lvl4pPr>
            <a:lvl5pPr marL="853747" indent="0">
              <a:buFont typeface="Wingdings" panose="05000000000000000000" pitchFamily="2" charset="2"/>
              <a:buNone/>
              <a:tabLst/>
              <a:defRPr sz="1400" b="0"/>
            </a:lvl5pPr>
          </a:lstStyle>
          <a:p>
            <a:pPr lvl="0"/>
            <a:r>
              <a:rPr lang="en-US"/>
              <a:t>Click to edit Feature details text</a:t>
            </a:r>
          </a:p>
        </p:txBody>
      </p:sp>
      <p:sp>
        <p:nvSpPr>
          <p:cNvPr id="24" name="TextBox 23">
            <a:extLst>
              <a:ext uri="{FF2B5EF4-FFF2-40B4-BE49-F238E27FC236}">
                <a16:creationId xmlns:a16="http://schemas.microsoft.com/office/drawing/2014/main" id="{065AEF95-A022-479E-B613-4D8D833BDF79}"/>
              </a:ext>
            </a:extLst>
          </p:cNvPr>
          <p:cNvSpPr txBox="1"/>
          <p:nvPr userDrawn="1"/>
        </p:nvSpPr>
        <p:spPr>
          <a:xfrm>
            <a:off x="506414" y="3188130"/>
            <a:ext cx="5427660" cy="469039"/>
          </a:xfrm>
          <a:prstGeom prst="rect">
            <a:avLst/>
          </a:prstGeom>
          <a:noFill/>
        </p:spPr>
        <p:txBody>
          <a:bodyPr wrap="square">
            <a:spAutoFit/>
          </a:bodyPr>
          <a:lstStyle/>
          <a:p>
            <a:pPr marL="0" marR="0" lvl="0" indent="0" algn="l" defTabSz="93220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chemeClr val="tx1"/>
                </a:solidFill>
                <a:effectLst/>
                <a:uLnTx/>
                <a:uFillTx/>
                <a:latin typeface="Segoe UI Semibold" panose="020B0702040204020203" pitchFamily="34" charset="0"/>
                <a:ea typeface="+mn-ea"/>
                <a:cs typeface="Segoe UI Semibold" panose="020B0702040204020203" pitchFamily="34" charset="0"/>
              </a:rPr>
              <a:t>Feature Details</a:t>
            </a:r>
          </a:p>
        </p:txBody>
      </p:sp>
      <p:sp>
        <p:nvSpPr>
          <p:cNvPr id="27" name="TextBox 26">
            <a:extLst>
              <a:ext uri="{FF2B5EF4-FFF2-40B4-BE49-F238E27FC236}">
                <a16:creationId xmlns:a16="http://schemas.microsoft.com/office/drawing/2014/main" id="{D9E67C3B-74EB-46FC-8479-075AB1F56FDE}"/>
              </a:ext>
            </a:extLst>
          </p:cNvPr>
          <p:cNvSpPr txBox="1"/>
          <p:nvPr userDrawn="1"/>
        </p:nvSpPr>
        <p:spPr>
          <a:xfrm>
            <a:off x="492216" y="295930"/>
            <a:ext cx="6762750" cy="531812"/>
          </a:xfrm>
          <a:prstGeom prst="rect">
            <a:avLst/>
          </a:prstGeom>
          <a:noFill/>
        </p:spPr>
        <p:txBody>
          <a:bodyPr wrap="square">
            <a:spAutoFit/>
          </a:bodyPr>
          <a:lstStyle/>
          <a:p>
            <a:r>
              <a:rPr lang="en-US" sz="2800">
                <a:latin typeface="+mj-lt"/>
              </a:rPr>
              <a:t>Azure Machine Learning </a:t>
            </a:r>
          </a:p>
        </p:txBody>
      </p:sp>
      <p:sp>
        <p:nvSpPr>
          <p:cNvPr id="8" name="Rectangle 7">
            <a:extLst>
              <a:ext uri="{FF2B5EF4-FFF2-40B4-BE49-F238E27FC236}">
                <a16:creationId xmlns:a16="http://schemas.microsoft.com/office/drawing/2014/main" id="{A73C90A6-726A-413C-88CC-AD25EA772416}"/>
              </a:ext>
            </a:extLst>
          </p:cNvPr>
          <p:cNvSpPr/>
          <p:nvPr userDrawn="1"/>
        </p:nvSpPr>
        <p:spPr>
          <a:xfrm>
            <a:off x="3800576" y="2"/>
            <a:ext cx="4590853" cy="19579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bg1"/>
                </a:solidFill>
              </a:rPr>
              <a:t>MICROSOFT CONFIDENTIAL</a:t>
            </a:r>
          </a:p>
        </p:txBody>
      </p:sp>
    </p:spTree>
    <p:extLst>
      <p:ext uri="{BB962C8B-B14F-4D97-AF65-F5344CB8AC3E}">
        <p14:creationId xmlns:p14="http://schemas.microsoft.com/office/powerpoint/2010/main" val="2354803560"/>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userDrawn="1">
  <p:cSld name="Blank 3">
    <p:bg>
      <p:bgPr>
        <a:solidFill>
          <a:srgbClr val="45414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806379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1" y="585789"/>
            <a:ext cx="1366245" cy="292608"/>
          </a:xfrm>
          <a:prstGeom prst="rect">
            <a:avLst/>
          </a:prstGeom>
        </p:spPr>
      </p:pic>
      <p:sp>
        <p:nvSpPr>
          <p:cNvPr id="9" name="Title 1"/>
          <p:cNvSpPr>
            <a:spLocks noGrp="1"/>
          </p:cNvSpPr>
          <p:nvPr>
            <p:ph type="title" hasCustomPrompt="1"/>
          </p:nvPr>
        </p:nvSpPr>
        <p:spPr>
          <a:xfrm>
            <a:off x="584200" y="2982953"/>
            <a:ext cx="9144000" cy="553998"/>
          </a:xfrm>
          <a:noFill/>
        </p:spPr>
        <p:txBody>
          <a:bodyPr lIns="0" tIns="0" rIns="0" bIns="0" anchor="b" anchorCtr="0">
            <a:spAutoFit/>
          </a:bodyPr>
          <a:lstStyle>
            <a:lvl1pPr algn="l">
              <a:defRPr sz="3600" spc="-50" baseline="0">
                <a:solidFill>
                  <a:schemeClr val="accent2">
                    <a:lumMod val="60000"/>
                    <a:lumOff val="40000"/>
                  </a:schemeClr>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spTree>
    <p:extLst>
      <p:ext uri="{BB962C8B-B14F-4D97-AF65-F5344CB8AC3E}">
        <p14:creationId xmlns:p14="http://schemas.microsoft.com/office/powerpoint/2010/main" val="42369905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1" y="2428954"/>
            <a:ext cx="5271593" cy="1107996"/>
          </a:xfrm>
          <a:noFill/>
        </p:spPr>
        <p:txBody>
          <a:bodyPr wrap="square" lIns="0" tIns="0" rIns="0" bIns="0" anchor="b" anchorCtr="0">
            <a:spAutoFit/>
          </a:bodyPr>
          <a:lstStyle>
            <a:lvl1pPr algn="l">
              <a:defRPr sz="3600" spc="-50" baseline="0">
                <a:solidFill>
                  <a:schemeClr val="accent2">
                    <a:lumMod val="60000"/>
                    <a:lumOff val="40000"/>
                  </a:schemeClr>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1" y="3575301"/>
            <a:ext cx="5344261"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pic>
        <p:nvPicPr>
          <p:cNvPr id="2" name="Picture 1">
            <a:extLst>
              <a:ext uri="{FF2B5EF4-FFF2-40B4-BE49-F238E27FC236}">
                <a16:creationId xmlns:a16="http://schemas.microsoft.com/office/drawing/2014/main" id="{D91670EB-60AE-453D-9BE5-98C5EC262A2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112583" y="1648101"/>
            <a:ext cx="6278047" cy="3965511"/>
          </a:xfrm>
          <a:prstGeom prst="rect">
            <a:avLst/>
          </a:prstGeom>
        </p:spPr>
      </p:pic>
    </p:spTree>
    <p:extLst>
      <p:ext uri="{BB962C8B-B14F-4D97-AF65-F5344CB8AC3E}">
        <p14:creationId xmlns:p14="http://schemas.microsoft.com/office/powerpoint/2010/main" val="27345123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7_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44DAAA5-8D22-4214-BB05-9157E52DC9F3}"/>
              </a:ext>
            </a:extLst>
          </p:cNvPr>
          <p:cNvSpPr>
            <a:spLocks noGrp="1"/>
          </p:cNvSpPr>
          <p:nvPr>
            <p:ph type="title"/>
          </p:nvPr>
        </p:nvSpPr>
        <p:spPr>
          <a:xfrm>
            <a:off x="588264" y="2886726"/>
            <a:ext cx="3720772" cy="985025"/>
          </a:xfrm>
        </p:spPr>
        <p:txBody>
          <a:bodyPr/>
          <a:lstStyle>
            <a:lvl1pPr algn="l">
              <a:defRPr lang="en-US" sz="3200" b="1" kern="1200" cap="none" spc="-50" baseline="0">
                <a:ln w="3175">
                  <a:noFill/>
                </a:ln>
                <a:gradFill>
                  <a:gsLst>
                    <a:gs pos="0">
                      <a:srgbClr val="50E6FF"/>
                    </a:gs>
                    <a:gs pos="100000">
                      <a:srgbClr val="0078D4"/>
                    </a:gs>
                  </a:gsLst>
                  <a:lin ang="2700000" scaled="1"/>
                </a:gradFill>
                <a:effectLst/>
                <a:latin typeface="Segoe UI Semibold" panose="020B0502040204020203" pitchFamily="34" charset="0"/>
                <a:ea typeface="+mn-ea"/>
                <a:cs typeface="Segoe UI Semibold" panose="020B0502040204020203" pitchFamily="34" charset="0"/>
              </a:defRPr>
            </a:lvl1pPr>
          </a:lstStyle>
          <a:p>
            <a:r>
              <a:rPr lang="en-US"/>
              <a:t>Click to edit Master title style</a:t>
            </a:r>
          </a:p>
        </p:txBody>
      </p:sp>
      <p:sp>
        <p:nvSpPr>
          <p:cNvPr id="2" name="Text Placeholder 16">
            <a:extLst>
              <a:ext uri="{FF2B5EF4-FFF2-40B4-BE49-F238E27FC236}">
                <a16:creationId xmlns:a16="http://schemas.microsoft.com/office/drawing/2014/main" id="{AFB395A3-F329-7F43-8109-3016CAA1A145}"/>
              </a:ext>
            </a:extLst>
          </p:cNvPr>
          <p:cNvSpPr>
            <a:spLocks noGrp="1"/>
          </p:cNvSpPr>
          <p:nvPr>
            <p:ph type="body" sz="quarter" idx="21"/>
          </p:nvPr>
        </p:nvSpPr>
        <p:spPr>
          <a:xfrm>
            <a:off x="7425644" y="940441"/>
            <a:ext cx="3762310" cy="430887"/>
          </a:xfrm>
        </p:spPr>
        <p:txBody>
          <a:bodyPr/>
          <a:lstStyle>
            <a:lvl1pPr algn="l">
              <a:spcBef>
                <a:spcPts val="0"/>
              </a:spcBef>
              <a:spcAft>
                <a:spcPts val="1200"/>
              </a:spcAft>
              <a:defRPr kumimoji="0" lang="en-US" sz="2800" b="0" i="0" u="none" strike="noStrike" kern="0" cap="none" spc="0" normalizeH="0" baseline="0" dirty="0">
                <a:ln>
                  <a:noFill/>
                </a:ln>
                <a:solidFill>
                  <a:srgbClr val="FFFFFF"/>
                </a:solidFill>
                <a:effectLst/>
                <a:uLnTx/>
                <a:uFillTx/>
                <a:latin typeface="Segoe UI"/>
                <a:ea typeface="+mj-ea"/>
                <a:cs typeface="Segoe UI" pitchFamily="34" charset="0"/>
              </a:defRPr>
            </a:lvl1pPr>
            <a:lvl2pPr marL="0" indent="0" algn="l">
              <a:spcBef>
                <a:spcPts val="0"/>
              </a:spcBef>
              <a:spcAft>
                <a:spcPts val="0"/>
              </a:spcAft>
              <a:defRPr sz="1800" b="1">
                <a:solidFill>
                  <a:schemeClr val="tx1"/>
                </a:solidFill>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43" name="Text Placeholder 16">
            <a:extLst>
              <a:ext uri="{FF2B5EF4-FFF2-40B4-BE49-F238E27FC236}">
                <a16:creationId xmlns:a16="http://schemas.microsoft.com/office/drawing/2014/main" id="{1DDAB25F-31CA-A664-667A-6E4EDE149B3A}"/>
              </a:ext>
            </a:extLst>
          </p:cNvPr>
          <p:cNvSpPr>
            <a:spLocks noGrp="1"/>
          </p:cNvSpPr>
          <p:nvPr>
            <p:ph type="body" sz="quarter" idx="22"/>
          </p:nvPr>
        </p:nvSpPr>
        <p:spPr>
          <a:xfrm>
            <a:off x="7425644" y="2428766"/>
            <a:ext cx="3762310" cy="430887"/>
          </a:xfrm>
        </p:spPr>
        <p:txBody>
          <a:bodyPr/>
          <a:lstStyle>
            <a:lvl1pPr algn="l">
              <a:spcBef>
                <a:spcPts val="0"/>
              </a:spcBef>
              <a:spcAft>
                <a:spcPts val="1200"/>
              </a:spcAft>
              <a:defRPr kumimoji="0" lang="en-US" sz="2800" b="0" i="0" u="none" strike="noStrike" kern="0" cap="none" spc="0" normalizeH="0" baseline="0" dirty="0">
                <a:ln>
                  <a:noFill/>
                </a:ln>
                <a:solidFill>
                  <a:srgbClr val="FFFFFF"/>
                </a:solidFill>
                <a:effectLst/>
                <a:uLnTx/>
                <a:uFillTx/>
                <a:latin typeface="Segoe UI"/>
                <a:ea typeface="+mj-ea"/>
                <a:cs typeface="Segoe UI" pitchFamily="34" charset="0"/>
              </a:defRPr>
            </a:lvl1pPr>
            <a:lvl2pPr marL="0" indent="0" algn="l">
              <a:spcBef>
                <a:spcPts val="0"/>
              </a:spcBef>
              <a:spcAft>
                <a:spcPts val="0"/>
              </a:spcAft>
              <a:defRPr sz="1800" b="1">
                <a:solidFill>
                  <a:schemeClr val="tx1"/>
                </a:solidFill>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44" name="Text Placeholder 16">
            <a:extLst>
              <a:ext uri="{FF2B5EF4-FFF2-40B4-BE49-F238E27FC236}">
                <a16:creationId xmlns:a16="http://schemas.microsoft.com/office/drawing/2014/main" id="{A2F95923-9084-939A-C2FB-70DBC7908BFB}"/>
              </a:ext>
            </a:extLst>
          </p:cNvPr>
          <p:cNvSpPr>
            <a:spLocks noGrp="1"/>
          </p:cNvSpPr>
          <p:nvPr>
            <p:ph type="body" sz="quarter" idx="23"/>
          </p:nvPr>
        </p:nvSpPr>
        <p:spPr>
          <a:xfrm>
            <a:off x="7425644" y="3898442"/>
            <a:ext cx="3762310" cy="430887"/>
          </a:xfrm>
        </p:spPr>
        <p:txBody>
          <a:bodyPr/>
          <a:lstStyle>
            <a:lvl1pPr algn="l">
              <a:spcBef>
                <a:spcPts val="0"/>
              </a:spcBef>
              <a:spcAft>
                <a:spcPts val="1200"/>
              </a:spcAft>
              <a:defRPr kumimoji="0" lang="en-US" sz="2800" b="0" i="0" u="none" strike="noStrike" kern="0" cap="none" spc="0" normalizeH="0" baseline="0" dirty="0">
                <a:ln>
                  <a:noFill/>
                </a:ln>
                <a:solidFill>
                  <a:srgbClr val="FFFFFF"/>
                </a:solidFill>
                <a:effectLst/>
                <a:uLnTx/>
                <a:uFillTx/>
                <a:latin typeface="Segoe UI"/>
                <a:ea typeface="+mj-ea"/>
                <a:cs typeface="Segoe UI" pitchFamily="34" charset="0"/>
              </a:defRPr>
            </a:lvl1pPr>
            <a:lvl2pPr marL="0" indent="0" algn="l">
              <a:spcBef>
                <a:spcPts val="0"/>
              </a:spcBef>
              <a:spcAft>
                <a:spcPts val="0"/>
              </a:spcAft>
              <a:defRPr sz="1800" b="1">
                <a:solidFill>
                  <a:schemeClr val="tx1"/>
                </a:solidFill>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45" name="Text Placeholder 16">
            <a:extLst>
              <a:ext uri="{FF2B5EF4-FFF2-40B4-BE49-F238E27FC236}">
                <a16:creationId xmlns:a16="http://schemas.microsoft.com/office/drawing/2014/main" id="{9FCA6A62-292B-33D3-2473-67D03C349715}"/>
              </a:ext>
            </a:extLst>
          </p:cNvPr>
          <p:cNvSpPr>
            <a:spLocks noGrp="1"/>
          </p:cNvSpPr>
          <p:nvPr>
            <p:ph type="body" sz="quarter" idx="24"/>
          </p:nvPr>
        </p:nvSpPr>
        <p:spPr>
          <a:xfrm>
            <a:off x="7425644" y="5345875"/>
            <a:ext cx="3762310" cy="430887"/>
          </a:xfrm>
        </p:spPr>
        <p:txBody>
          <a:bodyPr/>
          <a:lstStyle>
            <a:lvl1pPr algn="l">
              <a:spcBef>
                <a:spcPts val="0"/>
              </a:spcBef>
              <a:spcAft>
                <a:spcPts val="1200"/>
              </a:spcAft>
              <a:defRPr kumimoji="0" lang="en-US" sz="2800" b="0" i="0" u="none" strike="noStrike" kern="0" cap="none" spc="0" normalizeH="0" baseline="0" dirty="0">
                <a:ln>
                  <a:noFill/>
                </a:ln>
                <a:solidFill>
                  <a:srgbClr val="FFFFFF"/>
                </a:solidFill>
                <a:effectLst/>
                <a:uLnTx/>
                <a:uFillTx/>
                <a:latin typeface="Segoe UI"/>
                <a:ea typeface="+mj-ea"/>
                <a:cs typeface="Segoe UI" pitchFamily="34" charset="0"/>
              </a:defRPr>
            </a:lvl1pPr>
            <a:lvl2pPr marL="0" indent="0" algn="l">
              <a:spcBef>
                <a:spcPts val="0"/>
              </a:spcBef>
              <a:spcAft>
                <a:spcPts val="0"/>
              </a:spcAft>
              <a:defRPr sz="1800" b="1">
                <a:solidFill>
                  <a:schemeClr val="tx1"/>
                </a:solidFill>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Tree>
    <p:extLst>
      <p:ext uri="{BB962C8B-B14F-4D97-AF65-F5344CB8AC3E}">
        <p14:creationId xmlns:p14="http://schemas.microsoft.com/office/powerpoint/2010/main" val="336693464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userDrawn="1">
  <p:cSld name="43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A59F0-CB7A-EFE1-11B0-AC2110CECD32}"/>
              </a:ext>
            </a:extLst>
          </p:cNvPr>
          <p:cNvSpPr>
            <a:spLocks noGrp="1"/>
          </p:cNvSpPr>
          <p:nvPr>
            <p:ph type="title"/>
          </p:nvPr>
        </p:nvSpPr>
        <p:spPr>
          <a:xfrm>
            <a:off x="745067" y="2627471"/>
            <a:ext cx="4554902" cy="984885"/>
          </a:xfrm>
        </p:spPr>
        <p:txBody>
          <a:bodyPr anchor="b"/>
          <a:lstStyle>
            <a:lvl1pPr algn="l">
              <a:defRPr/>
            </a:lvl1pPr>
          </a:lstStyle>
          <a:p>
            <a:r>
              <a:rPr lang="en-US"/>
              <a:t>Click to edit Master title style</a:t>
            </a:r>
          </a:p>
        </p:txBody>
      </p:sp>
    </p:spTree>
    <p:extLst>
      <p:ext uri="{BB962C8B-B14F-4D97-AF65-F5344CB8AC3E}">
        <p14:creationId xmlns:p14="http://schemas.microsoft.com/office/powerpoint/2010/main" val="3481779479"/>
      </p:ext>
    </p:extLst>
  </p:cSld>
  <p:clrMapOvr>
    <a:masterClrMapping/>
  </p:clrMapOvr>
  <p:transition>
    <p:fade/>
  </p:transition>
  <p:extLst>
    <p:ext uri="{DCECCB84-F9BA-43D5-87BE-67443E8EF086}">
      <p15:sldGuideLst xmlns:p15="http://schemas.microsoft.com/office/powerpoint/2012/main">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4233197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3_Title and 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id="{E6DB9915-D43B-476C-B8A1-449F7E279229}"/>
              </a:ext>
            </a:extLst>
          </p:cNvPr>
          <p:cNvSpPr>
            <a:spLocks noGrp="1"/>
          </p:cNvSpPr>
          <p:nvPr>
            <p:ph type="body" sz="quarter" idx="11"/>
          </p:nvPr>
        </p:nvSpPr>
        <p:spPr>
          <a:xfrm>
            <a:off x="1478165" y="967696"/>
            <a:ext cx="9475586" cy="307804"/>
          </a:xfrm>
        </p:spPr>
        <p:txBody>
          <a:bodyPr/>
          <a:lstStyle>
            <a:lvl1pPr marL="0" indent="0" algn="ctr">
              <a:buNone/>
              <a:defRPr sz="2000">
                <a:solidFill>
                  <a:schemeClr val="accent1"/>
                </a:solidFill>
                <a:latin typeface="+mn-lt"/>
              </a:defRPr>
            </a:lvl1pPr>
          </a:lstStyle>
          <a:p>
            <a:pPr lvl="0"/>
            <a:r>
              <a:rPr lang="en-US"/>
              <a:t>Edit Master text styles</a:t>
            </a:r>
          </a:p>
        </p:txBody>
      </p:sp>
    </p:spTree>
    <p:extLst>
      <p:ext uri="{BB962C8B-B14F-4D97-AF65-F5344CB8AC3E}">
        <p14:creationId xmlns:p14="http://schemas.microsoft.com/office/powerpoint/2010/main" val="24467094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33_Title Only">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54CD60CB-E1FE-2997-64C8-1E6412960803}"/>
              </a:ext>
            </a:extLst>
          </p:cNvPr>
          <p:cNvSpPr>
            <a:spLocks noGrp="1"/>
          </p:cNvSpPr>
          <p:nvPr>
            <p:ph type="body" sz="quarter" idx="10"/>
          </p:nvPr>
        </p:nvSpPr>
        <p:spPr>
          <a:xfrm>
            <a:off x="584200" y="1436689"/>
            <a:ext cx="3481388" cy="2277547"/>
          </a:xfrm>
        </p:spPr>
        <p:txBody>
          <a:bodyPr/>
          <a:lstStyle>
            <a:lvl1pPr>
              <a:spcBef>
                <a:spcPts val="0"/>
              </a:spcBef>
              <a:spcAft>
                <a:spcPts val="1200"/>
              </a:spcAft>
              <a:defRPr lang="en-US" sz="2400" kern="120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600"/>
              </a:spcBef>
              <a:defRPr sz="1600"/>
            </a:lvl2pPr>
            <a:lvl3pPr marL="226970" indent="-226970">
              <a:spcBef>
                <a:spcPts val="600"/>
              </a:spcBef>
              <a:buFont typeface="Arial" panose="020B0604020202020204"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5">
            <a:extLst>
              <a:ext uri="{FF2B5EF4-FFF2-40B4-BE49-F238E27FC236}">
                <a16:creationId xmlns:a16="http://schemas.microsoft.com/office/drawing/2014/main" id="{FD77230A-4591-DF56-13FE-4E2C7655630B}"/>
              </a:ext>
            </a:extLst>
          </p:cNvPr>
          <p:cNvSpPr>
            <a:spLocks noGrp="1"/>
          </p:cNvSpPr>
          <p:nvPr>
            <p:ph type="body" sz="quarter" idx="11"/>
          </p:nvPr>
        </p:nvSpPr>
        <p:spPr>
          <a:xfrm>
            <a:off x="7185026" y="1436689"/>
            <a:ext cx="4424363" cy="1440634"/>
          </a:xfrm>
        </p:spPr>
        <p:txBody>
          <a:bodyPr/>
          <a:lstStyle>
            <a:lvl1pPr>
              <a:spcBef>
                <a:spcPts val="0"/>
              </a:spcBef>
              <a:spcAft>
                <a:spcPts val="1200"/>
              </a:spcAft>
              <a:defRPr lang="en-US" sz="2400" kern="120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marL="231730" indent="-231730">
              <a:spcBef>
                <a:spcPts val="600"/>
              </a:spcBef>
              <a:spcAft>
                <a:spcPts val="0"/>
              </a:spcAft>
              <a:buFont typeface="+mj-lt"/>
              <a:buAutoNum type="arabicPeriod"/>
              <a:defRPr sz="1400"/>
            </a:lvl2pPr>
            <a:lvl3pPr marL="398386" indent="-168243">
              <a:spcBef>
                <a:spcPts val="0"/>
              </a:spcBef>
              <a:buFont typeface="Arial" panose="020B0604020202020204" pitchFamily="34" charset="0"/>
              <a:buChar char="•"/>
              <a:defRPr sz="1200"/>
            </a:lvl3pPr>
            <a:lvl4pPr marL="171417" indent="-171417">
              <a:spcBef>
                <a:spcPts val="0"/>
              </a:spcBef>
              <a:spcAft>
                <a:spcPts val="0"/>
              </a:spcAft>
              <a:buFont typeface="Arial" panose="020B0604020202020204" pitchFamily="34" charset="0"/>
              <a:buChar char="•"/>
              <a:defRPr lang="en-US" sz="1000" kern="1200" cap="none"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PRODUCIBILITY" descr="REPRODUCIBILITY&#10;">
            <a:extLst>
              <a:ext uri="{FF2B5EF4-FFF2-40B4-BE49-F238E27FC236}">
                <a16:creationId xmlns:a16="http://schemas.microsoft.com/office/drawing/2014/main" id="{708D949C-FDD3-98DB-03C3-27630F1EC18D}"/>
              </a:ext>
            </a:extLst>
          </p:cNvPr>
          <p:cNvSpPr>
            <a:spLocks noGrp="1"/>
          </p:cNvSpPr>
          <p:nvPr>
            <p:ph type="body" sz="quarter" idx="12"/>
          </p:nvPr>
        </p:nvSpPr>
        <p:spPr>
          <a:xfrm>
            <a:off x="9388601" y="288369"/>
            <a:ext cx="2212087" cy="297419"/>
          </a:xfrm>
          <a:prstGeom prst="roundRect">
            <a:avLst>
              <a:gd name="adj" fmla="val 50000"/>
            </a:avLst>
          </a:prstGeom>
          <a:gradFill>
            <a:gsLst>
              <a:gs pos="67000">
                <a:srgbClr val="9BF00B"/>
              </a:gs>
              <a:gs pos="0">
                <a:srgbClr val="FEF000"/>
              </a:gs>
            </a:gsLst>
            <a:lin ang="0" scaled="1"/>
          </a:gradFill>
          <a:ln w="9525" cap="flat" cmpd="sng" algn="ctr">
            <a:no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defRPr kumimoji="0" lang="en-US" sz="1050" b="0" i="0" u="none" strike="noStrike" cap="none" spc="300" normalizeH="0" dirty="0" smtClean="0">
                <a:ln>
                  <a:noFill/>
                </a:ln>
                <a:solidFill>
                  <a:schemeClr val="bg1"/>
                </a:solidFill>
                <a:effectLst/>
                <a:uLnTx/>
                <a:uFillTx/>
                <a:latin typeface="+mj-lt"/>
                <a:ea typeface="Segoe UI" pitchFamily="34" charset="0"/>
                <a:cs typeface="Segoe UI" pitchFamily="34" charset="0"/>
              </a:defRPr>
            </a:lvl1pPr>
          </a:lstStyle>
          <a:p>
            <a:pPr lvl="0" algn="ctr" defTabSz="932293" fontAlgn="base">
              <a:spcBef>
                <a:spcPct val="0"/>
              </a:spcBef>
              <a:spcAft>
                <a:spcPct val="0"/>
              </a:spcAft>
              <a:buSzTx/>
              <a:buFontTx/>
            </a:pPr>
            <a:r>
              <a:rPr lang="en-US"/>
              <a:t>Click</a:t>
            </a:r>
          </a:p>
        </p:txBody>
      </p:sp>
      <p:sp>
        <p:nvSpPr>
          <p:cNvPr id="3" name="Title 2">
            <a:extLst>
              <a:ext uri="{FF2B5EF4-FFF2-40B4-BE49-F238E27FC236}">
                <a16:creationId xmlns:a16="http://schemas.microsoft.com/office/drawing/2014/main" id="{45DE5E1E-E5FB-43C8-AA70-F8341E35BDBF}"/>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83209106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8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54CD60CB-E1FE-2997-64C8-1E6412960803}"/>
              </a:ext>
            </a:extLst>
          </p:cNvPr>
          <p:cNvSpPr>
            <a:spLocks noGrp="1"/>
          </p:cNvSpPr>
          <p:nvPr>
            <p:ph type="body" sz="quarter" idx="10"/>
          </p:nvPr>
        </p:nvSpPr>
        <p:spPr>
          <a:xfrm>
            <a:off x="584200" y="1436689"/>
            <a:ext cx="3481388" cy="2277547"/>
          </a:xfrm>
        </p:spPr>
        <p:txBody>
          <a:bodyPr/>
          <a:lstStyle>
            <a:lvl1pPr>
              <a:spcBef>
                <a:spcPts val="0"/>
              </a:spcBef>
              <a:spcAft>
                <a:spcPts val="1200"/>
              </a:spcAft>
              <a:defRPr lang="en-US" sz="2400" kern="120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600"/>
              </a:spcBef>
              <a:defRPr sz="1600"/>
            </a:lvl2pPr>
            <a:lvl3pPr marL="226970" indent="-226970">
              <a:spcBef>
                <a:spcPts val="600"/>
              </a:spcBef>
              <a:buFont typeface="Arial" panose="020B0604020202020204"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5">
            <a:extLst>
              <a:ext uri="{FF2B5EF4-FFF2-40B4-BE49-F238E27FC236}">
                <a16:creationId xmlns:a16="http://schemas.microsoft.com/office/drawing/2014/main" id="{FD77230A-4591-DF56-13FE-4E2C7655630B}"/>
              </a:ext>
            </a:extLst>
          </p:cNvPr>
          <p:cNvSpPr>
            <a:spLocks noGrp="1"/>
          </p:cNvSpPr>
          <p:nvPr>
            <p:ph type="body" sz="quarter" idx="11"/>
          </p:nvPr>
        </p:nvSpPr>
        <p:spPr>
          <a:xfrm>
            <a:off x="7837488" y="1436689"/>
            <a:ext cx="3771900" cy="1846659"/>
          </a:xfrm>
        </p:spPr>
        <p:txBody>
          <a:bodyPr/>
          <a:lstStyle>
            <a:lvl1pPr>
              <a:spcBef>
                <a:spcPts val="0"/>
              </a:spcBef>
              <a:spcAft>
                <a:spcPts val="1200"/>
              </a:spcAft>
              <a:defRPr lang="en-US" sz="2400" kern="120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marL="231730" indent="-231730">
              <a:spcBef>
                <a:spcPts val="600"/>
              </a:spcBef>
              <a:spcAft>
                <a:spcPts val="0"/>
              </a:spcAft>
              <a:buFont typeface="+mj-lt"/>
              <a:buAutoNum type="arabicPeriod"/>
              <a:defRPr sz="1600"/>
            </a:lvl2pPr>
            <a:lvl3pPr marL="398386" indent="-168243">
              <a:spcBef>
                <a:spcPts val="0"/>
              </a:spcBef>
              <a:buFont typeface="Arial" panose="020B0604020202020204" pitchFamily="34" charset="0"/>
              <a:buChar char="•"/>
              <a:defRPr sz="1200"/>
            </a:lvl3pPr>
            <a:lvl4pPr marL="171417" indent="-171417">
              <a:spcBef>
                <a:spcPts val="0"/>
              </a:spcBef>
              <a:spcAft>
                <a:spcPts val="0"/>
              </a:spcAft>
              <a:buFont typeface="Arial" panose="020B0604020202020204" pitchFamily="34" charset="0"/>
              <a:buChar char="•"/>
              <a:defRPr lang="en-US" sz="1000" kern="1200" cap="none"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PRODUCIBILITY" descr="REPRODUCIBILITY&#10;">
            <a:extLst>
              <a:ext uri="{FF2B5EF4-FFF2-40B4-BE49-F238E27FC236}">
                <a16:creationId xmlns:a16="http://schemas.microsoft.com/office/drawing/2014/main" id="{708D949C-FDD3-98DB-03C3-27630F1EC18D}"/>
              </a:ext>
            </a:extLst>
          </p:cNvPr>
          <p:cNvSpPr>
            <a:spLocks noGrp="1"/>
          </p:cNvSpPr>
          <p:nvPr>
            <p:ph type="body" sz="quarter" idx="12"/>
          </p:nvPr>
        </p:nvSpPr>
        <p:spPr>
          <a:xfrm>
            <a:off x="9388601" y="288369"/>
            <a:ext cx="2212087" cy="297419"/>
          </a:xfrm>
          <a:prstGeom prst="roundRect">
            <a:avLst>
              <a:gd name="adj" fmla="val 50000"/>
            </a:avLst>
          </a:prstGeom>
          <a:gradFill>
            <a:gsLst>
              <a:gs pos="100000">
                <a:srgbClr val="FFB900"/>
              </a:gs>
              <a:gs pos="0">
                <a:srgbClr val="FF9349"/>
              </a:gs>
            </a:gsLst>
            <a:lin ang="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defRPr lang="en-US" sz="1050" cap="all" spc="300" baseline="0"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Click</a:t>
            </a:r>
          </a:p>
        </p:txBody>
      </p:sp>
      <p:sp>
        <p:nvSpPr>
          <p:cNvPr id="9" name="AUTOMATION" descr="AUTOMATION&#10;">
            <a:extLst>
              <a:ext uri="{FF2B5EF4-FFF2-40B4-BE49-F238E27FC236}">
                <a16:creationId xmlns:a16="http://schemas.microsoft.com/office/drawing/2014/main" id="{B07F33C5-7405-111B-4024-F1BDC6126BB0}"/>
              </a:ext>
            </a:extLst>
          </p:cNvPr>
          <p:cNvSpPr>
            <a:spLocks noGrp="1"/>
          </p:cNvSpPr>
          <p:nvPr>
            <p:ph type="body" sz="quarter" idx="13"/>
          </p:nvPr>
        </p:nvSpPr>
        <p:spPr>
          <a:xfrm>
            <a:off x="9388601" y="652225"/>
            <a:ext cx="2212087" cy="297419"/>
          </a:xfrm>
          <a:prstGeom prst="roundRect">
            <a:avLst>
              <a:gd name="adj" fmla="val 50000"/>
            </a:avLst>
          </a:prstGeom>
          <a:gradFill>
            <a:gsLst>
              <a:gs pos="100000">
                <a:schemeClr val="accent1"/>
              </a:gs>
              <a:gs pos="0">
                <a:srgbClr val="0078D4"/>
              </a:gs>
            </a:gsLst>
            <a:lin ang="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defRPr lang="en-US" sz="1050" cap="all" spc="300" baseline="0"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Click</a:t>
            </a:r>
          </a:p>
        </p:txBody>
      </p:sp>
    </p:spTree>
    <p:extLst>
      <p:ext uri="{BB962C8B-B14F-4D97-AF65-F5344CB8AC3E}">
        <p14:creationId xmlns:p14="http://schemas.microsoft.com/office/powerpoint/2010/main" val="215552506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22_Title Only">
    <p:spTree>
      <p:nvGrpSpPr>
        <p:cNvPr id="1" name=""/>
        <p:cNvGrpSpPr/>
        <p:nvPr/>
      </p:nvGrpSpPr>
      <p:grpSpPr>
        <a:xfrm>
          <a:off x="0" y="0"/>
          <a:ext cx="0" cy="0"/>
          <a:chOff x="0" y="0"/>
          <a:chExt cx="0" cy="0"/>
        </a:xfrm>
      </p:grpSpPr>
      <p:sp>
        <p:nvSpPr>
          <p:cNvPr id="14" name="Rounded Rectangle 1">
            <a:extLst>
              <a:ext uri="{FF2B5EF4-FFF2-40B4-BE49-F238E27FC236}">
                <a16:creationId xmlns:a16="http://schemas.microsoft.com/office/drawing/2014/main" id="{94EDD22D-53C4-5B0E-3BFF-8785B9BA7013}"/>
              </a:ext>
              <a:ext uri="{C183D7F6-B498-43B3-948B-1728B52AA6E4}">
                <adec:decorative xmlns:adec="http://schemas.microsoft.com/office/drawing/2017/decorative" val="1"/>
              </a:ext>
            </a:extLst>
          </p:cNvPr>
          <p:cNvSpPr/>
          <p:nvPr userDrawn="1"/>
        </p:nvSpPr>
        <p:spPr bwMode="auto">
          <a:xfrm>
            <a:off x="0" y="-1"/>
            <a:ext cx="12192000" cy="6858001"/>
          </a:xfrm>
          <a:prstGeom prst="roundRect">
            <a:avLst>
              <a:gd name="adj" fmla="val 0"/>
            </a:avLst>
          </a:prstGeom>
          <a:blipFill dpi="0" rotWithShape="1">
            <a:blip>
              <a:alphaModFix amt="20000"/>
              <a:extLst>
                <a:ext uri="{96DAC541-7B7A-43D3-8B79-37D633B846F1}">
                  <asvg:svgBlip xmlns:asvg="http://schemas.microsoft.com/office/drawing/2016/SVG/main" r:embed="rId2"/>
                </a:ext>
              </a:extLst>
            </a:blip>
            <a:srcRect/>
            <a:tile tx="0" ty="0" sx="90000" sy="90000" flip="none" algn="tl"/>
          </a:bli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rm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5" name="Rectangle: Top Corners Rounded 14">
            <a:extLst>
              <a:ext uri="{FF2B5EF4-FFF2-40B4-BE49-F238E27FC236}">
                <a16:creationId xmlns:a16="http://schemas.microsoft.com/office/drawing/2014/main" id="{CABA273B-81D4-C66C-747D-DA93C5FF6584}"/>
              </a:ext>
              <a:ext uri="{C183D7F6-B498-43B3-948B-1728B52AA6E4}">
                <adec:decorative xmlns:adec="http://schemas.microsoft.com/office/drawing/2017/decorative" val="1"/>
              </a:ext>
            </a:extLst>
          </p:cNvPr>
          <p:cNvSpPr/>
          <p:nvPr userDrawn="1"/>
        </p:nvSpPr>
        <p:spPr bwMode="auto">
          <a:xfrm>
            <a:off x="-151001" y="0"/>
            <a:ext cx="12188952" cy="6858000"/>
          </a:xfrm>
          <a:prstGeom prst="rect">
            <a:avLst/>
          </a:prstGeom>
          <a:solidFill>
            <a:srgbClr val="091F2C"/>
          </a:solidFill>
          <a:ln w="12700" cap="flat" cmpd="sng" algn="ctr">
            <a:noFill/>
            <a:prstDash val="solid"/>
            <a:headEnd type="none" w="med" len="med"/>
            <a:tailEnd type="none" w="med" len="med"/>
          </a:ln>
          <a:effectLst>
            <a:outerShdw blurRad="76200" dist="63500" dir="16200000" sx="99000" sy="99000" rotWithShape="0">
              <a:srgbClr val="000000">
                <a:alpha val="50000"/>
              </a:srgbClr>
            </a:outerShdw>
          </a:effectLst>
          <a:scene3d>
            <a:camera prst="perspectiveRight" fov="2700000">
              <a:rot lat="0" lon="21594000" rev="0"/>
            </a:camera>
            <a:lightRig rig="flat" dir="t"/>
          </a:scene3d>
          <a:sp3d>
            <a:bevelT w="0" h="38100"/>
            <a:bevelB w="0" h="0"/>
            <a:contourClr>
              <a:srgbClr val="000000"/>
            </a:contourClr>
          </a:sp3d>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solidFill>
                <a:srgbClr val="FFFFFF"/>
              </a:solidFill>
              <a:effectLst/>
              <a:uLnTx/>
              <a:uFillTx/>
              <a:latin typeface="Segoe UI"/>
              <a:ea typeface="+mn-ea"/>
              <a:cs typeface="Segoe UI" pitchFamily="34" charset="0"/>
            </a:endParaRPr>
          </a:p>
        </p:txBody>
      </p:sp>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
        <p:nvSpPr>
          <p:cNvPr id="9" name="Text Placeholder 8">
            <a:extLst>
              <a:ext uri="{FF2B5EF4-FFF2-40B4-BE49-F238E27FC236}">
                <a16:creationId xmlns:a16="http://schemas.microsoft.com/office/drawing/2014/main" id="{A83DC20C-D232-98F3-F118-5D6868928785}"/>
              </a:ext>
            </a:extLst>
          </p:cNvPr>
          <p:cNvSpPr>
            <a:spLocks noGrp="1"/>
          </p:cNvSpPr>
          <p:nvPr>
            <p:ph type="body" sz="quarter" idx="10"/>
          </p:nvPr>
        </p:nvSpPr>
        <p:spPr>
          <a:xfrm>
            <a:off x="154049"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293" fontAlgn="base">
              <a:spcBef>
                <a:spcPct val="0"/>
              </a:spcBef>
              <a:spcAft>
                <a:spcPct val="0"/>
              </a:spcAft>
            </a:pPr>
            <a:r>
              <a:rPr lang="en-US"/>
              <a:t>Click to edit Master text styles</a:t>
            </a:r>
          </a:p>
        </p:txBody>
      </p:sp>
      <p:sp>
        <p:nvSpPr>
          <p:cNvPr id="10" name="Text Placeholder 8">
            <a:extLst>
              <a:ext uri="{FF2B5EF4-FFF2-40B4-BE49-F238E27FC236}">
                <a16:creationId xmlns:a16="http://schemas.microsoft.com/office/drawing/2014/main" id="{CEFC1880-0CD7-405C-DDEF-0CF19C63F6C3}"/>
              </a:ext>
            </a:extLst>
          </p:cNvPr>
          <p:cNvSpPr>
            <a:spLocks noGrp="1"/>
          </p:cNvSpPr>
          <p:nvPr>
            <p:ph type="body" sz="quarter" idx="11"/>
          </p:nvPr>
        </p:nvSpPr>
        <p:spPr>
          <a:xfrm>
            <a:off x="2552732"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293" fontAlgn="base">
              <a:spcBef>
                <a:spcPct val="0"/>
              </a:spcBef>
              <a:spcAft>
                <a:spcPct val="0"/>
              </a:spcAft>
            </a:pPr>
            <a:r>
              <a:rPr lang="en-US"/>
              <a:t>Click to edit Master text styles</a:t>
            </a:r>
          </a:p>
        </p:txBody>
      </p:sp>
      <p:sp>
        <p:nvSpPr>
          <p:cNvPr id="11" name="Text Placeholder 8">
            <a:extLst>
              <a:ext uri="{FF2B5EF4-FFF2-40B4-BE49-F238E27FC236}">
                <a16:creationId xmlns:a16="http://schemas.microsoft.com/office/drawing/2014/main" id="{2C92843D-B2B2-C157-D9B1-4204970774C3}"/>
              </a:ext>
            </a:extLst>
          </p:cNvPr>
          <p:cNvSpPr>
            <a:spLocks noGrp="1"/>
          </p:cNvSpPr>
          <p:nvPr>
            <p:ph type="body" sz="quarter" idx="12"/>
          </p:nvPr>
        </p:nvSpPr>
        <p:spPr>
          <a:xfrm>
            <a:off x="4951414"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293" fontAlgn="base">
              <a:spcBef>
                <a:spcPct val="0"/>
              </a:spcBef>
              <a:spcAft>
                <a:spcPct val="0"/>
              </a:spcAft>
            </a:pPr>
            <a:r>
              <a:rPr lang="en-US"/>
              <a:t>Click to edit Master text styles</a:t>
            </a:r>
          </a:p>
        </p:txBody>
      </p:sp>
      <p:sp>
        <p:nvSpPr>
          <p:cNvPr id="12" name="Text Placeholder 8">
            <a:extLst>
              <a:ext uri="{FF2B5EF4-FFF2-40B4-BE49-F238E27FC236}">
                <a16:creationId xmlns:a16="http://schemas.microsoft.com/office/drawing/2014/main" id="{85923C28-82C8-CC10-B1F7-8AFC8C45C1BB}"/>
              </a:ext>
            </a:extLst>
          </p:cNvPr>
          <p:cNvSpPr>
            <a:spLocks noGrp="1"/>
          </p:cNvSpPr>
          <p:nvPr>
            <p:ph type="body" sz="quarter" idx="13"/>
          </p:nvPr>
        </p:nvSpPr>
        <p:spPr>
          <a:xfrm>
            <a:off x="7350095"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293" fontAlgn="base">
              <a:spcBef>
                <a:spcPct val="0"/>
              </a:spcBef>
              <a:spcAft>
                <a:spcPct val="0"/>
              </a:spcAft>
            </a:pPr>
            <a:r>
              <a:rPr lang="en-US"/>
              <a:t>Click to edit Master text styles</a:t>
            </a:r>
          </a:p>
        </p:txBody>
      </p:sp>
      <p:sp>
        <p:nvSpPr>
          <p:cNvPr id="13" name="Text Placeholder 8">
            <a:extLst>
              <a:ext uri="{FF2B5EF4-FFF2-40B4-BE49-F238E27FC236}">
                <a16:creationId xmlns:a16="http://schemas.microsoft.com/office/drawing/2014/main" id="{5EF7CBCB-6964-F1DB-6FA6-C6D496C758CA}"/>
              </a:ext>
            </a:extLst>
          </p:cNvPr>
          <p:cNvSpPr>
            <a:spLocks noGrp="1"/>
          </p:cNvSpPr>
          <p:nvPr>
            <p:ph type="body" sz="quarter" idx="14"/>
          </p:nvPr>
        </p:nvSpPr>
        <p:spPr>
          <a:xfrm>
            <a:off x="9748777"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293" fontAlgn="base">
              <a:spcBef>
                <a:spcPct val="0"/>
              </a:spcBef>
              <a:spcAft>
                <a:spcPct val="0"/>
              </a:spcAft>
            </a:pPr>
            <a:r>
              <a:rPr lang="en-US"/>
              <a:t>Click to edit Master text styles</a:t>
            </a:r>
          </a:p>
        </p:txBody>
      </p:sp>
    </p:spTree>
    <p:extLst>
      <p:ext uri="{BB962C8B-B14F-4D97-AF65-F5344CB8AC3E}">
        <p14:creationId xmlns:p14="http://schemas.microsoft.com/office/powerpoint/2010/main" val="32013888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25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750" fill="hold"/>
                                        <p:tgtEl>
                                          <p:spTgt spid="15"/>
                                        </p:tgtEl>
                                        <p:attrNameLst>
                                          <p:attrName>ppt_x</p:attrName>
                                        </p:attrNameLst>
                                      </p:cBhvr>
                                      <p:tavLst>
                                        <p:tav tm="0">
                                          <p:val>
                                            <p:strVal val="#ppt_x"/>
                                          </p:val>
                                        </p:tav>
                                        <p:tav tm="100000">
                                          <p:val>
                                            <p:strVal val="#ppt_x"/>
                                          </p:val>
                                        </p:tav>
                                      </p:tavLst>
                                    </p:anim>
                                    <p:anim calcmode="lin" valueType="num">
                                      <p:cBhvr additive="base">
                                        <p:cTn id="8" dur="750" fill="hold"/>
                                        <p:tgtEl>
                                          <p:spTgt spid="15"/>
                                        </p:tgtEl>
                                        <p:attrNameLst>
                                          <p:attrName>ppt_y</p:attrName>
                                        </p:attrNameLst>
                                      </p:cBhvr>
                                      <p:tavLst>
                                        <p:tav tm="0">
                                          <p:val>
                                            <p:strVal val="0-#ppt_h/2"/>
                                          </p:val>
                                        </p:tav>
                                        <p:tav tm="100000">
                                          <p:val>
                                            <p:strVal val="#ppt_y"/>
                                          </p:val>
                                        </p:tav>
                                      </p:tavLst>
                                    </p:anim>
                                  </p:childTnLst>
                                </p:cTn>
                              </p:par>
                              <p:par>
                                <p:cTn id="9" presetID="22" presetClass="entr" presetSubtype="1"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up)">
                                      <p:cBhvr>
                                        <p:cTn id="1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Lst>
  </p:timing>
  <p:extLst>
    <p:ext uri="{DCECCB84-F9BA-43D5-87BE-67443E8EF086}">
      <p15:sldGuideLst xmlns:p15="http://schemas.microsoft.com/office/powerpoint/2012/main">
        <p15:guide id="6" pos="779">
          <p15:clr>
            <a:srgbClr val="A4A3A4"/>
          </p15:clr>
        </p15:guide>
        <p15:guide id="7" pos="962">
          <p15:clr>
            <a:srgbClr val="A4A3A4"/>
          </p15:clr>
        </p15:guide>
        <p15:guide id="8" pos="1368">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0_Title and 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a:xfrm>
            <a:off x="588263" y="2667001"/>
            <a:ext cx="4593337" cy="985025"/>
          </a:xfrm>
        </p:spPr>
        <p:txBody>
          <a:bodyPr/>
          <a:lstStyle>
            <a:lvl1pPr algn="l">
              <a:defRPr/>
            </a:lvl1pPr>
          </a:lstStyle>
          <a:p>
            <a:r>
              <a:rPr lang="en-US"/>
              <a:t>Click to edit Master title style</a:t>
            </a:r>
          </a:p>
        </p:txBody>
      </p:sp>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Tree>
    <p:extLst>
      <p:ext uri="{BB962C8B-B14F-4D97-AF65-F5344CB8AC3E}">
        <p14:creationId xmlns:p14="http://schemas.microsoft.com/office/powerpoint/2010/main" val="234776989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6">
            <a:extLst>
              <a:ext uri="{FF2B5EF4-FFF2-40B4-BE49-F238E27FC236}">
                <a16:creationId xmlns:a16="http://schemas.microsoft.com/office/drawing/2014/main" id="{82F4C496-6FF7-17A6-93B8-74D9DDC19F94}"/>
              </a:ext>
            </a:extLst>
          </p:cNvPr>
          <p:cNvSpPr>
            <a:spLocks noGrp="1"/>
          </p:cNvSpPr>
          <p:nvPr>
            <p:ph type="body" sz="quarter" idx="11"/>
          </p:nvPr>
        </p:nvSpPr>
        <p:spPr>
          <a:xfrm>
            <a:off x="1478165" y="967696"/>
            <a:ext cx="9475586" cy="307804"/>
          </a:xfrm>
        </p:spPr>
        <p:txBody>
          <a:bodyPr/>
          <a:lstStyle>
            <a:lvl1pPr marL="0" indent="0" algn="ctr">
              <a:buNone/>
              <a:defRPr sz="2000">
                <a:solidFill>
                  <a:schemeClr val="accent1"/>
                </a:solidFill>
                <a:latin typeface="+mn-lt"/>
              </a:defRPr>
            </a:lvl1pPr>
          </a:lstStyle>
          <a:p>
            <a:pPr lvl="0"/>
            <a:r>
              <a:rPr lang="en-US"/>
              <a:t>Edit Master text styles</a:t>
            </a:r>
          </a:p>
        </p:txBody>
      </p:sp>
    </p:spTree>
    <p:extLst>
      <p:ext uri="{BB962C8B-B14F-4D97-AF65-F5344CB8AC3E}">
        <p14:creationId xmlns:p14="http://schemas.microsoft.com/office/powerpoint/2010/main" val="26317186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8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2222976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5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8" name="Text Placeholder 5">
            <a:extLst>
              <a:ext uri="{FF2B5EF4-FFF2-40B4-BE49-F238E27FC236}">
                <a16:creationId xmlns:a16="http://schemas.microsoft.com/office/drawing/2014/main" id="{85E8476A-0CDF-EF95-ACB2-CD2278F4DCF8}"/>
              </a:ext>
            </a:extLst>
          </p:cNvPr>
          <p:cNvSpPr>
            <a:spLocks noGrp="1"/>
          </p:cNvSpPr>
          <p:nvPr>
            <p:ph type="body" sz="quarter" idx="18"/>
          </p:nvPr>
        </p:nvSpPr>
        <p:spPr>
          <a:xfrm>
            <a:off x="1104265" y="3320578"/>
            <a:ext cx="1796590" cy="1431161"/>
          </a:xfrm>
        </p:spPr>
        <p:txBody>
          <a:bodyPr/>
          <a:lstStyle>
            <a:lvl1pPr algn="ctr">
              <a:spcBef>
                <a:spcPts val="6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defRPr sz="1600"/>
            </a:lvl2pPr>
            <a:lvl3pPr algn="ctr">
              <a:defRPr sz="1100"/>
            </a:lvl3pPr>
            <a:lvl4pPr algn="ctr">
              <a:defRPr sz="1050"/>
            </a:lvl4pPr>
            <a:lvl5pPr algn="ctr">
              <a:defRPr sz="1050"/>
            </a:lvl5pPr>
          </a:lstStyle>
          <a:p>
            <a:pPr lvl="0"/>
            <a:r>
              <a:rPr lang="en-US"/>
              <a:t>Click to edit Master text styles</a:t>
            </a:r>
          </a:p>
          <a:p>
            <a:pPr lvl="1"/>
            <a:r>
              <a:rPr lang="en-US"/>
              <a:t>Second level</a:t>
            </a:r>
          </a:p>
        </p:txBody>
      </p:sp>
      <p:sp>
        <p:nvSpPr>
          <p:cNvPr id="9" name="Text Placeholder 5">
            <a:extLst>
              <a:ext uri="{FF2B5EF4-FFF2-40B4-BE49-F238E27FC236}">
                <a16:creationId xmlns:a16="http://schemas.microsoft.com/office/drawing/2014/main" id="{4E718DB4-156F-40E4-0B8A-54D04C5C6EB3}"/>
              </a:ext>
            </a:extLst>
          </p:cNvPr>
          <p:cNvSpPr>
            <a:spLocks noGrp="1"/>
          </p:cNvSpPr>
          <p:nvPr>
            <p:ph type="body" sz="quarter" idx="19"/>
          </p:nvPr>
        </p:nvSpPr>
        <p:spPr>
          <a:xfrm>
            <a:off x="4110269" y="3320579"/>
            <a:ext cx="1796590" cy="1461939"/>
          </a:xfrm>
        </p:spPr>
        <p:txBody>
          <a:bodyPr/>
          <a:lstStyle>
            <a:lvl1pPr algn="ctr">
              <a:spcBef>
                <a:spcPts val="6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defRPr sz="1600"/>
            </a:lvl2pPr>
            <a:lvl3pPr algn="ctr">
              <a:defRPr sz="1100"/>
            </a:lvl3pPr>
            <a:lvl4pPr algn="ctr">
              <a:defRPr sz="1050"/>
            </a:lvl4pPr>
            <a:lvl5pPr algn="ctr">
              <a:defRPr sz="1050"/>
            </a:lvl5pPr>
          </a:lstStyle>
          <a:p>
            <a:pPr lvl="0"/>
            <a:r>
              <a:rPr lang="en-US"/>
              <a:t>Click to edit Master text styles</a:t>
            </a:r>
          </a:p>
          <a:p>
            <a:pPr lvl="1"/>
            <a:r>
              <a:rPr lang="en-US"/>
              <a:t>Second level</a:t>
            </a:r>
          </a:p>
        </p:txBody>
      </p:sp>
      <p:sp>
        <p:nvSpPr>
          <p:cNvPr id="3" name="Text Placeholder 5">
            <a:extLst>
              <a:ext uri="{FF2B5EF4-FFF2-40B4-BE49-F238E27FC236}">
                <a16:creationId xmlns:a16="http://schemas.microsoft.com/office/drawing/2014/main" id="{55307E44-7817-41E8-9AB4-AF28208961EA}"/>
              </a:ext>
            </a:extLst>
          </p:cNvPr>
          <p:cNvSpPr>
            <a:spLocks noGrp="1"/>
          </p:cNvSpPr>
          <p:nvPr>
            <p:ph type="body" sz="quarter" idx="17"/>
          </p:nvPr>
        </p:nvSpPr>
        <p:spPr>
          <a:xfrm>
            <a:off x="6819462" y="2051873"/>
            <a:ext cx="4377716" cy="692497"/>
          </a:xfrm>
        </p:spPr>
        <p:txBody>
          <a:bodyPr/>
          <a:lstStyle>
            <a:lvl1pPr algn="l">
              <a:spcBef>
                <a:spcPts val="600"/>
              </a:spcBef>
              <a:spcAft>
                <a:spcPts val="600"/>
              </a:spcAft>
              <a:defRPr lang="en-US" sz="2000" kern="1200" spc="0" baseline="0" dirty="0" smtClean="0">
                <a:solidFill>
                  <a:schemeClr val="tx1"/>
                </a:solidFill>
                <a:latin typeface="+mn-lt"/>
                <a:ea typeface="+mn-ea"/>
                <a:cs typeface="Segoe UI Light" panose="020B0502040204020203" pitchFamily="34" charset="0"/>
              </a:defRPr>
            </a:lvl1pPr>
            <a:lvl2pPr algn="l">
              <a:spcBef>
                <a:spcPts val="0"/>
              </a:spcBef>
              <a:defRPr sz="2000"/>
            </a:lvl2pPr>
            <a:lvl3pPr algn="ctr">
              <a:defRPr sz="1100"/>
            </a:lvl3pPr>
            <a:lvl4pPr algn="ctr">
              <a:defRPr sz="1050"/>
            </a:lvl4pPr>
            <a:lvl5pPr algn="ctr">
              <a:defRPr sz="105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60813736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2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
        <p:nvSpPr>
          <p:cNvPr id="12" name="Text Placeholder 11">
            <a:extLst>
              <a:ext uri="{FF2B5EF4-FFF2-40B4-BE49-F238E27FC236}">
                <a16:creationId xmlns:a16="http://schemas.microsoft.com/office/drawing/2014/main" id="{2050B4F7-98B5-FA97-659F-3232A62B7771}"/>
              </a:ext>
            </a:extLst>
          </p:cNvPr>
          <p:cNvSpPr>
            <a:spLocks noGrp="1"/>
          </p:cNvSpPr>
          <p:nvPr>
            <p:ph type="body" sz="quarter" idx="10"/>
          </p:nvPr>
        </p:nvSpPr>
        <p:spPr>
          <a:xfrm>
            <a:off x="564032" y="2940846"/>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192">
              <a:spcBef>
                <a:spcPct val="20000"/>
              </a:spcBef>
            </a:pPr>
            <a:r>
              <a:rPr lang="en-US"/>
              <a:t>Click to edit</a:t>
            </a:r>
          </a:p>
        </p:txBody>
      </p:sp>
      <p:sp>
        <p:nvSpPr>
          <p:cNvPr id="20" name="Text Placeholder 11">
            <a:extLst>
              <a:ext uri="{FF2B5EF4-FFF2-40B4-BE49-F238E27FC236}">
                <a16:creationId xmlns:a16="http://schemas.microsoft.com/office/drawing/2014/main" id="{110D064E-4467-2864-63B3-DAB2CBEB80D6}"/>
              </a:ext>
            </a:extLst>
          </p:cNvPr>
          <p:cNvSpPr>
            <a:spLocks noGrp="1"/>
          </p:cNvSpPr>
          <p:nvPr>
            <p:ph type="body" sz="quarter" idx="18"/>
          </p:nvPr>
        </p:nvSpPr>
        <p:spPr>
          <a:xfrm>
            <a:off x="2746470" y="2940846"/>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192">
              <a:spcBef>
                <a:spcPct val="20000"/>
              </a:spcBef>
            </a:pPr>
            <a:r>
              <a:rPr lang="en-US"/>
              <a:t>Click to edit</a:t>
            </a:r>
          </a:p>
        </p:txBody>
      </p:sp>
      <p:sp>
        <p:nvSpPr>
          <p:cNvPr id="21" name="Text Placeholder 11">
            <a:extLst>
              <a:ext uri="{FF2B5EF4-FFF2-40B4-BE49-F238E27FC236}">
                <a16:creationId xmlns:a16="http://schemas.microsoft.com/office/drawing/2014/main" id="{A325F300-2128-61DD-1DCF-36523C961111}"/>
              </a:ext>
            </a:extLst>
          </p:cNvPr>
          <p:cNvSpPr>
            <a:spLocks noGrp="1"/>
          </p:cNvSpPr>
          <p:nvPr>
            <p:ph type="body" sz="quarter" idx="19"/>
          </p:nvPr>
        </p:nvSpPr>
        <p:spPr>
          <a:xfrm>
            <a:off x="4991538" y="2940846"/>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192">
              <a:spcBef>
                <a:spcPct val="20000"/>
              </a:spcBef>
            </a:pPr>
            <a:r>
              <a:rPr lang="en-US"/>
              <a:t>Click to edit</a:t>
            </a:r>
          </a:p>
        </p:txBody>
      </p:sp>
      <p:sp>
        <p:nvSpPr>
          <p:cNvPr id="22" name="Text Placeholder 11">
            <a:extLst>
              <a:ext uri="{FF2B5EF4-FFF2-40B4-BE49-F238E27FC236}">
                <a16:creationId xmlns:a16="http://schemas.microsoft.com/office/drawing/2014/main" id="{5AFA632C-E293-EE49-CCC1-B866576F1FE5}"/>
              </a:ext>
            </a:extLst>
          </p:cNvPr>
          <p:cNvSpPr>
            <a:spLocks noGrp="1"/>
          </p:cNvSpPr>
          <p:nvPr>
            <p:ph type="body" sz="quarter" idx="20"/>
          </p:nvPr>
        </p:nvSpPr>
        <p:spPr>
          <a:xfrm>
            <a:off x="7185025" y="2940846"/>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192">
              <a:spcBef>
                <a:spcPct val="20000"/>
              </a:spcBef>
            </a:pPr>
            <a:r>
              <a:rPr lang="en-US"/>
              <a:t>Click to edit</a:t>
            </a:r>
          </a:p>
        </p:txBody>
      </p:sp>
      <p:sp>
        <p:nvSpPr>
          <p:cNvPr id="23" name="Text Placeholder 11">
            <a:extLst>
              <a:ext uri="{FF2B5EF4-FFF2-40B4-BE49-F238E27FC236}">
                <a16:creationId xmlns:a16="http://schemas.microsoft.com/office/drawing/2014/main" id="{06C1CFEA-5A60-5E02-DA12-C41FEF5EF19B}"/>
              </a:ext>
            </a:extLst>
          </p:cNvPr>
          <p:cNvSpPr>
            <a:spLocks noGrp="1"/>
          </p:cNvSpPr>
          <p:nvPr>
            <p:ph type="body" sz="quarter" idx="21"/>
          </p:nvPr>
        </p:nvSpPr>
        <p:spPr>
          <a:xfrm>
            <a:off x="9378512" y="2940846"/>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192">
              <a:spcBef>
                <a:spcPct val="20000"/>
              </a:spcBef>
            </a:pPr>
            <a:r>
              <a:rPr lang="en-US"/>
              <a:t>Click to edit</a:t>
            </a:r>
          </a:p>
        </p:txBody>
      </p:sp>
      <p:sp>
        <p:nvSpPr>
          <p:cNvPr id="24" name="Text Placeholder 11">
            <a:extLst>
              <a:ext uri="{FF2B5EF4-FFF2-40B4-BE49-F238E27FC236}">
                <a16:creationId xmlns:a16="http://schemas.microsoft.com/office/drawing/2014/main" id="{BB1702A7-ABE8-21E4-9089-E1DECA62C150}"/>
              </a:ext>
            </a:extLst>
          </p:cNvPr>
          <p:cNvSpPr>
            <a:spLocks noGrp="1"/>
          </p:cNvSpPr>
          <p:nvPr>
            <p:ph type="body" sz="quarter" idx="22"/>
          </p:nvPr>
        </p:nvSpPr>
        <p:spPr>
          <a:xfrm>
            <a:off x="4550346" y="4308745"/>
            <a:ext cx="2802385" cy="335742"/>
          </a:xfrm>
          <a:solidFill>
            <a:schemeClr val="bg1"/>
          </a:solidFill>
        </p:spPr>
        <p:txBody>
          <a:bodyPr>
            <a:noAutofit/>
          </a:bodyPr>
          <a:lstStyle>
            <a:lvl1pPr algn="ctr">
              <a:defRPr lang="en-US" sz="2000" dirty="0">
                <a:solidFill>
                  <a:schemeClr val="tx1"/>
                </a:solidFill>
                <a:latin typeface="Segoe UI Semibold"/>
                <a:cs typeface="Segoe UI" panose="020B0502040204020203" pitchFamily="34" charset="0"/>
              </a:defRPr>
            </a:lvl1pPr>
          </a:lstStyle>
          <a:p>
            <a:pPr lvl="0" algn="ctr" defTabSz="914192">
              <a:spcBef>
                <a:spcPct val="20000"/>
              </a:spcBef>
            </a:pPr>
            <a:r>
              <a:rPr lang="en-US"/>
              <a:t>Click to edit</a:t>
            </a:r>
          </a:p>
        </p:txBody>
      </p:sp>
      <p:sp>
        <p:nvSpPr>
          <p:cNvPr id="25" name="Text Placeholder 11">
            <a:extLst>
              <a:ext uri="{FF2B5EF4-FFF2-40B4-BE49-F238E27FC236}">
                <a16:creationId xmlns:a16="http://schemas.microsoft.com/office/drawing/2014/main" id="{C553FCC1-75A2-80FF-E7B2-BED43188E39F}"/>
              </a:ext>
            </a:extLst>
          </p:cNvPr>
          <p:cNvSpPr>
            <a:spLocks noGrp="1"/>
          </p:cNvSpPr>
          <p:nvPr>
            <p:ph type="body" sz="quarter" idx="23"/>
          </p:nvPr>
        </p:nvSpPr>
        <p:spPr>
          <a:xfrm>
            <a:off x="4550346" y="4759092"/>
            <a:ext cx="2802385" cy="335742"/>
          </a:xfrm>
          <a:solidFill>
            <a:schemeClr val="bg1"/>
          </a:solidFill>
        </p:spPr>
        <p:txBody>
          <a:bodyPr>
            <a:noAutofit/>
          </a:bodyPr>
          <a:lstStyle>
            <a:lvl1pPr algn="ctr">
              <a:defRPr lang="en-US" sz="2000" dirty="0">
                <a:solidFill>
                  <a:schemeClr val="tx1"/>
                </a:solidFill>
                <a:latin typeface="Segoe UI Semibold"/>
                <a:cs typeface="Segoe UI" panose="020B0502040204020203" pitchFamily="34" charset="0"/>
              </a:defRPr>
            </a:lvl1pPr>
          </a:lstStyle>
          <a:p>
            <a:pPr lvl="0" algn="ctr" defTabSz="914192">
              <a:spcBef>
                <a:spcPct val="20000"/>
              </a:spcBef>
            </a:pPr>
            <a:r>
              <a:rPr lang="en-US"/>
              <a:t>Click to edit</a:t>
            </a:r>
          </a:p>
        </p:txBody>
      </p:sp>
      <p:sp>
        <p:nvSpPr>
          <p:cNvPr id="26" name="Text Placeholder 11">
            <a:extLst>
              <a:ext uri="{FF2B5EF4-FFF2-40B4-BE49-F238E27FC236}">
                <a16:creationId xmlns:a16="http://schemas.microsoft.com/office/drawing/2014/main" id="{6F416C17-143D-1A7D-FED5-2C754B084B71}"/>
              </a:ext>
            </a:extLst>
          </p:cNvPr>
          <p:cNvSpPr>
            <a:spLocks noGrp="1"/>
          </p:cNvSpPr>
          <p:nvPr>
            <p:ph type="body" sz="quarter" idx="24"/>
          </p:nvPr>
        </p:nvSpPr>
        <p:spPr>
          <a:xfrm>
            <a:off x="3022583" y="5650110"/>
            <a:ext cx="6146835" cy="215444"/>
          </a:xfrm>
        </p:spPr>
        <p:txBody>
          <a:bodyPr>
            <a:noAutofit/>
          </a:bodyPr>
          <a:lstStyle>
            <a:lvl1pPr algn="ctr">
              <a:defRPr lang="en-US" sz="1400" dirty="0">
                <a:solidFill>
                  <a:schemeClr val="tx1"/>
                </a:solidFill>
                <a:latin typeface="Segoe UI Semibold"/>
                <a:cs typeface="Segoe UI" panose="020B0502040204020203" pitchFamily="34" charset="0"/>
              </a:defRPr>
            </a:lvl1pPr>
          </a:lstStyle>
          <a:p>
            <a:pPr lvl="0" algn="ctr" defTabSz="914192">
              <a:spcBef>
                <a:spcPct val="20000"/>
              </a:spcBef>
            </a:pPr>
            <a:r>
              <a:rPr lang="en-US"/>
              <a:t>Click to edit</a:t>
            </a:r>
          </a:p>
        </p:txBody>
      </p:sp>
    </p:spTree>
    <p:extLst>
      <p:ext uri="{BB962C8B-B14F-4D97-AF65-F5344CB8AC3E}">
        <p14:creationId xmlns:p14="http://schemas.microsoft.com/office/powerpoint/2010/main" val="123877675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fade">
                                      <p:cBhvr>
                                        <p:cTn id="7" dur="250"/>
                                        <p:tgtEl>
                                          <p:spTgt spid="12">
                                            <p:txEl>
                                              <p:pRg st="0" end="0"/>
                                            </p:txEl>
                                          </p:spTgt>
                                        </p:tgtEl>
                                      </p:cBhvr>
                                    </p:animEffect>
                                  </p:childTnLst>
                                </p:cTn>
                              </p:par>
                              <p:par>
                                <p:cTn id="8" presetID="64" presetClass="path" presetSubtype="0" decel="100000" fill="hold" grpId="1" nodeType="withEffect">
                                  <p:stCondLst>
                                    <p:cond delay="0"/>
                                  </p:stCondLst>
                                  <p:childTnLst>
                                    <p:animMotion origin="layout" path="M 3.95833E-6 0.0787 L 3.95833E-6 -7.40741E-7 " pathEditMode="relative" rAng="0" ptsTypes="AA">
                                      <p:cBhvr>
                                        <p:cTn id="9" dur="700" fill="hold"/>
                                        <p:tgtEl>
                                          <p:spTgt spid="12">
                                            <p:txEl>
                                              <p:pRg st="0" end="0"/>
                                            </p:txEl>
                                          </p:spTgt>
                                        </p:tgtEl>
                                        <p:attrNameLst>
                                          <p:attrName>ppt_x</p:attrName>
                                          <p:attrName>ppt_y</p:attrName>
                                        </p:attrNameLst>
                                      </p:cBhvr>
                                      <p:rCtr x="0" y="-3935"/>
                                    </p:animMotion>
                                  </p:childTnLst>
                                </p:cTn>
                              </p:par>
                              <p:par>
                                <p:cTn id="10" presetID="10" presetClass="entr" presetSubtype="0" fill="hold" grpId="0" nodeType="with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fade">
                                      <p:cBhvr>
                                        <p:cTn id="12" dur="250"/>
                                        <p:tgtEl>
                                          <p:spTgt spid="20">
                                            <p:txEl>
                                              <p:pRg st="0" end="0"/>
                                            </p:txEl>
                                          </p:spTgt>
                                        </p:tgtEl>
                                      </p:cBhvr>
                                    </p:animEffect>
                                  </p:childTnLst>
                                </p:cTn>
                              </p:par>
                              <p:par>
                                <p:cTn id="13" presetID="64" presetClass="path" presetSubtype="0" decel="100000" fill="hold" grpId="1" nodeType="withEffect">
                                  <p:stCondLst>
                                    <p:cond delay="0"/>
                                  </p:stCondLst>
                                  <p:childTnLst>
                                    <p:animMotion origin="layout" path="M 3.95833E-6 0.0787 L 3.95833E-6 -7.40741E-7 " pathEditMode="relative" rAng="0" ptsTypes="AA">
                                      <p:cBhvr>
                                        <p:cTn id="14" dur="700" fill="hold"/>
                                        <p:tgtEl>
                                          <p:spTgt spid="20">
                                            <p:txEl>
                                              <p:pRg st="0" end="0"/>
                                            </p:txEl>
                                          </p:spTgt>
                                        </p:tgtEl>
                                        <p:attrNameLst>
                                          <p:attrName>ppt_x</p:attrName>
                                          <p:attrName>ppt_y</p:attrName>
                                        </p:attrNameLst>
                                      </p:cBhvr>
                                      <p:rCtr x="0" y="-3935"/>
                                    </p:animMotion>
                                  </p:childTnLst>
                                </p:cTn>
                              </p:par>
                              <p:par>
                                <p:cTn id="15" presetID="10" presetClass="entr" presetSubtype="0" fill="hold" grpId="0" nodeType="withEffect">
                                  <p:stCondLst>
                                    <p:cond delay="0"/>
                                  </p:stCondLst>
                                  <p:childTnLst>
                                    <p:set>
                                      <p:cBhvr>
                                        <p:cTn id="16" dur="1" fill="hold">
                                          <p:stCondLst>
                                            <p:cond delay="0"/>
                                          </p:stCondLst>
                                        </p:cTn>
                                        <p:tgtEl>
                                          <p:spTgt spid="21">
                                            <p:txEl>
                                              <p:pRg st="0" end="0"/>
                                            </p:txEl>
                                          </p:spTgt>
                                        </p:tgtEl>
                                        <p:attrNameLst>
                                          <p:attrName>style.visibility</p:attrName>
                                        </p:attrNameLst>
                                      </p:cBhvr>
                                      <p:to>
                                        <p:strVal val="visible"/>
                                      </p:to>
                                    </p:set>
                                    <p:animEffect transition="in" filter="fade">
                                      <p:cBhvr>
                                        <p:cTn id="17" dur="250"/>
                                        <p:tgtEl>
                                          <p:spTgt spid="21">
                                            <p:txEl>
                                              <p:pRg st="0" end="0"/>
                                            </p:txEl>
                                          </p:spTgt>
                                        </p:tgtEl>
                                      </p:cBhvr>
                                    </p:animEffect>
                                  </p:childTnLst>
                                </p:cTn>
                              </p:par>
                              <p:par>
                                <p:cTn id="18" presetID="64" presetClass="path" presetSubtype="0" decel="100000" fill="hold" grpId="1" nodeType="withEffect">
                                  <p:stCondLst>
                                    <p:cond delay="0"/>
                                  </p:stCondLst>
                                  <p:childTnLst>
                                    <p:animMotion origin="layout" path="M 2.91667E-6 0.07871 L 2.91667E-6 -2.59259E-6 " pathEditMode="relative" rAng="0" ptsTypes="AA">
                                      <p:cBhvr>
                                        <p:cTn id="19" dur="700" fill="hold"/>
                                        <p:tgtEl>
                                          <p:spTgt spid="21">
                                            <p:txEl>
                                              <p:pRg st="0" end="0"/>
                                            </p:txEl>
                                          </p:spTgt>
                                        </p:tgtEl>
                                        <p:attrNameLst>
                                          <p:attrName>ppt_x</p:attrName>
                                          <p:attrName>ppt_y</p:attrName>
                                        </p:attrNameLst>
                                      </p:cBhvr>
                                      <p:rCtr x="0" y="-3935"/>
                                    </p:animMotion>
                                  </p:childTnLst>
                                </p:cTn>
                              </p:par>
                              <p:par>
                                <p:cTn id="20" presetID="10" presetClass="entr" presetSubtype="0" fill="hold" grpId="0" nodeType="withEffect">
                                  <p:stCondLst>
                                    <p:cond delay="0"/>
                                  </p:stCondLst>
                                  <p:childTnLst>
                                    <p:set>
                                      <p:cBhvr>
                                        <p:cTn id="21" dur="1" fill="hold">
                                          <p:stCondLst>
                                            <p:cond delay="0"/>
                                          </p:stCondLst>
                                        </p:cTn>
                                        <p:tgtEl>
                                          <p:spTgt spid="22">
                                            <p:txEl>
                                              <p:pRg st="0" end="0"/>
                                            </p:txEl>
                                          </p:spTgt>
                                        </p:tgtEl>
                                        <p:attrNameLst>
                                          <p:attrName>style.visibility</p:attrName>
                                        </p:attrNameLst>
                                      </p:cBhvr>
                                      <p:to>
                                        <p:strVal val="visible"/>
                                      </p:to>
                                    </p:set>
                                    <p:animEffect transition="in" filter="fade">
                                      <p:cBhvr>
                                        <p:cTn id="22" dur="250"/>
                                        <p:tgtEl>
                                          <p:spTgt spid="22">
                                            <p:txEl>
                                              <p:pRg st="0" end="0"/>
                                            </p:txEl>
                                          </p:spTgt>
                                        </p:tgtEl>
                                      </p:cBhvr>
                                    </p:animEffect>
                                  </p:childTnLst>
                                </p:cTn>
                              </p:par>
                              <p:par>
                                <p:cTn id="23" presetID="64" presetClass="path" presetSubtype="0" decel="100000" fill="hold" grpId="1" nodeType="withEffect">
                                  <p:stCondLst>
                                    <p:cond delay="0"/>
                                  </p:stCondLst>
                                  <p:childTnLst>
                                    <p:animMotion origin="layout" path="M 2.91667E-6 0.07871 L 2.91667E-6 -2.59259E-6 " pathEditMode="relative" rAng="0" ptsTypes="AA">
                                      <p:cBhvr>
                                        <p:cTn id="24" dur="700" fill="hold"/>
                                        <p:tgtEl>
                                          <p:spTgt spid="22">
                                            <p:txEl>
                                              <p:pRg st="0" end="0"/>
                                            </p:txEl>
                                          </p:spTgt>
                                        </p:tgtEl>
                                        <p:attrNameLst>
                                          <p:attrName>ppt_x</p:attrName>
                                          <p:attrName>ppt_y</p:attrName>
                                        </p:attrNameLst>
                                      </p:cBhvr>
                                      <p:rCtr x="0" y="-3935"/>
                                    </p:animMotion>
                                  </p:childTnLst>
                                </p:cTn>
                              </p:par>
                              <p:par>
                                <p:cTn id="25" presetID="10" presetClass="entr" presetSubtype="0" fill="hold" grpId="0" nodeType="withEffect">
                                  <p:stCondLst>
                                    <p:cond delay="0"/>
                                  </p:stCondLst>
                                  <p:childTnLst>
                                    <p:set>
                                      <p:cBhvr>
                                        <p:cTn id="26" dur="1" fill="hold">
                                          <p:stCondLst>
                                            <p:cond delay="0"/>
                                          </p:stCondLst>
                                        </p:cTn>
                                        <p:tgtEl>
                                          <p:spTgt spid="23">
                                            <p:txEl>
                                              <p:pRg st="0" end="0"/>
                                            </p:txEl>
                                          </p:spTgt>
                                        </p:tgtEl>
                                        <p:attrNameLst>
                                          <p:attrName>style.visibility</p:attrName>
                                        </p:attrNameLst>
                                      </p:cBhvr>
                                      <p:to>
                                        <p:strVal val="visible"/>
                                      </p:to>
                                    </p:set>
                                    <p:animEffect transition="in" filter="fade">
                                      <p:cBhvr>
                                        <p:cTn id="27" dur="250"/>
                                        <p:tgtEl>
                                          <p:spTgt spid="23">
                                            <p:txEl>
                                              <p:pRg st="0" end="0"/>
                                            </p:txEl>
                                          </p:spTgt>
                                        </p:tgtEl>
                                      </p:cBhvr>
                                    </p:animEffect>
                                  </p:childTnLst>
                                </p:cTn>
                              </p:par>
                              <p:par>
                                <p:cTn id="28" presetID="64" presetClass="path" presetSubtype="0" decel="100000" fill="hold" grpId="1" nodeType="withEffect">
                                  <p:stCondLst>
                                    <p:cond delay="0"/>
                                  </p:stCondLst>
                                  <p:childTnLst>
                                    <p:animMotion origin="layout" path="M 2.91667E-6 0.07871 L 2.91667E-6 -2.59259E-6 " pathEditMode="relative" rAng="0" ptsTypes="AA">
                                      <p:cBhvr>
                                        <p:cTn id="29" dur="700" fill="hold"/>
                                        <p:tgtEl>
                                          <p:spTgt spid="23">
                                            <p:txEl>
                                              <p:pRg st="0" end="0"/>
                                            </p:txEl>
                                          </p:spTgt>
                                        </p:tgtEl>
                                        <p:attrNameLst>
                                          <p:attrName>ppt_x</p:attrName>
                                          <p:attrName>ppt_y</p:attrName>
                                        </p:attrNameLst>
                                      </p:cBhvr>
                                      <p:rCtr x="0" y="-3935"/>
                                    </p:animMotion>
                                  </p:childTnLst>
                                </p:cTn>
                              </p:par>
                              <p:par>
                                <p:cTn id="30" presetID="10" presetClass="entr" presetSubtype="0" fill="hold" grpId="0" nodeType="withEffect">
                                  <p:stCondLst>
                                    <p:cond delay="0"/>
                                  </p:stCondLst>
                                  <p:childTnLst>
                                    <p:set>
                                      <p:cBhvr>
                                        <p:cTn id="31" dur="1" fill="hold">
                                          <p:stCondLst>
                                            <p:cond delay="0"/>
                                          </p:stCondLst>
                                        </p:cTn>
                                        <p:tgtEl>
                                          <p:spTgt spid="24">
                                            <p:txEl>
                                              <p:pRg st="0" end="0"/>
                                            </p:txEl>
                                          </p:spTgt>
                                        </p:tgtEl>
                                        <p:attrNameLst>
                                          <p:attrName>style.visibility</p:attrName>
                                        </p:attrNameLst>
                                      </p:cBhvr>
                                      <p:to>
                                        <p:strVal val="visible"/>
                                      </p:to>
                                    </p:set>
                                    <p:animEffect transition="in" filter="fade">
                                      <p:cBhvr>
                                        <p:cTn id="32" dur="250"/>
                                        <p:tgtEl>
                                          <p:spTgt spid="24">
                                            <p:txEl>
                                              <p:pRg st="0" end="0"/>
                                            </p:txEl>
                                          </p:spTgt>
                                        </p:tgtEl>
                                      </p:cBhvr>
                                    </p:animEffect>
                                  </p:childTnLst>
                                </p:cTn>
                              </p:par>
                              <p:par>
                                <p:cTn id="33" presetID="64" presetClass="path" presetSubtype="0" decel="100000" fill="hold" grpId="1" nodeType="withEffect">
                                  <p:stCondLst>
                                    <p:cond delay="0"/>
                                  </p:stCondLst>
                                  <p:childTnLst>
                                    <p:animMotion origin="layout" path="M 4.79167E-6 0.07871 L 4.79167E-6 -4.44444E-6 " pathEditMode="relative" rAng="0" ptsTypes="AA">
                                      <p:cBhvr>
                                        <p:cTn id="34" dur="700" fill="hold"/>
                                        <p:tgtEl>
                                          <p:spTgt spid="24">
                                            <p:txEl>
                                              <p:pRg st="0" end="0"/>
                                            </p:txEl>
                                          </p:spTgt>
                                        </p:tgtEl>
                                        <p:attrNameLst>
                                          <p:attrName>ppt_x</p:attrName>
                                          <p:attrName>ppt_y</p:attrName>
                                        </p:attrNameLst>
                                      </p:cBhvr>
                                      <p:rCtr x="0" y="-3935"/>
                                    </p:animMotion>
                                  </p:childTnLst>
                                </p:cTn>
                              </p:par>
                              <p:par>
                                <p:cTn id="35" presetID="10" presetClass="entr" presetSubtype="0" fill="hold" grpId="0" nodeType="withEffect">
                                  <p:stCondLst>
                                    <p:cond delay="0"/>
                                  </p:stCondLst>
                                  <p:childTnLst>
                                    <p:set>
                                      <p:cBhvr>
                                        <p:cTn id="36" dur="1" fill="hold">
                                          <p:stCondLst>
                                            <p:cond delay="0"/>
                                          </p:stCondLst>
                                        </p:cTn>
                                        <p:tgtEl>
                                          <p:spTgt spid="25">
                                            <p:txEl>
                                              <p:pRg st="0" end="0"/>
                                            </p:txEl>
                                          </p:spTgt>
                                        </p:tgtEl>
                                        <p:attrNameLst>
                                          <p:attrName>style.visibility</p:attrName>
                                        </p:attrNameLst>
                                      </p:cBhvr>
                                      <p:to>
                                        <p:strVal val="visible"/>
                                      </p:to>
                                    </p:set>
                                    <p:animEffect transition="in" filter="fade">
                                      <p:cBhvr>
                                        <p:cTn id="37" dur="250"/>
                                        <p:tgtEl>
                                          <p:spTgt spid="25">
                                            <p:txEl>
                                              <p:pRg st="0" end="0"/>
                                            </p:txEl>
                                          </p:spTgt>
                                        </p:tgtEl>
                                      </p:cBhvr>
                                    </p:animEffect>
                                  </p:childTnLst>
                                </p:cTn>
                              </p:par>
                              <p:par>
                                <p:cTn id="38" presetID="64" presetClass="path" presetSubtype="0" decel="100000" fill="hold" grpId="1" nodeType="withEffect">
                                  <p:stCondLst>
                                    <p:cond delay="0"/>
                                  </p:stCondLst>
                                  <p:childTnLst>
                                    <p:animMotion origin="layout" path="M 4.79167E-6 0.0787 L 4.79167E-6 4.81481E-6 " pathEditMode="relative" rAng="0" ptsTypes="AA">
                                      <p:cBhvr>
                                        <p:cTn id="39" dur="700" fill="hold"/>
                                        <p:tgtEl>
                                          <p:spTgt spid="25">
                                            <p:txEl>
                                              <p:pRg st="0" end="0"/>
                                            </p:txEl>
                                          </p:spTgt>
                                        </p:tgtEl>
                                        <p:attrNameLst>
                                          <p:attrName>ppt_x</p:attrName>
                                          <p:attrName>ppt_y</p:attrName>
                                        </p:attrNameLst>
                                      </p:cBhvr>
                                      <p:rCtr x="0" y="-3935"/>
                                    </p:animMotion>
                                  </p:childTnLst>
                                </p:cTn>
                              </p:par>
                              <p:par>
                                <p:cTn id="40" presetID="10" presetClass="entr" presetSubtype="0" fill="hold" grpId="0" nodeType="withEffect">
                                  <p:stCondLst>
                                    <p:cond delay="0"/>
                                  </p:stCondLst>
                                  <p:childTnLst>
                                    <p:set>
                                      <p:cBhvr>
                                        <p:cTn id="41" dur="1" fill="hold">
                                          <p:stCondLst>
                                            <p:cond delay="0"/>
                                          </p:stCondLst>
                                        </p:cTn>
                                        <p:tgtEl>
                                          <p:spTgt spid="26">
                                            <p:txEl>
                                              <p:pRg st="0" end="0"/>
                                            </p:txEl>
                                          </p:spTgt>
                                        </p:tgtEl>
                                        <p:attrNameLst>
                                          <p:attrName>style.visibility</p:attrName>
                                        </p:attrNameLst>
                                      </p:cBhvr>
                                      <p:to>
                                        <p:strVal val="visible"/>
                                      </p:to>
                                    </p:set>
                                    <p:animEffect transition="in" filter="fade">
                                      <p:cBhvr>
                                        <p:cTn id="42" dur="250"/>
                                        <p:tgtEl>
                                          <p:spTgt spid="26">
                                            <p:txEl>
                                              <p:pRg st="0" end="0"/>
                                            </p:txEl>
                                          </p:spTgt>
                                        </p:tgtEl>
                                      </p:cBhvr>
                                    </p:animEffect>
                                  </p:childTnLst>
                                </p:cTn>
                              </p:par>
                              <p:par>
                                <p:cTn id="43" presetID="64" presetClass="path" presetSubtype="0" decel="100000" fill="hold" grpId="1" nodeType="withEffect">
                                  <p:stCondLst>
                                    <p:cond delay="0"/>
                                  </p:stCondLst>
                                  <p:childTnLst>
                                    <p:animMotion origin="layout" path="M -3.125E-6 0.07871 L -3.125E-6 -2.96296E-6 " pathEditMode="relative" rAng="0" ptsTypes="AA">
                                      <p:cBhvr>
                                        <p:cTn id="44" dur="700" fill="hold"/>
                                        <p:tgtEl>
                                          <p:spTgt spid="26">
                                            <p:txEl>
                                              <p:pRg st="0" end="0"/>
                                            </p:txEl>
                                          </p:spTgt>
                                        </p:tgtEl>
                                        <p:attrNameLst>
                                          <p:attrName>ppt_x</p:attrName>
                                          <p:attrName>ppt_y</p:attrName>
                                        </p:attrNameLst>
                                      </p:cBhvr>
                                      <p:rCtr x="0" y="-393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tmplLst>
          <p:tmpl lvl="1">
            <p:tnLst>
              <p:par>
                <p:cTn presetID="10" presetClass="entr" presetSubtype="0" fill="hold" nodeType="withEffect">
                  <p:stCondLst>
                    <p:cond delay="0"/>
                  </p:stCondLst>
                  <p:childTnLst>
                    <p:set>
                      <p:cBhvr>
                        <p:cTn dur="1" fill="hold">
                          <p:stCondLst>
                            <p:cond delay="0"/>
                          </p:stCondLst>
                        </p:cTn>
                        <p:tgtEl>
                          <p:spTgt spid="12"/>
                        </p:tgtEl>
                        <p:attrNameLst>
                          <p:attrName>style.visibility</p:attrName>
                        </p:attrNameLst>
                      </p:cBhvr>
                      <p:to>
                        <p:strVal val="visible"/>
                      </p:to>
                    </p:set>
                    <p:animEffect transition="in" filter="fade">
                      <p:cBhvr>
                        <p:cTn dur="250"/>
                        <p:tgtEl>
                          <p:spTgt spid="12"/>
                        </p:tgtEl>
                      </p:cBhvr>
                    </p:animEffect>
                  </p:childTnLst>
                </p:cTn>
              </p:par>
            </p:tnLst>
          </p:tmpl>
        </p:tmplLst>
      </p:bldP>
      <p:bldP spid="12" grpId="1" build="p">
        <p:tmplLst>
          <p:tmpl lvl="1">
            <p:tnLst>
              <p:par>
                <p:cTn presetID="64" presetClass="path" presetSubtype="0" decel="100000" fill="hold" nodeType="withEffect">
                  <p:stCondLst>
                    <p:cond delay="0"/>
                  </p:stCondLst>
                  <p:childTnLst>
                    <p:animMotion origin="layout" path="M 3.95833E-6 0.0787 L 3.95833E-6 -7.40741E-7 " pathEditMode="relative" rAng="0" ptsTypes="AA">
                      <p:cBhvr>
                        <p:cTn dur="700" fill="hold"/>
                        <p:tgtEl>
                          <p:spTgt spid="12"/>
                        </p:tgtEl>
                        <p:attrNameLst>
                          <p:attrName>ppt_x</p:attrName>
                          <p:attrName>ppt_y</p:attrName>
                        </p:attrNameLst>
                      </p:cBhvr>
                      <p:rCtr x="0" y="-3935"/>
                    </p:animMotion>
                  </p:childTnLst>
                </p:cTn>
              </p:par>
            </p:tnLst>
          </p:tmpl>
        </p:tmplLst>
      </p:bldP>
      <p:bldP spid="20" grpId="0" build="p">
        <p:tmplLst>
          <p:tmpl lvl="1">
            <p:tnLst>
              <p:par>
                <p:cTn presetID="10" presetClass="entr" presetSubtype="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250"/>
                        <p:tgtEl>
                          <p:spTgt spid="20"/>
                        </p:tgtEl>
                      </p:cBhvr>
                    </p:animEffect>
                  </p:childTnLst>
                </p:cTn>
              </p:par>
            </p:tnLst>
          </p:tmpl>
        </p:tmplLst>
      </p:bldP>
      <p:bldP spid="20" grpId="1" build="p">
        <p:tmplLst>
          <p:tmpl lvl="1">
            <p:tnLst>
              <p:par>
                <p:cTn presetID="64" presetClass="path" presetSubtype="0" decel="100000" fill="hold" nodeType="withEffect">
                  <p:stCondLst>
                    <p:cond delay="0"/>
                  </p:stCondLst>
                  <p:childTnLst>
                    <p:animMotion origin="layout" path="M 3.95833E-6 0.0787 L 3.95833E-6 -7.40741E-7 " pathEditMode="relative" rAng="0" ptsTypes="AA">
                      <p:cBhvr>
                        <p:cTn dur="700" fill="hold"/>
                        <p:tgtEl>
                          <p:spTgt spid="20"/>
                        </p:tgtEl>
                        <p:attrNameLst>
                          <p:attrName>ppt_x</p:attrName>
                          <p:attrName>ppt_y</p:attrName>
                        </p:attrNameLst>
                      </p:cBhvr>
                      <p:rCtr x="0" y="-3935"/>
                    </p:animMotion>
                  </p:childTnLst>
                </p:cTn>
              </p:par>
            </p:tnLst>
          </p:tmpl>
        </p:tmplLst>
      </p:bldP>
      <p:bldP spid="21" grpId="0" build="p">
        <p:tmplLst>
          <p:tmpl lvl="1">
            <p:tnLst>
              <p:par>
                <p:cTn presetID="10" presetClass="entr" presetSubtype="0" fill="hold" nodeType="withEffect">
                  <p:stCondLst>
                    <p:cond delay="0"/>
                  </p:stCondLst>
                  <p:childTnLst>
                    <p:set>
                      <p:cBhvr>
                        <p:cTn dur="1" fill="hold">
                          <p:stCondLst>
                            <p:cond delay="0"/>
                          </p:stCondLst>
                        </p:cTn>
                        <p:tgtEl>
                          <p:spTgt spid="21"/>
                        </p:tgtEl>
                        <p:attrNameLst>
                          <p:attrName>style.visibility</p:attrName>
                        </p:attrNameLst>
                      </p:cBhvr>
                      <p:to>
                        <p:strVal val="visible"/>
                      </p:to>
                    </p:set>
                    <p:animEffect transition="in" filter="fade">
                      <p:cBhvr>
                        <p:cTn dur="250"/>
                        <p:tgtEl>
                          <p:spTgt spid="21"/>
                        </p:tgtEl>
                      </p:cBhvr>
                    </p:animEffect>
                  </p:childTnLst>
                </p:cTn>
              </p:par>
            </p:tnLst>
          </p:tmpl>
        </p:tmplLst>
      </p:bldP>
      <p:bldP spid="21" grpId="1" build="p">
        <p:tmplLst>
          <p:tmpl lvl="1">
            <p:tnLst>
              <p:par>
                <p:cTn presetID="64" presetClass="path" presetSubtype="0" decel="100000" fill="hold" nodeType="withEffect">
                  <p:stCondLst>
                    <p:cond delay="0"/>
                  </p:stCondLst>
                  <p:childTnLst>
                    <p:animMotion origin="layout" path="M 2.91667E-6 0.07871 L 2.91667E-6 -2.59259E-6 " pathEditMode="relative" rAng="0" ptsTypes="AA">
                      <p:cBhvr>
                        <p:cTn dur="700" fill="hold"/>
                        <p:tgtEl>
                          <p:spTgt spid="21"/>
                        </p:tgtEl>
                        <p:attrNameLst>
                          <p:attrName>ppt_x</p:attrName>
                          <p:attrName>ppt_y</p:attrName>
                        </p:attrNameLst>
                      </p:cBhvr>
                      <p:rCtr x="0" y="-3935"/>
                    </p:animMotion>
                  </p:childTnLst>
                </p:cTn>
              </p:par>
            </p:tnLst>
          </p:tmpl>
        </p:tmplLst>
      </p:bldP>
      <p:bldP spid="22" grpId="0" build="p">
        <p:tmplLst>
          <p:tmpl lvl="1">
            <p:tnLst>
              <p:par>
                <p:cTn presetID="10" presetClass="entr" presetSubtype="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250"/>
                        <p:tgtEl>
                          <p:spTgt spid="22"/>
                        </p:tgtEl>
                      </p:cBhvr>
                    </p:animEffect>
                  </p:childTnLst>
                </p:cTn>
              </p:par>
            </p:tnLst>
          </p:tmpl>
        </p:tmplLst>
      </p:bldP>
      <p:bldP spid="22" grpId="1" build="p">
        <p:tmplLst>
          <p:tmpl lvl="1">
            <p:tnLst>
              <p:par>
                <p:cTn presetID="64" presetClass="path" presetSubtype="0" decel="100000" fill="hold" nodeType="withEffect">
                  <p:stCondLst>
                    <p:cond delay="0"/>
                  </p:stCondLst>
                  <p:childTnLst>
                    <p:animMotion origin="layout" path="M 2.91667E-6 0.07871 L 2.91667E-6 -2.59259E-6 " pathEditMode="relative" rAng="0" ptsTypes="AA">
                      <p:cBhvr>
                        <p:cTn dur="700" fill="hold"/>
                        <p:tgtEl>
                          <p:spTgt spid="22"/>
                        </p:tgtEl>
                        <p:attrNameLst>
                          <p:attrName>ppt_x</p:attrName>
                          <p:attrName>ppt_y</p:attrName>
                        </p:attrNameLst>
                      </p:cBhvr>
                      <p:rCtr x="0" y="-3935"/>
                    </p:animMotion>
                  </p:childTnLst>
                </p:cTn>
              </p:par>
            </p:tnLst>
          </p:tmpl>
        </p:tmplLst>
      </p:bldP>
      <p:bldP spid="23" grpId="0" build="p">
        <p:tmplLst>
          <p:tmpl lvl="1">
            <p:tnLst>
              <p:par>
                <p:cTn presetID="10" presetClass="entr" presetSubtype="0" fill="hold" nodeType="with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fade">
                      <p:cBhvr>
                        <p:cTn dur="250"/>
                        <p:tgtEl>
                          <p:spTgt spid="23"/>
                        </p:tgtEl>
                      </p:cBhvr>
                    </p:animEffect>
                  </p:childTnLst>
                </p:cTn>
              </p:par>
            </p:tnLst>
          </p:tmpl>
        </p:tmplLst>
      </p:bldP>
      <p:bldP spid="23" grpId="1" build="p">
        <p:tmplLst>
          <p:tmpl lvl="1">
            <p:tnLst>
              <p:par>
                <p:cTn presetID="64" presetClass="path" presetSubtype="0" decel="100000" fill="hold" nodeType="withEffect">
                  <p:stCondLst>
                    <p:cond delay="0"/>
                  </p:stCondLst>
                  <p:childTnLst>
                    <p:animMotion origin="layout" path="M 2.91667E-6 0.07871 L 2.91667E-6 -2.59259E-6 " pathEditMode="relative" rAng="0" ptsTypes="AA">
                      <p:cBhvr>
                        <p:cTn dur="700" fill="hold"/>
                        <p:tgtEl>
                          <p:spTgt spid="23"/>
                        </p:tgtEl>
                        <p:attrNameLst>
                          <p:attrName>ppt_x</p:attrName>
                          <p:attrName>ppt_y</p:attrName>
                        </p:attrNameLst>
                      </p:cBhvr>
                      <p:rCtr x="0" y="-3935"/>
                    </p:animMotion>
                  </p:childTnLst>
                </p:cTn>
              </p:par>
            </p:tnLst>
          </p:tmpl>
        </p:tmplLst>
      </p:bldP>
      <p:bldP spid="24" grpId="0" build="p">
        <p:tmplLst>
          <p:tmpl lvl="1">
            <p:tnLst>
              <p:par>
                <p:cTn presetID="10" presetClass="entr" presetSubtype="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Effect transition="in" filter="fade">
                      <p:cBhvr>
                        <p:cTn dur="250"/>
                        <p:tgtEl>
                          <p:spTgt spid="24"/>
                        </p:tgtEl>
                      </p:cBhvr>
                    </p:animEffect>
                  </p:childTnLst>
                </p:cTn>
              </p:par>
            </p:tnLst>
          </p:tmpl>
        </p:tmplLst>
      </p:bldP>
      <p:bldP spid="24" grpId="1" build="p">
        <p:tmplLst>
          <p:tmpl lvl="1">
            <p:tnLst>
              <p:par>
                <p:cTn presetID="64" presetClass="path" presetSubtype="0" decel="100000" fill="hold" nodeType="withEffect">
                  <p:stCondLst>
                    <p:cond delay="0"/>
                  </p:stCondLst>
                  <p:childTnLst>
                    <p:animMotion origin="layout" path="M 4.79167E-6 0.07871 L 4.79167E-6 -4.44444E-6 " pathEditMode="relative" rAng="0" ptsTypes="AA">
                      <p:cBhvr>
                        <p:cTn dur="700" fill="hold"/>
                        <p:tgtEl>
                          <p:spTgt spid="24"/>
                        </p:tgtEl>
                        <p:attrNameLst>
                          <p:attrName>ppt_x</p:attrName>
                          <p:attrName>ppt_y</p:attrName>
                        </p:attrNameLst>
                      </p:cBhvr>
                      <p:rCtr x="0" y="-3935"/>
                    </p:animMotion>
                  </p:childTnLst>
                </p:cTn>
              </p:par>
            </p:tnLst>
          </p:tmpl>
        </p:tmplLst>
      </p:bldP>
      <p:bldP spid="25" grpId="0" build="p">
        <p:tmplLst>
          <p:tmpl lvl="1">
            <p:tnLst>
              <p:par>
                <p:cTn presetID="10" presetClass="entr" presetSubtype="0" fill="hold" nodeType="with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fade">
                      <p:cBhvr>
                        <p:cTn dur="250"/>
                        <p:tgtEl>
                          <p:spTgt spid="25"/>
                        </p:tgtEl>
                      </p:cBhvr>
                    </p:animEffect>
                  </p:childTnLst>
                </p:cTn>
              </p:par>
            </p:tnLst>
          </p:tmpl>
        </p:tmplLst>
      </p:bldP>
      <p:bldP spid="25" grpId="1" build="p">
        <p:tmplLst>
          <p:tmpl lvl="1">
            <p:tnLst>
              <p:par>
                <p:cTn presetID="64" presetClass="path" presetSubtype="0" decel="100000" fill="hold" nodeType="withEffect">
                  <p:stCondLst>
                    <p:cond delay="0"/>
                  </p:stCondLst>
                  <p:childTnLst>
                    <p:animMotion origin="layout" path="M 4.79167E-6 0.0787 L 4.79167E-6 4.81481E-6 " pathEditMode="relative" rAng="0" ptsTypes="AA">
                      <p:cBhvr>
                        <p:cTn dur="700" fill="hold"/>
                        <p:tgtEl>
                          <p:spTgt spid="25"/>
                        </p:tgtEl>
                        <p:attrNameLst>
                          <p:attrName>ppt_x</p:attrName>
                          <p:attrName>ppt_y</p:attrName>
                        </p:attrNameLst>
                      </p:cBhvr>
                      <p:rCtr x="0" y="-3935"/>
                    </p:animMotion>
                  </p:childTnLst>
                </p:cTn>
              </p:par>
            </p:tnLst>
          </p:tmpl>
        </p:tmplLst>
      </p:bldP>
      <p:bldP spid="26" grpId="0" build="p">
        <p:tmplLst>
          <p:tmpl lvl="1">
            <p:tnLst>
              <p:par>
                <p:cTn presetID="10" presetClass="entr" presetSubtype="0" fill="hold" nodeType="withEffect">
                  <p:stCondLst>
                    <p:cond delay="0"/>
                  </p:stCondLst>
                  <p:childTnLst>
                    <p:set>
                      <p:cBhvr>
                        <p:cTn dur="1" fill="hold">
                          <p:stCondLst>
                            <p:cond delay="0"/>
                          </p:stCondLst>
                        </p:cTn>
                        <p:tgtEl>
                          <p:spTgt spid="26"/>
                        </p:tgtEl>
                        <p:attrNameLst>
                          <p:attrName>style.visibility</p:attrName>
                        </p:attrNameLst>
                      </p:cBhvr>
                      <p:to>
                        <p:strVal val="visible"/>
                      </p:to>
                    </p:set>
                    <p:animEffect transition="in" filter="fade">
                      <p:cBhvr>
                        <p:cTn dur="250"/>
                        <p:tgtEl>
                          <p:spTgt spid="26"/>
                        </p:tgtEl>
                      </p:cBhvr>
                    </p:animEffect>
                  </p:childTnLst>
                </p:cTn>
              </p:par>
            </p:tnLst>
          </p:tmpl>
        </p:tmplLst>
      </p:bldP>
      <p:bldP spid="26" grpId="1" build="p">
        <p:tmplLst>
          <p:tmpl lvl="1">
            <p:tnLst>
              <p:par>
                <p:cTn presetID="64" presetClass="path" presetSubtype="0" decel="100000" fill="hold" nodeType="withEffect">
                  <p:stCondLst>
                    <p:cond delay="0"/>
                  </p:stCondLst>
                  <p:childTnLst>
                    <p:animMotion origin="layout" path="M -3.125E-6 0.07871 L -3.125E-6 -2.96296E-6 " pathEditMode="relative" rAng="0" ptsTypes="AA">
                      <p:cBhvr>
                        <p:cTn dur="700" fill="hold"/>
                        <p:tgtEl>
                          <p:spTgt spid="26"/>
                        </p:tgtEl>
                        <p:attrNameLst>
                          <p:attrName>ppt_x</p:attrName>
                          <p:attrName>ppt_y</p:attrName>
                        </p:attrNameLst>
                      </p:cBhvr>
                      <p:rCtr x="0" y="-3935"/>
                    </p:animMotion>
                  </p:childTnLst>
                </p:cTn>
              </p:par>
            </p:tnLst>
          </p:tmpl>
        </p:tmplLst>
      </p:bldP>
    </p:bldLst>
  </p:timing>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1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7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30">
            <a:extLst>
              <a:ext uri="{FF2B5EF4-FFF2-40B4-BE49-F238E27FC236}">
                <a16:creationId xmlns:a16="http://schemas.microsoft.com/office/drawing/2014/main" id="{43A49C4B-35A5-4B87-FBD3-0F2C583C2FBC}"/>
              </a:ext>
            </a:extLst>
          </p:cNvPr>
          <p:cNvSpPr>
            <a:spLocks noGrp="1"/>
          </p:cNvSpPr>
          <p:nvPr>
            <p:ph type="body" sz="quarter" idx="16"/>
          </p:nvPr>
        </p:nvSpPr>
        <p:spPr>
          <a:xfrm>
            <a:off x="567372" y="5137455"/>
            <a:ext cx="1733868" cy="1012750"/>
          </a:xfrm>
        </p:spPr>
        <p:txBody>
          <a:bodyPr/>
          <a:lstStyle>
            <a:lvl1pPr algn="ctr">
              <a:spcBef>
                <a:spcPts val="1200"/>
              </a:spcBef>
              <a:spcAft>
                <a:spcPts val="600"/>
              </a:spcAft>
              <a:defRPr lang="en-US" sz="1400" kern="1200" spc="0" baseline="0" dirty="0" smtClean="0">
                <a:solidFill>
                  <a:schemeClr val="tx1"/>
                </a:solidFill>
                <a:latin typeface="+mn-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
        <p:nvSpPr>
          <p:cNvPr id="9" name="Text Placeholder 30">
            <a:extLst>
              <a:ext uri="{FF2B5EF4-FFF2-40B4-BE49-F238E27FC236}">
                <a16:creationId xmlns:a16="http://schemas.microsoft.com/office/drawing/2014/main" id="{D1EE776A-D61A-1A4C-3D22-1C93FB8E3BAF}"/>
              </a:ext>
            </a:extLst>
          </p:cNvPr>
          <p:cNvSpPr>
            <a:spLocks noGrp="1"/>
          </p:cNvSpPr>
          <p:nvPr>
            <p:ph type="body" sz="quarter" idx="18"/>
          </p:nvPr>
        </p:nvSpPr>
        <p:spPr>
          <a:xfrm>
            <a:off x="2546191" y="5137455"/>
            <a:ext cx="2927094" cy="797299"/>
          </a:xfrm>
        </p:spPr>
        <p:txBody>
          <a:bodyPr/>
          <a:lstStyle>
            <a:lvl1pPr algn="ctr">
              <a:spcBef>
                <a:spcPts val="1200"/>
              </a:spcBef>
              <a:spcAft>
                <a:spcPts val="600"/>
              </a:spcAft>
              <a:defRPr lang="en-US" sz="1400" kern="1200" spc="0" baseline="0" dirty="0" smtClean="0">
                <a:solidFill>
                  <a:schemeClr val="tx1"/>
                </a:solidFill>
                <a:latin typeface="+mn-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
        <p:nvSpPr>
          <p:cNvPr id="10" name="Text Placeholder 30">
            <a:extLst>
              <a:ext uri="{FF2B5EF4-FFF2-40B4-BE49-F238E27FC236}">
                <a16:creationId xmlns:a16="http://schemas.microsoft.com/office/drawing/2014/main" id="{8C2949D2-FE18-D02B-B814-5F1C99BCC872}"/>
              </a:ext>
            </a:extLst>
          </p:cNvPr>
          <p:cNvSpPr>
            <a:spLocks noGrp="1"/>
          </p:cNvSpPr>
          <p:nvPr>
            <p:ph type="body" sz="quarter" idx="19"/>
          </p:nvPr>
        </p:nvSpPr>
        <p:spPr>
          <a:xfrm>
            <a:off x="5473285" y="5137455"/>
            <a:ext cx="2927094" cy="797299"/>
          </a:xfrm>
        </p:spPr>
        <p:txBody>
          <a:bodyPr/>
          <a:lstStyle>
            <a:lvl1pPr algn="ctr">
              <a:spcBef>
                <a:spcPts val="1200"/>
              </a:spcBef>
              <a:spcAft>
                <a:spcPts val="600"/>
              </a:spcAft>
              <a:defRPr lang="en-US" sz="1400" kern="1200" spc="0" baseline="0" dirty="0" smtClean="0">
                <a:solidFill>
                  <a:schemeClr val="tx1"/>
                </a:solidFill>
                <a:latin typeface="+mn-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
        <p:nvSpPr>
          <p:cNvPr id="11" name="Text Placeholder 30">
            <a:extLst>
              <a:ext uri="{FF2B5EF4-FFF2-40B4-BE49-F238E27FC236}">
                <a16:creationId xmlns:a16="http://schemas.microsoft.com/office/drawing/2014/main" id="{B52200C5-EFF4-AF9B-55E0-A1CF58BE907A}"/>
              </a:ext>
            </a:extLst>
          </p:cNvPr>
          <p:cNvSpPr>
            <a:spLocks noGrp="1"/>
          </p:cNvSpPr>
          <p:nvPr>
            <p:ph type="body" sz="quarter" idx="20"/>
          </p:nvPr>
        </p:nvSpPr>
        <p:spPr>
          <a:xfrm>
            <a:off x="8589036" y="5137455"/>
            <a:ext cx="2927094" cy="797299"/>
          </a:xfrm>
        </p:spPr>
        <p:txBody>
          <a:bodyPr/>
          <a:lstStyle>
            <a:lvl1pPr algn="ctr">
              <a:spcBef>
                <a:spcPts val="1200"/>
              </a:spcBef>
              <a:spcAft>
                <a:spcPts val="600"/>
              </a:spcAft>
              <a:defRPr lang="en-US" sz="1400" kern="1200" spc="0" baseline="0" dirty="0" smtClean="0">
                <a:solidFill>
                  <a:schemeClr val="tx1"/>
                </a:solidFill>
                <a:latin typeface="+mn-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Tree>
    <p:extLst>
      <p:ext uri="{BB962C8B-B14F-4D97-AF65-F5344CB8AC3E}">
        <p14:creationId xmlns:p14="http://schemas.microsoft.com/office/powerpoint/2010/main" val="181144651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1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30">
            <a:extLst>
              <a:ext uri="{FF2B5EF4-FFF2-40B4-BE49-F238E27FC236}">
                <a16:creationId xmlns:a16="http://schemas.microsoft.com/office/drawing/2014/main" id="{43A49C4B-35A5-4B87-FBD3-0F2C583C2FBC}"/>
              </a:ext>
            </a:extLst>
          </p:cNvPr>
          <p:cNvSpPr>
            <a:spLocks noGrp="1"/>
          </p:cNvSpPr>
          <p:nvPr>
            <p:ph type="body" sz="quarter" idx="16"/>
          </p:nvPr>
        </p:nvSpPr>
        <p:spPr>
          <a:xfrm>
            <a:off x="293688" y="1742661"/>
            <a:ext cx="2880208" cy="892552"/>
          </a:xfrm>
        </p:spPr>
        <p:txBody>
          <a:bodyPr/>
          <a:lstStyle>
            <a:lvl1pPr algn="ctr">
              <a:spcBef>
                <a:spcPts val="1200"/>
              </a:spcBef>
              <a:spcAft>
                <a:spcPts val="600"/>
              </a:spcAft>
              <a:defRPr lang="en-US" sz="1800" kern="1200" spc="0" baseline="0" dirty="0" smtClean="0">
                <a:solidFill>
                  <a:schemeClr val="tx1"/>
                </a:solidFill>
                <a:latin typeface="+mj-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
        <p:nvSpPr>
          <p:cNvPr id="37" name="Text Placeholder 30">
            <a:extLst>
              <a:ext uri="{FF2B5EF4-FFF2-40B4-BE49-F238E27FC236}">
                <a16:creationId xmlns:a16="http://schemas.microsoft.com/office/drawing/2014/main" id="{FB3D08B5-B23E-524C-9D47-6141A4B42EA5}"/>
              </a:ext>
            </a:extLst>
          </p:cNvPr>
          <p:cNvSpPr>
            <a:spLocks noGrp="1"/>
          </p:cNvSpPr>
          <p:nvPr>
            <p:ph type="body" sz="quarter" idx="13"/>
          </p:nvPr>
        </p:nvSpPr>
        <p:spPr>
          <a:xfrm>
            <a:off x="3267075" y="1742661"/>
            <a:ext cx="5657850" cy="892552"/>
          </a:xfrm>
        </p:spPr>
        <p:txBody>
          <a:bodyPr/>
          <a:lstStyle>
            <a:lvl1pPr algn="ctr">
              <a:spcBef>
                <a:spcPts val="120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600"/>
              </a:spcAft>
              <a:defRPr sz="1600" i="0"/>
            </a:lvl2pPr>
            <a:lvl3pPr algn="ctr">
              <a:spcBef>
                <a:spcPts val="0"/>
              </a:spcBef>
              <a:spcAft>
                <a:spcPts val="600"/>
              </a:spcAft>
              <a:defRPr sz="1200" i="1"/>
            </a:lvl3pPr>
          </a:lstStyle>
          <a:p>
            <a:pPr lvl="0"/>
            <a:r>
              <a:rPr lang="en-US"/>
              <a:t>Click to edit Master text</a:t>
            </a:r>
          </a:p>
          <a:p>
            <a:pPr lvl="1"/>
            <a:r>
              <a:rPr lang="en-US"/>
              <a:t>Second level</a:t>
            </a:r>
          </a:p>
          <a:p>
            <a:pPr lvl="2"/>
            <a:r>
              <a:rPr lang="en-US"/>
              <a:t>Third level</a:t>
            </a:r>
          </a:p>
        </p:txBody>
      </p:sp>
      <p:sp>
        <p:nvSpPr>
          <p:cNvPr id="3" name="Text Placeholder 30">
            <a:extLst>
              <a:ext uri="{FF2B5EF4-FFF2-40B4-BE49-F238E27FC236}">
                <a16:creationId xmlns:a16="http://schemas.microsoft.com/office/drawing/2014/main" id="{2391664C-6420-C6AC-83DE-E5DAF2719BCA}"/>
              </a:ext>
            </a:extLst>
          </p:cNvPr>
          <p:cNvSpPr>
            <a:spLocks noGrp="1"/>
          </p:cNvSpPr>
          <p:nvPr>
            <p:ph type="body" sz="quarter" idx="17"/>
          </p:nvPr>
        </p:nvSpPr>
        <p:spPr>
          <a:xfrm>
            <a:off x="9018104" y="1742661"/>
            <a:ext cx="2880208" cy="892552"/>
          </a:xfrm>
        </p:spPr>
        <p:txBody>
          <a:bodyPr/>
          <a:lstStyle>
            <a:lvl1pPr algn="ctr">
              <a:spcBef>
                <a:spcPts val="1200"/>
              </a:spcBef>
              <a:spcAft>
                <a:spcPts val="600"/>
              </a:spcAft>
              <a:defRPr lang="en-US" sz="1800" kern="1200" spc="0" baseline="0" dirty="0" smtClean="0">
                <a:solidFill>
                  <a:schemeClr val="tx1"/>
                </a:solidFill>
                <a:latin typeface="+mj-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Tree>
    <p:extLst>
      <p:ext uri="{BB962C8B-B14F-4D97-AF65-F5344CB8AC3E}">
        <p14:creationId xmlns:p14="http://schemas.microsoft.com/office/powerpoint/2010/main" val="378745515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13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6">
            <a:extLst>
              <a:ext uri="{FF2B5EF4-FFF2-40B4-BE49-F238E27FC236}">
                <a16:creationId xmlns:a16="http://schemas.microsoft.com/office/drawing/2014/main" id="{82F4C496-6FF7-17A6-93B8-74D9DDC19F94}"/>
              </a:ext>
            </a:extLst>
          </p:cNvPr>
          <p:cNvSpPr>
            <a:spLocks noGrp="1"/>
          </p:cNvSpPr>
          <p:nvPr>
            <p:ph type="body" sz="quarter" idx="11"/>
          </p:nvPr>
        </p:nvSpPr>
        <p:spPr>
          <a:xfrm>
            <a:off x="1478165" y="967696"/>
            <a:ext cx="9475586" cy="307804"/>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3" name="Text Placeholder 5">
            <a:extLst>
              <a:ext uri="{FF2B5EF4-FFF2-40B4-BE49-F238E27FC236}">
                <a16:creationId xmlns:a16="http://schemas.microsoft.com/office/drawing/2014/main" id="{55307E44-7817-41E8-9AB4-AF28208961EA}"/>
              </a:ext>
            </a:extLst>
          </p:cNvPr>
          <p:cNvSpPr>
            <a:spLocks noGrp="1"/>
          </p:cNvSpPr>
          <p:nvPr>
            <p:ph type="body" sz="quarter" idx="17"/>
          </p:nvPr>
        </p:nvSpPr>
        <p:spPr>
          <a:xfrm>
            <a:off x="806819" y="5336562"/>
            <a:ext cx="10830919" cy="538609"/>
          </a:xfrm>
        </p:spPr>
        <p:txBody>
          <a:bodyPr/>
          <a:lstStyle>
            <a:lvl1pPr algn="ctr">
              <a:spcBef>
                <a:spcPts val="600"/>
              </a:spcBef>
              <a:spcAft>
                <a:spcPts val="600"/>
              </a:spcAft>
              <a:defRPr lang="en-US" sz="16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defRPr sz="1400"/>
            </a:lvl2pPr>
            <a:lvl3pPr algn="ctr">
              <a:defRPr sz="1100"/>
            </a:lvl3pPr>
            <a:lvl4pPr algn="ctr">
              <a:defRPr sz="1050"/>
            </a:lvl4pPr>
            <a:lvl5pPr algn="ctr">
              <a:defRPr sz="105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920301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10_Title and subtitl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2A3E7DE-A8DB-D387-0B70-AE1E72D72DB2}"/>
              </a:ext>
              <a:ext uri="{C183D7F6-B498-43B3-948B-1728B52AA6E4}">
                <adec:decorative xmlns:adec="http://schemas.microsoft.com/office/drawing/2017/decorative" val="1"/>
              </a:ext>
            </a:extLst>
          </p:cNvPr>
          <p:cNvSpPr/>
          <p:nvPr userDrawn="1"/>
        </p:nvSpPr>
        <p:spPr>
          <a:xfrm>
            <a:off x="8170658" y="2010100"/>
            <a:ext cx="3438730" cy="403289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10" name="Rectangle 9">
            <a:extLst>
              <a:ext uri="{FF2B5EF4-FFF2-40B4-BE49-F238E27FC236}">
                <a16:creationId xmlns:a16="http://schemas.microsoft.com/office/drawing/2014/main" id="{FD6885FE-D2D7-EF02-E660-54F494DA1CCF}"/>
              </a:ext>
              <a:ext uri="{C183D7F6-B498-43B3-948B-1728B52AA6E4}">
                <adec:decorative xmlns:adec="http://schemas.microsoft.com/office/drawing/2017/decorative" val="1"/>
              </a:ext>
            </a:extLst>
          </p:cNvPr>
          <p:cNvSpPr/>
          <p:nvPr/>
        </p:nvSpPr>
        <p:spPr>
          <a:xfrm>
            <a:off x="4379460" y="2010100"/>
            <a:ext cx="3438730" cy="403289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20" name="Rectangle 19">
            <a:extLst>
              <a:ext uri="{FF2B5EF4-FFF2-40B4-BE49-F238E27FC236}">
                <a16:creationId xmlns:a16="http://schemas.microsoft.com/office/drawing/2014/main" id="{56D61DD2-1ECB-9F66-DBD0-6C3F0E05FA05}"/>
              </a:ext>
              <a:ext uri="{C183D7F6-B498-43B3-948B-1728B52AA6E4}">
                <adec:decorative xmlns:adec="http://schemas.microsoft.com/office/drawing/2017/decorative" val="1"/>
              </a:ext>
            </a:extLst>
          </p:cNvPr>
          <p:cNvSpPr/>
          <p:nvPr/>
        </p:nvSpPr>
        <p:spPr>
          <a:xfrm>
            <a:off x="588263" y="2010100"/>
            <a:ext cx="3438730" cy="403289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31" name="Text Placeholder 30">
            <a:extLst>
              <a:ext uri="{FF2B5EF4-FFF2-40B4-BE49-F238E27FC236}">
                <a16:creationId xmlns:a16="http://schemas.microsoft.com/office/drawing/2014/main" id="{031EFB3D-1AC2-A3A4-C452-2F89D07AF93C}"/>
              </a:ext>
            </a:extLst>
          </p:cNvPr>
          <p:cNvSpPr>
            <a:spLocks noGrp="1"/>
          </p:cNvSpPr>
          <p:nvPr>
            <p:ph type="body" sz="quarter" idx="12"/>
          </p:nvPr>
        </p:nvSpPr>
        <p:spPr>
          <a:xfrm>
            <a:off x="720002" y="4607460"/>
            <a:ext cx="3109048" cy="800219"/>
          </a:xfrm>
        </p:spPr>
        <p:txBody>
          <a:bodyPr/>
          <a:lstStyle>
            <a:lvl1pPr algn="ctr">
              <a:spcBef>
                <a:spcPts val="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600"/>
              </a:spcAft>
              <a:defRPr sz="1200" i="0"/>
            </a:lvl2pPr>
            <a:lvl3pPr algn="ctr">
              <a:spcBef>
                <a:spcPts val="0"/>
              </a:spcBef>
              <a:spcAft>
                <a:spcPts val="600"/>
              </a:spcAft>
              <a:defRPr sz="1200" i="1"/>
            </a:lvl3pPr>
          </a:lstStyle>
          <a:p>
            <a:pPr lvl="0"/>
            <a:r>
              <a:rPr lang="en-US"/>
              <a:t>Click to edit Master text</a:t>
            </a:r>
          </a:p>
          <a:p>
            <a:pPr lvl="1"/>
            <a:r>
              <a:rPr lang="en-US"/>
              <a:t>Second level</a:t>
            </a:r>
          </a:p>
          <a:p>
            <a:pPr lvl="2"/>
            <a:r>
              <a:rPr lang="en-US"/>
              <a:t>Third level</a:t>
            </a:r>
          </a:p>
        </p:txBody>
      </p:sp>
      <p:sp>
        <p:nvSpPr>
          <p:cNvPr id="37" name="Text Placeholder 30">
            <a:extLst>
              <a:ext uri="{FF2B5EF4-FFF2-40B4-BE49-F238E27FC236}">
                <a16:creationId xmlns:a16="http://schemas.microsoft.com/office/drawing/2014/main" id="{FB3D08B5-B23E-524C-9D47-6141A4B42EA5}"/>
              </a:ext>
            </a:extLst>
          </p:cNvPr>
          <p:cNvSpPr>
            <a:spLocks noGrp="1"/>
          </p:cNvSpPr>
          <p:nvPr>
            <p:ph type="body" sz="quarter" idx="13"/>
          </p:nvPr>
        </p:nvSpPr>
        <p:spPr>
          <a:xfrm>
            <a:off x="4549176" y="4607460"/>
            <a:ext cx="3109048" cy="800219"/>
          </a:xfrm>
        </p:spPr>
        <p:txBody>
          <a:bodyPr/>
          <a:lstStyle>
            <a:lvl1pPr algn="ctr">
              <a:spcBef>
                <a:spcPts val="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600"/>
              </a:spcAft>
              <a:defRPr sz="1200" i="0"/>
            </a:lvl2pPr>
            <a:lvl3pPr algn="ctr">
              <a:spcBef>
                <a:spcPts val="0"/>
              </a:spcBef>
              <a:spcAft>
                <a:spcPts val="600"/>
              </a:spcAft>
              <a:defRPr sz="1200" i="1"/>
            </a:lvl3pPr>
          </a:lstStyle>
          <a:p>
            <a:pPr lvl="0"/>
            <a:r>
              <a:rPr lang="en-US"/>
              <a:t>Click to edit Master text</a:t>
            </a:r>
          </a:p>
          <a:p>
            <a:pPr lvl="1"/>
            <a:r>
              <a:rPr lang="en-US"/>
              <a:t>Second level</a:t>
            </a:r>
          </a:p>
          <a:p>
            <a:pPr lvl="2"/>
            <a:r>
              <a:rPr lang="en-US"/>
              <a:t>Third level</a:t>
            </a:r>
          </a:p>
        </p:txBody>
      </p:sp>
      <p:sp>
        <p:nvSpPr>
          <p:cNvPr id="38" name="Text Placeholder 30">
            <a:extLst>
              <a:ext uri="{FF2B5EF4-FFF2-40B4-BE49-F238E27FC236}">
                <a16:creationId xmlns:a16="http://schemas.microsoft.com/office/drawing/2014/main" id="{52FDC8EA-7691-6CE1-4776-F7628D57E0C2}"/>
              </a:ext>
            </a:extLst>
          </p:cNvPr>
          <p:cNvSpPr>
            <a:spLocks noGrp="1"/>
          </p:cNvSpPr>
          <p:nvPr>
            <p:ph type="body" sz="quarter" idx="14"/>
          </p:nvPr>
        </p:nvSpPr>
        <p:spPr>
          <a:xfrm>
            <a:off x="8378351" y="4607460"/>
            <a:ext cx="3109048" cy="800219"/>
          </a:xfrm>
        </p:spPr>
        <p:txBody>
          <a:bodyPr/>
          <a:lstStyle>
            <a:lvl1pPr algn="ctr">
              <a:spcBef>
                <a:spcPts val="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600"/>
              </a:spcAft>
              <a:defRPr sz="1200" i="0"/>
            </a:lvl2pPr>
            <a:lvl3pPr algn="ctr">
              <a:spcBef>
                <a:spcPts val="0"/>
              </a:spcBef>
              <a:spcAft>
                <a:spcPts val="600"/>
              </a:spcAft>
              <a:defRPr sz="1200" i="1"/>
            </a:lvl3pPr>
          </a:lstStyle>
          <a:p>
            <a:pPr lvl="0"/>
            <a:r>
              <a:rPr lang="en-US"/>
              <a:t>Click to edit Master text</a:t>
            </a:r>
          </a:p>
          <a:p>
            <a:pPr lvl="1"/>
            <a:r>
              <a:rPr lang="en-US"/>
              <a:t>Second level</a:t>
            </a:r>
          </a:p>
          <a:p>
            <a:pPr lvl="2"/>
            <a:r>
              <a:rPr lang="en-US"/>
              <a:t>Third level</a:t>
            </a:r>
          </a:p>
        </p:txBody>
      </p:sp>
    </p:spTree>
    <p:extLst>
      <p:ext uri="{BB962C8B-B14F-4D97-AF65-F5344CB8AC3E}">
        <p14:creationId xmlns:p14="http://schemas.microsoft.com/office/powerpoint/2010/main" val="50408123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2_Title and subtitl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2A3E7DE-A8DB-D387-0B70-AE1E72D72DB2}"/>
              </a:ext>
              <a:ext uri="{C183D7F6-B498-43B3-948B-1728B52AA6E4}">
                <adec:decorative xmlns:adec="http://schemas.microsoft.com/office/drawing/2017/decorative" val="1"/>
              </a:ext>
            </a:extLst>
          </p:cNvPr>
          <p:cNvSpPr/>
          <p:nvPr userDrawn="1"/>
        </p:nvSpPr>
        <p:spPr>
          <a:xfrm>
            <a:off x="8170658" y="2010101"/>
            <a:ext cx="3438730" cy="463018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10" name="Rectangle 9">
            <a:extLst>
              <a:ext uri="{FF2B5EF4-FFF2-40B4-BE49-F238E27FC236}">
                <a16:creationId xmlns:a16="http://schemas.microsoft.com/office/drawing/2014/main" id="{FD6885FE-D2D7-EF02-E660-54F494DA1CCF}"/>
              </a:ext>
              <a:ext uri="{C183D7F6-B498-43B3-948B-1728B52AA6E4}">
                <adec:decorative xmlns:adec="http://schemas.microsoft.com/office/drawing/2017/decorative" val="1"/>
              </a:ext>
            </a:extLst>
          </p:cNvPr>
          <p:cNvSpPr/>
          <p:nvPr/>
        </p:nvSpPr>
        <p:spPr>
          <a:xfrm>
            <a:off x="4379460" y="2010101"/>
            <a:ext cx="3438730" cy="463018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20" name="Rectangle 19">
            <a:extLst>
              <a:ext uri="{FF2B5EF4-FFF2-40B4-BE49-F238E27FC236}">
                <a16:creationId xmlns:a16="http://schemas.microsoft.com/office/drawing/2014/main" id="{56D61DD2-1ECB-9F66-DBD0-6C3F0E05FA05}"/>
              </a:ext>
              <a:ext uri="{C183D7F6-B498-43B3-948B-1728B52AA6E4}">
                <adec:decorative xmlns:adec="http://schemas.microsoft.com/office/drawing/2017/decorative" val="1"/>
              </a:ext>
            </a:extLst>
          </p:cNvPr>
          <p:cNvSpPr/>
          <p:nvPr/>
        </p:nvSpPr>
        <p:spPr>
          <a:xfrm>
            <a:off x="588263" y="2010101"/>
            <a:ext cx="3438730" cy="463018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id="{E6DB9915-D43B-476C-B8A1-449F7E279229}"/>
              </a:ext>
            </a:extLst>
          </p:cNvPr>
          <p:cNvSpPr>
            <a:spLocks noGrp="1"/>
          </p:cNvSpPr>
          <p:nvPr>
            <p:ph type="body" sz="quarter" idx="11"/>
          </p:nvPr>
        </p:nvSpPr>
        <p:spPr>
          <a:xfrm>
            <a:off x="1478165" y="967696"/>
            <a:ext cx="9475586" cy="307804"/>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31" name="Text Placeholder 30">
            <a:extLst>
              <a:ext uri="{FF2B5EF4-FFF2-40B4-BE49-F238E27FC236}">
                <a16:creationId xmlns:a16="http://schemas.microsoft.com/office/drawing/2014/main" id="{031EFB3D-1AC2-A3A4-C452-2F89D07AF93C}"/>
              </a:ext>
            </a:extLst>
          </p:cNvPr>
          <p:cNvSpPr>
            <a:spLocks noGrp="1"/>
          </p:cNvSpPr>
          <p:nvPr>
            <p:ph type="body" sz="quarter" idx="12"/>
          </p:nvPr>
        </p:nvSpPr>
        <p:spPr>
          <a:xfrm>
            <a:off x="720002" y="3128543"/>
            <a:ext cx="3109048" cy="1865126"/>
          </a:xfrm>
        </p:spPr>
        <p:txBody>
          <a:bodyPr/>
          <a:lstStyle>
            <a:lvl1pPr algn="ctr">
              <a:spcBef>
                <a:spcPts val="0"/>
              </a:spcBef>
              <a:spcAft>
                <a:spcPts val="1800"/>
              </a:spcAft>
              <a:defRPr lang="en-US" sz="2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600"/>
              </a:spcBef>
              <a:spcAft>
                <a:spcPts val="1200"/>
              </a:spcAft>
              <a:defRPr sz="1600" i="0"/>
            </a:lvl2pPr>
            <a:lvl3pPr algn="ctr">
              <a:spcAft>
                <a:spcPts val="1200"/>
              </a:spcAft>
              <a:defRPr i="1"/>
            </a:lvl3pPr>
          </a:lstStyle>
          <a:p>
            <a:pPr lvl="0"/>
            <a:r>
              <a:rPr lang="en-US"/>
              <a:t>Click to edit Master text</a:t>
            </a:r>
          </a:p>
          <a:p>
            <a:pPr lvl="1"/>
            <a:r>
              <a:rPr lang="en-US"/>
              <a:t>Second level</a:t>
            </a:r>
          </a:p>
          <a:p>
            <a:pPr lvl="2"/>
            <a:r>
              <a:rPr lang="en-US"/>
              <a:t>Third level</a:t>
            </a:r>
          </a:p>
        </p:txBody>
      </p:sp>
      <p:sp>
        <p:nvSpPr>
          <p:cNvPr id="37" name="Text Placeholder 30">
            <a:extLst>
              <a:ext uri="{FF2B5EF4-FFF2-40B4-BE49-F238E27FC236}">
                <a16:creationId xmlns:a16="http://schemas.microsoft.com/office/drawing/2014/main" id="{FB3D08B5-B23E-524C-9D47-6141A4B42EA5}"/>
              </a:ext>
            </a:extLst>
          </p:cNvPr>
          <p:cNvSpPr>
            <a:spLocks noGrp="1"/>
          </p:cNvSpPr>
          <p:nvPr>
            <p:ph type="body" sz="quarter" idx="13"/>
          </p:nvPr>
        </p:nvSpPr>
        <p:spPr>
          <a:xfrm>
            <a:off x="4549176" y="3128543"/>
            <a:ext cx="3109048" cy="1738938"/>
          </a:xfrm>
        </p:spPr>
        <p:txBody>
          <a:bodyPr/>
          <a:lstStyle>
            <a:lvl1pPr algn="ctr">
              <a:spcBef>
                <a:spcPts val="0"/>
              </a:spcBef>
              <a:spcAft>
                <a:spcPts val="1800"/>
              </a:spcAft>
              <a:defRPr lang="en-US" sz="2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1200"/>
              </a:spcAft>
              <a:defRPr sz="1600" i="0"/>
            </a:lvl2pPr>
            <a:lvl3pPr algn="ctr">
              <a:spcBef>
                <a:spcPts val="0"/>
              </a:spcBef>
              <a:spcAft>
                <a:spcPts val="1200"/>
              </a:spcAft>
              <a:defRPr i="1"/>
            </a:lvl3pPr>
          </a:lstStyle>
          <a:p>
            <a:pPr lvl="0"/>
            <a:r>
              <a:rPr lang="en-US"/>
              <a:t>Click to edit Master text</a:t>
            </a:r>
          </a:p>
          <a:p>
            <a:pPr lvl="1"/>
            <a:r>
              <a:rPr lang="en-US"/>
              <a:t>Second level</a:t>
            </a:r>
          </a:p>
          <a:p>
            <a:pPr lvl="2"/>
            <a:r>
              <a:rPr lang="en-US"/>
              <a:t>Third level</a:t>
            </a:r>
          </a:p>
        </p:txBody>
      </p:sp>
      <p:sp>
        <p:nvSpPr>
          <p:cNvPr id="38" name="Text Placeholder 30">
            <a:extLst>
              <a:ext uri="{FF2B5EF4-FFF2-40B4-BE49-F238E27FC236}">
                <a16:creationId xmlns:a16="http://schemas.microsoft.com/office/drawing/2014/main" id="{52FDC8EA-7691-6CE1-4776-F7628D57E0C2}"/>
              </a:ext>
            </a:extLst>
          </p:cNvPr>
          <p:cNvSpPr>
            <a:spLocks noGrp="1"/>
          </p:cNvSpPr>
          <p:nvPr>
            <p:ph type="body" sz="quarter" idx="14"/>
          </p:nvPr>
        </p:nvSpPr>
        <p:spPr>
          <a:xfrm>
            <a:off x="8378351" y="3128543"/>
            <a:ext cx="3109048" cy="1738938"/>
          </a:xfrm>
        </p:spPr>
        <p:txBody>
          <a:bodyPr/>
          <a:lstStyle>
            <a:lvl1pPr algn="ctr">
              <a:spcBef>
                <a:spcPts val="0"/>
              </a:spcBef>
              <a:spcAft>
                <a:spcPts val="1800"/>
              </a:spcAft>
              <a:defRPr lang="en-US" sz="2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1200"/>
              </a:spcAft>
              <a:defRPr sz="1600" i="0"/>
            </a:lvl2pPr>
            <a:lvl3pPr algn="ctr">
              <a:spcBef>
                <a:spcPts val="0"/>
              </a:spcBef>
              <a:spcAft>
                <a:spcPts val="1200"/>
              </a:spcAft>
              <a:defRPr i="1"/>
            </a:lvl3pPr>
          </a:lstStyle>
          <a:p>
            <a:pPr lvl="0"/>
            <a:r>
              <a:rPr lang="en-US"/>
              <a:t>Click to edit Master text</a:t>
            </a:r>
          </a:p>
          <a:p>
            <a:pPr lvl="1"/>
            <a:r>
              <a:rPr lang="en-US"/>
              <a:t>Second level</a:t>
            </a:r>
          </a:p>
          <a:p>
            <a:pPr lvl="2"/>
            <a:r>
              <a:rPr lang="en-US"/>
              <a:t>Third level</a:t>
            </a:r>
          </a:p>
        </p:txBody>
      </p:sp>
    </p:spTree>
    <p:extLst>
      <p:ext uri="{BB962C8B-B14F-4D97-AF65-F5344CB8AC3E}">
        <p14:creationId xmlns:p14="http://schemas.microsoft.com/office/powerpoint/2010/main" val="209119130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9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6">
            <a:extLst>
              <a:ext uri="{FF2B5EF4-FFF2-40B4-BE49-F238E27FC236}">
                <a16:creationId xmlns:a16="http://schemas.microsoft.com/office/drawing/2014/main" id="{82F4C496-6FF7-17A6-93B8-74D9DDC19F94}"/>
              </a:ext>
            </a:extLst>
          </p:cNvPr>
          <p:cNvSpPr>
            <a:spLocks noGrp="1"/>
          </p:cNvSpPr>
          <p:nvPr>
            <p:ph type="body" sz="quarter" idx="11"/>
          </p:nvPr>
        </p:nvSpPr>
        <p:spPr>
          <a:xfrm>
            <a:off x="1478165" y="967696"/>
            <a:ext cx="9475586" cy="307804"/>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839112" y="1643271"/>
            <a:ext cx="4691462" cy="1295739"/>
          </a:xfrm>
        </p:spPr>
        <p:txBody>
          <a:bodyPr/>
          <a:lstStyle>
            <a:lvl1pPr>
              <a:spcBef>
                <a:spcPts val="600"/>
              </a:spcBef>
              <a:spcAft>
                <a:spcPts val="0"/>
              </a:spcAft>
              <a:defRPr lang="en-US" sz="16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0"/>
              </a:spcBef>
              <a:defRPr sz="1400"/>
            </a:lvl2pPr>
            <a:lvl3pPr>
              <a:defRPr sz="1100"/>
            </a:lvl3pPr>
            <a:lvl4pPr>
              <a:defRPr sz="1050"/>
            </a:lvl4pPr>
            <a:lvl5pPr>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5">
            <a:extLst>
              <a:ext uri="{FF2B5EF4-FFF2-40B4-BE49-F238E27FC236}">
                <a16:creationId xmlns:a16="http://schemas.microsoft.com/office/drawing/2014/main" id="{55307E44-7817-41E8-9AB4-AF28208961EA}"/>
              </a:ext>
            </a:extLst>
          </p:cNvPr>
          <p:cNvSpPr>
            <a:spLocks noGrp="1"/>
          </p:cNvSpPr>
          <p:nvPr>
            <p:ph type="body" sz="quarter" idx="17"/>
          </p:nvPr>
        </p:nvSpPr>
        <p:spPr>
          <a:xfrm>
            <a:off x="1067394" y="5434534"/>
            <a:ext cx="4691462" cy="1365253"/>
          </a:xfrm>
        </p:spPr>
        <p:txBody>
          <a:bodyPr/>
          <a:lstStyle>
            <a:lvl1pPr>
              <a:spcBef>
                <a:spcPts val="600"/>
              </a:spcBef>
              <a:spcAft>
                <a:spcPts val="600"/>
              </a:spcAft>
              <a:defRPr lang="en-US" sz="16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0"/>
              </a:spcBef>
              <a:defRPr sz="1400"/>
            </a:lvl2pPr>
            <a:lvl3pPr>
              <a:defRPr sz="1100"/>
            </a:lvl3pPr>
            <a:lvl4pPr>
              <a:defRPr sz="1050"/>
            </a:lvl4pPr>
            <a:lvl5pPr>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607287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7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07613" y="1433513"/>
            <a:ext cx="4691462" cy="2810000"/>
          </a:xfrm>
        </p:spPr>
        <p:txBody>
          <a:bodyPr/>
          <a:lstStyle>
            <a:lvl1pPr>
              <a:spcBef>
                <a:spcPts val="600"/>
              </a:spcBef>
              <a:spcAft>
                <a:spcPts val="600"/>
              </a:spcAft>
              <a:defRPr lang="en-US" sz="32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defRPr sz="2800"/>
            </a:lvl2pPr>
            <a:lvl3pPr>
              <a:defRPr sz="2000"/>
            </a:lvl3pPr>
            <a:lvl4pPr>
              <a:defRPr sz="1600" cap="none" baseline="0">
                <a:solidFill>
                  <a:schemeClr val="tx1"/>
                </a:solidFill>
              </a:defRPr>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6809743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2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6">
            <a:extLst>
              <a:ext uri="{FF2B5EF4-FFF2-40B4-BE49-F238E27FC236}">
                <a16:creationId xmlns:a16="http://schemas.microsoft.com/office/drawing/2014/main" id="{252F3775-B27B-84A2-7896-4E97005349B3}"/>
              </a:ext>
            </a:extLst>
          </p:cNvPr>
          <p:cNvSpPr>
            <a:spLocks noGrp="1"/>
          </p:cNvSpPr>
          <p:nvPr>
            <p:ph type="body" sz="quarter" idx="11"/>
          </p:nvPr>
        </p:nvSpPr>
        <p:spPr>
          <a:xfrm>
            <a:off x="607614" y="967696"/>
            <a:ext cx="11001774" cy="307804"/>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63306" y="1779815"/>
            <a:ext cx="4154168" cy="1849737"/>
          </a:xfrm>
        </p:spPr>
        <p:txBody>
          <a:bodyPr/>
          <a:lstStyle>
            <a:lvl1pPr>
              <a:spcBef>
                <a:spcPts val="18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3094424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19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a:xfrm>
            <a:off x="588263" y="1433513"/>
            <a:ext cx="4173518" cy="985025"/>
          </a:xfrm>
        </p:spPr>
        <p:txBody>
          <a:bodyPr/>
          <a:lstStyle>
            <a:lvl1pPr algn="l">
              <a:defRPr/>
            </a:lvl1p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07613" y="2504131"/>
            <a:ext cx="4154168" cy="307777"/>
          </a:xfrm>
        </p:spPr>
        <p:txBody>
          <a:bodyPr/>
          <a:lstStyle>
            <a:lvl1pPr>
              <a:spcBef>
                <a:spcPts val="600"/>
              </a:spcBef>
              <a:spcAft>
                <a:spcPts val="600"/>
              </a:spcAft>
              <a:defRPr lang="en-US" sz="20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defRPr sz="1800"/>
            </a:lvl2pPr>
            <a:lvl3pPr>
              <a:defRPr sz="1400"/>
            </a:lvl3pPr>
            <a:lvl4pPr>
              <a:defRPr sz="1200"/>
            </a:lvl4pPr>
            <a:lvl5pPr>
              <a:defRPr sz="1200"/>
            </a:lvl5pPr>
          </a:lstStyle>
          <a:p>
            <a:pPr lvl="0"/>
            <a:r>
              <a:rPr lang="en-US"/>
              <a:t>Click to edit Master text styles</a:t>
            </a:r>
          </a:p>
        </p:txBody>
      </p:sp>
      <p:sp>
        <p:nvSpPr>
          <p:cNvPr id="2" name="Rectangle 1">
            <a:extLst>
              <a:ext uri="{FF2B5EF4-FFF2-40B4-BE49-F238E27FC236}">
                <a16:creationId xmlns:a16="http://schemas.microsoft.com/office/drawing/2014/main" id="{89C0FEDA-ED43-6092-3916-7DD36839B335}"/>
              </a:ext>
              <a:ext uri="{C183D7F6-B498-43B3-948B-1728B52AA6E4}">
                <adec:decorative xmlns:adec="http://schemas.microsoft.com/office/drawing/2017/decorative" val="1"/>
              </a:ext>
            </a:extLst>
          </p:cNvPr>
          <p:cNvSpPr/>
          <p:nvPr userDrawn="1"/>
        </p:nvSpPr>
        <p:spPr>
          <a:xfrm>
            <a:off x="584201" y="3302000"/>
            <a:ext cx="4902200" cy="295243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a:solidFill>
                <a:schemeClr val="accent1">
                  <a:lumMod val="60000"/>
                  <a:lumOff val="40000"/>
                </a:schemeClr>
              </a:solidFill>
              <a:cs typeface="Segoe UI" pitchFamily="34" charset="0"/>
            </a:endParaRPr>
          </a:p>
        </p:txBody>
      </p:sp>
    </p:spTree>
    <p:extLst>
      <p:ext uri="{BB962C8B-B14F-4D97-AF65-F5344CB8AC3E}">
        <p14:creationId xmlns:p14="http://schemas.microsoft.com/office/powerpoint/2010/main" val="135558020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4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07613" y="1433513"/>
            <a:ext cx="4154168" cy="1661993"/>
          </a:xfrm>
        </p:spPr>
        <p:txBody>
          <a:bodyPr/>
          <a:lstStyle>
            <a:lvl1pPr>
              <a:spcBef>
                <a:spcPts val="1200"/>
              </a:spcBef>
              <a:spcAft>
                <a:spcPts val="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0"/>
              </a:spcBef>
              <a:defRPr/>
            </a:lvl2pPr>
            <a:lvl3pPr>
              <a:spcBef>
                <a:spcPts val="0"/>
              </a:spcBef>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3149490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16_Title and subtitl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5170F72-4E7A-332E-245D-CBABD3532914}"/>
              </a:ext>
              <a:ext uri="{C183D7F6-B498-43B3-948B-1728B52AA6E4}">
                <adec:decorative xmlns:adec="http://schemas.microsoft.com/office/drawing/2017/decorative" val="1"/>
              </a:ext>
            </a:extLst>
          </p:cNvPr>
          <p:cNvSpPr/>
          <p:nvPr userDrawn="1"/>
        </p:nvSpPr>
        <p:spPr>
          <a:xfrm>
            <a:off x="584982" y="5155354"/>
            <a:ext cx="11018519" cy="1113683"/>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algn="ctr" defTabSz="932293"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07613" y="1433513"/>
            <a:ext cx="5422697" cy="1517338"/>
          </a:xfrm>
        </p:spPr>
        <p:txBody>
          <a:bodyPr/>
          <a:lstStyle>
            <a:lvl1pPr>
              <a:spcBef>
                <a:spcPts val="60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defRPr sz="1600"/>
            </a:lvl2pPr>
            <a:lvl3pPr>
              <a:defRPr sz="12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5">
            <a:extLst>
              <a:ext uri="{FF2B5EF4-FFF2-40B4-BE49-F238E27FC236}">
                <a16:creationId xmlns:a16="http://schemas.microsoft.com/office/drawing/2014/main" id="{F988F031-F12D-3282-9504-90401C03997B}"/>
              </a:ext>
            </a:extLst>
          </p:cNvPr>
          <p:cNvSpPr>
            <a:spLocks noGrp="1"/>
          </p:cNvSpPr>
          <p:nvPr>
            <p:ph type="body" sz="quarter" idx="25"/>
          </p:nvPr>
        </p:nvSpPr>
        <p:spPr>
          <a:xfrm>
            <a:off x="531043" y="4819327"/>
            <a:ext cx="4477521" cy="246257"/>
          </a:xfrm>
        </p:spPr>
        <p:txBody>
          <a:bodyPr/>
          <a:lstStyle>
            <a:lvl1pPr>
              <a:spcBef>
                <a:spcPts val="600"/>
              </a:spcBef>
              <a:spcAft>
                <a:spcPts val="600"/>
              </a:spcAft>
              <a:defRPr lang="en-US" sz="16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10" name="Text Placeholder 5">
            <a:extLst>
              <a:ext uri="{FF2B5EF4-FFF2-40B4-BE49-F238E27FC236}">
                <a16:creationId xmlns:a16="http://schemas.microsoft.com/office/drawing/2014/main" id="{ECF9C26E-7E7B-E640-B3E0-30BCD29DFA94}"/>
              </a:ext>
            </a:extLst>
          </p:cNvPr>
          <p:cNvSpPr>
            <a:spLocks noGrp="1"/>
          </p:cNvSpPr>
          <p:nvPr>
            <p:ph type="body" sz="quarter" idx="23"/>
          </p:nvPr>
        </p:nvSpPr>
        <p:spPr>
          <a:xfrm>
            <a:off x="7131868" y="4819327"/>
            <a:ext cx="4477521" cy="246257"/>
          </a:xfrm>
        </p:spPr>
        <p:txBody>
          <a:bodyPr/>
          <a:lstStyle>
            <a:lvl1pPr>
              <a:spcBef>
                <a:spcPts val="600"/>
              </a:spcBef>
              <a:spcAft>
                <a:spcPts val="600"/>
              </a:spcAft>
              <a:defRPr lang="en-US" sz="16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2" name="Text Placeholder 5">
            <a:extLst>
              <a:ext uri="{FF2B5EF4-FFF2-40B4-BE49-F238E27FC236}">
                <a16:creationId xmlns:a16="http://schemas.microsoft.com/office/drawing/2014/main" id="{B86631DF-0335-477D-4D9C-9609A5ECD5AD}"/>
              </a:ext>
            </a:extLst>
          </p:cNvPr>
          <p:cNvSpPr>
            <a:spLocks noGrp="1"/>
          </p:cNvSpPr>
          <p:nvPr>
            <p:ph type="body" sz="quarter" idx="17"/>
          </p:nvPr>
        </p:nvSpPr>
        <p:spPr>
          <a:xfrm>
            <a:off x="687900" y="5389030"/>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3" name="Text Placeholder 5">
            <a:extLst>
              <a:ext uri="{FF2B5EF4-FFF2-40B4-BE49-F238E27FC236}">
                <a16:creationId xmlns:a16="http://schemas.microsoft.com/office/drawing/2014/main" id="{5888C40A-9EA8-DFD4-CFCC-9F75A928A961}"/>
              </a:ext>
            </a:extLst>
          </p:cNvPr>
          <p:cNvSpPr>
            <a:spLocks noGrp="1"/>
          </p:cNvSpPr>
          <p:nvPr>
            <p:ph type="body" sz="quarter" idx="18"/>
          </p:nvPr>
        </p:nvSpPr>
        <p:spPr>
          <a:xfrm>
            <a:off x="2229707" y="5389030"/>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5" name="Text Placeholder 5">
            <a:extLst>
              <a:ext uri="{FF2B5EF4-FFF2-40B4-BE49-F238E27FC236}">
                <a16:creationId xmlns:a16="http://schemas.microsoft.com/office/drawing/2014/main" id="{50C817CB-D1DF-5CC7-72B2-9AF9D47C468A}"/>
              </a:ext>
            </a:extLst>
          </p:cNvPr>
          <p:cNvSpPr>
            <a:spLocks noGrp="1"/>
          </p:cNvSpPr>
          <p:nvPr>
            <p:ph type="body" sz="quarter" idx="19"/>
          </p:nvPr>
        </p:nvSpPr>
        <p:spPr>
          <a:xfrm>
            <a:off x="3771514" y="5389030"/>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7" name="Text Placeholder 5">
            <a:extLst>
              <a:ext uri="{FF2B5EF4-FFF2-40B4-BE49-F238E27FC236}">
                <a16:creationId xmlns:a16="http://schemas.microsoft.com/office/drawing/2014/main" id="{9B55B239-2DFD-76AE-79D1-4DA8C0E70EC5}"/>
              </a:ext>
            </a:extLst>
          </p:cNvPr>
          <p:cNvSpPr>
            <a:spLocks noGrp="1"/>
          </p:cNvSpPr>
          <p:nvPr>
            <p:ph type="body" sz="quarter" idx="20"/>
          </p:nvPr>
        </p:nvSpPr>
        <p:spPr>
          <a:xfrm>
            <a:off x="5313321" y="5389030"/>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8" name="Text Placeholder 5">
            <a:extLst>
              <a:ext uri="{FF2B5EF4-FFF2-40B4-BE49-F238E27FC236}">
                <a16:creationId xmlns:a16="http://schemas.microsoft.com/office/drawing/2014/main" id="{8CD4901C-6B87-C319-DC47-E88D17675E7B}"/>
              </a:ext>
            </a:extLst>
          </p:cNvPr>
          <p:cNvSpPr>
            <a:spLocks noGrp="1"/>
          </p:cNvSpPr>
          <p:nvPr>
            <p:ph type="body" sz="quarter" idx="21"/>
          </p:nvPr>
        </p:nvSpPr>
        <p:spPr>
          <a:xfrm>
            <a:off x="6855128" y="5389030"/>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9" name="Text Placeholder 5">
            <a:extLst>
              <a:ext uri="{FF2B5EF4-FFF2-40B4-BE49-F238E27FC236}">
                <a16:creationId xmlns:a16="http://schemas.microsoft.com/office/drawing/2014/main" id="{FFDD0D33-31CD-1C73-750B-8F738864CCD7}"/>
              </a:ext>
            </a:extLst>
          </p:cNvPr>
          <p:cNvSpPr>
            <a:spLocks noGrp="1"/>
          </p:cNvSpPr>
          <p:nvPr>
            <p:ph type="body" sz="quarter" idx="22"/>
          </p:nvPr>
        </p:nvSpPr>
        <p:spPr>
          <a:xfrm>
            <a:off x="8396935" y="5389030"/>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11" name="Text Placeholder 5">
            <a:extLst>
              <a:ext uri="{FF2B5EF4-FFF2-40B4-BE49-F238E27FC236}">
                <a16:creationId xmlns:a16="http://schemas.microsoft.com/office/drawing/2014/main" id="{7D85350C-7D5F-CAA4-8131-391171436C96}"/>
              </a:ext>
            </a:extLst>
          </p:cNvPr>
          <p:cNvSpPr>
            <a:spLocks noGrp="1"/>
          </p:cNvSpPr>
          <p:nvPr>
            <p:ph type="body" sz="quarter" idx="24"/>
          </p:nvPr>
        </p:nvSpPr>
        <p:spPr>
          <a:xfrm>
            <a:off x="9938742" y="5389030"/>
            <a:ext cx="1565359" cy="43090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Tree>
    <p:extLst>
      <p:ext uri="{BB962C8B-B14F-4D97-AF65-F5344CB8AC3E}">
        <p14:creationId xmlns:p14="http://schemas.microsoft.com/office/powerpoint/2010/main" val="273310670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5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819547" y="5028931"/>
            <a:ext cx="4154168" cy="738664"/>
          </a:xfrm>
        </p:spPr>
        <p:txBody>
          <a:bodyPr/>
          <a:lstStyle>
            <a:lvl1pPr algn="ctr">
              <a:spcBef>
                <a:spcPts val="600"/>
              </a:spcBef>
              <a:defRPr lang="en-US" sz="2400" kern="1200" dirty="0" smtClean="0">
                <a:solidFill>
                  <a:schemeClr val="tx1"/>
                </a:solidFill>
                <a:latin typeface="+mn-lt"/>
                <a:ea typeface="+mn-ea"/>
                <a:cs typeface="+mn-cs"/>
              </a:defRPr>
            </a:lvl1pPr>
            <a:lvl2pPr algn="ctr">
              <a:defRPr/>
            </a:lvl2pPr>
            <a:lvl3pPr algn="ctr">
              <a:defRPr/>
            </a:lvl3pPr>
            <a:lvl4pPr algn="ctr">
              <a:defRPr/>
            </a:lvl4pPr>
            <a:lvl5pPr algn="ctr">
              <a:defRPr/>
            </a:lvl5pPr>
          </a:lstStyle>
          <a:p>
            <a:pPr lvl="0"/>
            <a:r>
              <a:rPr lang="en-US"/>
              <a:t>Click to edit Master text styles</a:t>
            </a:r>
          </a:p>
          <a:p>
            <a:pPr lvl="1"/>
            <a:endParaRPr lang="en-US"/>
          </a:p>
        </p:txBody>
      </p:sp>
      <p:sp>
        <p:nvSpPr>
          <p:cNvPr id="5" name="Text Placeholder 5">
            <a:extLst>
              <a:ext uri="{FF2B5EF4-FFF2-40B4-BE49-F238E27FC236}">
                <a16:creationId xmlns:a16="http://schemas.microsoft.com/office/drawing/2014/main" id="{4FF4549E-A62D-5296-EE26-8EFAB257D9CC}"/>
              </a:ext>
            </a:extLst>
          </p:cNvPr>
          <p:cNvSpPr>
            <a:spLocks noGrp="1"/>
          </p:cNvSpPr>
          <p:nvPr>
            <p:ph type="body" sz="quarter" idx="17"/>
          </p:nvPr>
        </p:nvSpPr>
        <p:spPr>
          <a:xfrm>
            <a:off x="5672414" y="5028931"/>
            <a:ext cx="6017360" cy="738664"/>
          </a:xfrm>
        </p:spPr>
        <p:txBody>
          <a:bodyPr/>
          <a:lstStyle>
            <a:lvl1pPr algn="ctr">
              <a:spcBef>
                <a:spcPts val="600"/>
              </a:spcBef>
              <a:defRPr lang="en-US" sz="2400" kern="1200" dirty="0" smtClean="0">
                <a:solidFill>
                  <a:schemeClr val="tx1"/>
                </a:solidFill>
                <a:latin typeface="+mn-lt"/>
                <a:ea typeface="+mn-ea"/>
                <a:cs typeface="+mn-cs"/>
              </a:defRPr>
            </a:lvl1pPr>
            <a:lvl2pPr algn="ctr">
              <a:defRPr/>
            </a:lvl2pPr>
            <a:lvl3pPr algn="ctr">
              <a:defRPr/>
            </a:lvl3pPr>
            <a:lvl4pPr algn="ctr">
              <a:defRPr/>
            </a:lvl4pPr>
            <a:lvl5pPr algn="ctr">
              <a:defRPr/>
            </a:lvl5pPr>
          </a:lstStyle>
          <a:p>
            <a:pPr lvl="0"/>
            <a:r>
              <a:rPr lang="en-US"/>
              <a:t>Click to edit Master text styles</a:t>
            </a:r>
          </a:p>
          <a:p>
            <a:pPr lvl="1"/>
            <a:endParaRPr lang="en-US"/>
          </a:p>
        </p:txBody>
      </p:sp>
    </p:spTree>
    <p:extLst>
      <p:ext uri="{BB962C8B-B14F-4D97-AF65-F5344CB8AC3E}">
        <p14:creationId xmlns:p14="http://schemas.microsoft.com/office/powerpoint/2010/main" val="103893683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6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293"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87573" y="1562717"/>
            <a:ext cx="5263965" cy="738664"/>
          </a:xfrm>
        </p:spPr>
        <p:txBody>
          <a:bodyPr/>
          <a:lstStyle>
            <a:lvl1pPr algn="ctr">
              <a:spcBef>
                <a:spcPts val="600"/>
              </a:spcBef>
              <a:defRPr lang="en-US" sz="2353" kern="1200" spc="0" baseline="0" dirty="0" smtClean="0">
                <a:solidFill>
                  <a:srgbClr val="0078D4">
                    <a:lumMod val="60000"/>
                    <a:lumOff val="40000"/>
                  </a:srgbClr>
                </a:solidFill>
                <a:latin typeface="Segoe UI Semibold"/>
                <a:ea typeface="+mn-ea"/>
                <a:cs typeface="Segoe UI Semibold"/>
              </a:defRPr>
            </a:lvl1pPr>
            <a:lvl2pPr algn="ctr">
              <a:defRPr/>
            </a:lvl2pPr>
            <a:lvl3pPr algn="ctr">
              <a:defRPr/>
            </a:lvl3pPr>
            <a:lvl4pPr algn="ctr">
              <a:defRPr/>
            </a:lvl4pPr>
            <a:lvl5pPr algn="ctr">
              <a:defRPr/>
            </a:lvl5pPr>
          </a:lstStyle>
          <a:p>
            <a:pPr lvl="0"/>
            <a:r>
              <a:rPr lang="en-US"/>
              <a:t>Click to edit Master text styles</a:t>
            </a:r>
          </a:p>
          <a:p>
            <a:pPr lvl="1"/>
            <a:endParaRPr lang="en-US"/>
          </a:p>
        </p:txBody>
      </p:sp>
      <p:sp>
        <p:nvSpPr>
          <p:cNvPr id="5" name="Text Placeholder 5">
            <a:extLst>
              <a:ext uri="{FF2B5EF4-FFF2-40B4-BE49-F238E27FC236}">
                <a16:creationId xmlns:a16="http://schemas.microsoft.com/office/drawing/2014/main" id="{4FF4549E-A62D-5296-EE26-8EFAB257D9CC}"/>
              </a:ext>
            </a:extLst>
          </p:cNvPr>
          <p:cNvSpPr>
            <a:spLocks noGrp="1"/>
          </p:cNvSpPr>
          <p:nvPr>
            <p:ph type="body" sz="quarter" idx="17"/>
          </p:nvPr>
        </p:nvSpPr>
        <p:spPr>
          <a:xfrm>
            <a:off x="7185024" y="1562717"/>
            <a:ext cx="4596897" cy="738664"/>
          </a:xfrm>
        </p:spPr>
        <p:txBody>
          <a:bodyPr/>
          <a:lstStyle>
            <a:lvl1pPr algn="ctr">
              <a:spcBef>
                <a:spcPts val="600"/>
              </a:spcBef>
              <a:defRPr lang="en-US" sz="2353" kern="1200" spc="0" baseline="0" dirty="0" smtClean="0">
                <a:solidFill>
                  <a:srgbClr val="0078D4">
                    <a:lumMod val="60000"/>
                    <a:lumOff val="40000"/>
                  </a:srgbClr>
                </a:solidFill>
                <a:latin typeface="Segoe UI Semibold"/>
                <a:ea typeface="+mn-ea"/>
                <a:cs typeface="Segoe UI Semibold"/>
              </a:defRPr>
            </a:lvl1pPr>
            <a:lvl2pPr algn="ctr">
              <a:defRPr/>
            </a:lvl2pPr>
            <a:lvl3pPr algn="ctr">
              <a:defRPr/>
            </a:lvl3pPr>
            <a:lvl4pPr algn="ctr">
              <a:defRPr/>
            </a:lvl4pPr>
            <a:lvl5pPr algn="ctr">
              <a:defRPr/>
            </a:lvl5pPr>
          </a:lstStyle>
          <a:p>
            <a:pPr lvl="0"/>
            <a:r>
              <a:rPr lang="en-US"/>
              <a:t>Click to edit Master text styles</a:t>
            </a:r>
          </a:p>
          <a:p>
            <a:pPr lvl="1"/>
            <a:endParaRPr lang="en-US"/>
          </a:p>
        </p:txBody>
      </p:sp>
    </p:spTree>
    <p:extLst>
      <p:ext uri="{BB962C8B-B14F-4D97-AF65-F5344CB8AC3E}">
        <p14:creationId xmlns:p14="http://schemas.microsoft.com/office/powerpoint/2010/main" val="390595470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8_Title and 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7" name="Text Placeholder 6">
            <a:extLst>
              <a:ext uri="{FF2B5EF4-FFF2-40B4-BE49-F238E27FC236}">
                <a16:creationId xmlns:a16="http://schemas.microsoft.com/office/drawing/2014/main" id="{7A9E8526-36C6-C40C-938F-90EAADA21DAB}"/>
              </a:ext>
            </a:extLst>
          </p:cNvPr>
          <p:cNvSpPr>
            <a:spLocks noGrp="1"/>
          </p:cNvSpPr>
          <p:nvPr>
            <p:ph type="body" sz="quarter" idx="11"/>
          </p:nvPr>
        </p:nvSpPr>
        <p:spPr>
          <a:xfrm>
            <a:off x="1478165" y="967696"/>
            <a:ext cx="9475586" cy="307804"/>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2" name="Text Placeholder 5">
            <a:extLst>
              <a:ext uri="{FF2B5EF4-FFF2-40B4-BE49-F238E27FC236}">
                <a16:creationId xmlns:a16="http://schemas.microsoft.com/office/drawing/2014/main" id="{C06156F7-8D32-C0D4-9EA6-803D982B1A72}"/>
              </a:ext>
            </a:extLst>
          </p:cNvPr>
          <p:cNvSpPr>
            <a:spLocks noGrp="1"/>
          </p:cNvSpPr>
          <p:nvPr>
            <p:ph type="body" sz="quarter" idx="16"/>
          </p:nvPr>
        </p:nvSpPr>
        <p:spPr>
          <a:xfrm>
            <a:off x="607614" y="1433513"/>
            <a:ext cx="3659587" cy="2211654"/>
          </a:xfrm>
        </p:spPr>
        <p:txBody>
          <a:bodyPr/>
          <a:lstStyle>
            <a:lvl1pPr>
              <a:spcBef>
                <a:spcPts val="6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5">
            <a:extLst>
              <a:ext uri="{FF2B5EF4-FFF2-40B4-BE49-F238E27FC236}">
                <a16:creationId xmlns:a16="http://schemas.microsoft.com/office/drawing/2014/main" id="{F0685450-8476-7260-1420-A24F6B03E38F}"/>
              </a:ext>
            </a:extLst>
          </p:cNvPr>
          <p:cNvSpPr>
            <a:spLocks noGrp="1"/>
          </p:cNvSpPr>
          <p:nvPr>
            <p:ph type="body" sz="quarter" idx="17"/>
          </p:nvPr>
        </p:nvSpPr>
        <p:spPr>
          <a:xfrm>
            <a:off x="7744145" y="1433513"/>
            <a:ext cx="4154168" cy="1849737"/>
          </a:xfrm>
        </p:spPr>
        <p:txBody>
          <a:bodyPr/>
          <a:lstStyle>
            <a:lvl1pPr>
              <a:spcBef>
                <a:spcPts val="6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marL="457112" indent="-457112">
              <a:buFont typeface="+mj-lt"/>
              <a:buAutoNum type="arabicPeriod"/>
              <a:defRPr/>
            </a:lvl2pPr>
            <a:lvl3pPr marL="342834" indent="-342834">
              <a:buFont typeface="+mj-lt"/>
              <a:buAutoNum type="arabicPeriod"/>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5915596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userDrawn="1">
  <p:cSld name="Horizontal">
    <p:spTree>
      <p:nvGrpSpPr>
        <p:cNvPr id="1" name=""/>
        <p:cNvGrpSpPr/>
        <p:nvPr/>
      </p:nvGrpSpPr>
      <p:grpSpPr>
        <a:xfrm>
          <a:off x="0" y="0"/>
          <a:ext cx="0" cy="0"/>
          <a:chOff x="0" y="0"/>
          <a:chExt cx="0" cy="0"/>
        </a:xfrm>
      </p:grpSpPr>
      <p:sp>
        <p:nvSpPr>
          <p:cNvPr id="24" name="Picture Placeholder 6">
            <a:extLst>
              <a:ext uri="{FF2B5EF4-FFF2-40B4-BE49-F238E27FC236}">
                <a16:creationId xmlns:a16="http://schemas.microsoft.com/office/drawing/2014/main" id="{3C57D4FA-1216-4944-BBF6-C83155F9ED20}"/>
              </a:ext>
              <a:ext uri="{C183D7F6-B498-43B3-948B-1728B52AA6E4}">
                <adec:decorative xmlns:adec="http://schemas.microsoft.com/office/drawing/2017/decorative" val="1"/>
              </a:ext>
            </a:extLst>
          </p:cNvPr>
          <p:cNvSpPr>
            <a:spLocks noGrp="1" noChangeAspect="1"/>
          </p:cNvSpPr>
          <p:nvPr>
            <p:ph type="pic" sz="quarter" idx="24" hasCustomPrompt="1"/>
          </p:nvPr>
        </p:nvSpPr>
        <p:spPr>
          <a:xfrm>
            <a:off x="2989354" y="0"/>
            <a:ext cx="9206773" cy="430901"/>
          </a:xfrm>
          <a:prstGeom prst="rect">
            <a:avLst/>
          </a:prstGeom>
        </p:spPr>
        <p:txBody>
          <a:bodyPr/>
          <a:lstStyle>
            <a:lvl1pPr marL="0" indent="0">
              <a:buNone/>
              <a:defRPr/>
            </a:lvl1pPr>
          </a:lstStyle>
          <a:p>
            <a:r>
              <a:rPr lang="en-US"/>
              <a:t>Horizontal banner image</a:t>
            </a:r>
          </a:p>
        </p:txBody>
      </p:sp>
      <p:sp>
        <p:nvSpPr>
          <p:cNvPr id="16" name="Rectangle 15">
            <a:extLst>
              <a:ext uri="{FF2B5EF4-FFF2-40B4-BE49-F238E27FC236}">
                <a16:creationId xmlns:a16="http://schemas.microsoft.com/office/drawing/2014/main" id="{8AB207AD-DEAE-154A-A901-6FD356CDE8A4}"/>
              </a:ext>
              <a:ext uri="{C183D7F6-B498-43B3-948B-1728B52AA6E4}">
                <adec:decorative xmlns:adec="http://schemas.microsoft.com/office/drawing/2017/decorative" val="1"/>
              </a:ext>
            </a:extLst>
          </p:cNvPr>
          <p:cNvSpPr/>
          <p:nvPr userDrawn="1"/>
        </p:nvSpPr>
        <p:spPr>
          <a:xfrm>
            <a:off x="2961412" y="3291776"/>
            <a:ext cx="9230589" cy="141495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a:solidFill>
                <a:schemeClr val="accent1">
                  <a:lumMod val="60000"/>
                  <a:lumOff val="40000"/>
                </a:schemeClr>
              </a:solidFill>
              <a:cs typeface="Segoe UI" pitchFamily="34" charset="0"/>
            </a:endParaRPr>
          </a:p>
        </p:txBody>
      </p:sp>
      <p:sp>
        <p:nvSpPr>
          <p:cNvPr id="8" name="Title 7">
            <a:extLst>
              <a:ext uri="{FF2B5EF4-FFF2-40B4-BE49-F238E27FC236}">
                <a16:creationId xmlns:a16="http://schemas.microsoft.com/office/drawing/2014/main" id="{EF1935CA-9360-EC0E-2C41-5922364460F5}"/>
              </a:ext>
              <a:ext uri="{C183D7F6-B498-43B3-948B-1728B52AA6E4}">
                <adec:decorative xmlns:adec="http://schemas.microsoft.com/office/drawing/2017/decorative" val="1"/>
              </a:ext>
            </a:extLst>
          </p:cNvPr>
          <p:cNvSpPr>
            <a:spLocks noGrp="1"/>
          </p:cNvSpPr>
          <p:nvPr>
            <p:ph type="title"/>
          </p:nvPr>
        </p:nvSpPr>
        <p:spPr>
          <a:xfrm>
            <a:off x="401737" y="-882853"/>
            <a:ext cx="11018520" cy="492443"/>
          </a:xfrm>
        </p:spPr>
        <p:txBody>
          <a:bodyPr/>
          <a:lstStyle>
            <a:lvl1pPr algn="l">
              <a:defRPr/>
            </a:lvl1pPr>
          </a:lstStyle>
          <a:p>
            <a:r>
              <a:rPr lang="en-US"/>
              <a:t>Click to edit Master title style</a:t>
            </a:r>
          </a:p>
        </p:txBody>
      </p:sp>
      <p:sp>
        <p:nvSpPr>
          <p:cNvPr id="9" name="Rectangle 8">
            <a:extLst>
              <a:ext uri="{FF2B5EF4-FFF2-40B4-BE49-F238E27FC236}">
                <a16:creationId xmlns:a16="http://schemas.microsoft.com/office/drawing/2014/main" id="{B1F3EAF0-868F-A4A4-1458-8AC94735D27E}"/>
              </a:ext>
              <a:ext uri="{C183D7F6-B498-43B3-948B-1728B52AA6E4}">
                <adec:decorative xmlns:adec="http://schemas.microsoft.com/office/drawing/2017/decorative" val="1"/>
              </a:ext>
            </a:extLst>
          </p:cNvPr>
          <p:cNvSpPr/>
          <p:nvPr userDrawn="1"/>
        </p:nvSpPr>
        <p:spPr>
          <a:xfrm>
            <a:off x="2870483" y="0"/>
            <a:ext cx="118872"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5" name="Picture Placeholder 4">
            <a:extLst>
              <a:ext uri="{FF2B5EF4-FFF2-40B4-BE49-F238E27FC236}">
                <a16:creationId xmlns:a16="http://schemas.microsoft.com/office/drawing/2014/main" id="{3D70BBFF-3B0B-644F-878A-E178AF5B45E4}"/>
              </a:ext>
              <a:ext uri="{C183D7F6-B498-43B3-948B-1728B52AA6E4}">
                <adec:decorative xmlns:adec="http://schemas.microsoft.com/office/drawing/2017/decorative" val="1"/>
              </a:ext>
            </a:extLst>
          </p:cNvPr>
          <p:cNvSpPr>
            <a:spLocks noGrp="1" noChangeAspect="1"/>
          </p:cNvSpPr>
          <p:nvPr>
            <p:ph type="pic" sz="quarter" idx="23" hasCustomPrompt="1"/>
          </p:nvPr>
        </p:nvSpPr>
        <p:spPr>
          <a:xfrm>
            <a:off x="401737" y="436246"/>
            <a:ext cx="2103120" cy="430901"/>
          </a:xfrm>
          <a:prstGeom prst="rect">
            <a:avLst/>
          </a:prstGeom>
        </p:spPr>
        <p:txBody>
          <a:bodyPr/>
          <a:lstStyle>
            <a:lvl1pPr marL="0" indent="0">
              <a:buNone/>
              <a:defRPr/>
            </a:lvl1pPr>
          </a:lstStyle>
          <a:p>
            <a:r>
              <a:rPr lang="en-US"/>
              <a:t>Logo	</a:t>
            </a:r>
          </a:p>
        </p:txBody>
      </p:sp>
      <p:pic>
        <p:nvPicPr>
          <p:cNvPr id="19" name="Microsoft logo">
            <a:extLst>
              <a:ext uri="{FF2B5EF4-FFF2-40B4-BE49-F238E27FC236}">
                <a16:creationId xmlns:a16="http://schemas.microsoft.com/office/drawing/2014/main" id="{CC7BF76F-4846-4D42-BB24-41761B4010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56271" y="6299345"/>
            <a:ext cx="1554480" cy="333103"/>
          </a:xfrm>
          <a:prstGeom prst="rect">
            <a:avLst/>
          </a:prstGeom>
        </p:spPr>
      </p:pic>
      <p:sp>
        <p:nvSpPr>
          <p:cNvPr id="3" name="Specification">
            <a:extLst>
              <a:ext uri="{FF2B5EF4-FFF2-40B4-BE49-F238E27FC236}">
                <a16:creationId xmlns:a16="http://schemas.microsoft.com/office/drawing/2014/main" id="{26EADB41-5AB5-EC2C-E76C-A94A5A6ADDC5}"/>
              </a:ext>
            </a:extLst>
          </p:cNvPr>
          <p:cNvSpPr>
            <a:spLocks noGrp="1"/>
          </p:cNvSpPr>
          <p:nvPr>
            <p:ph type="body" sz="quarter" idx="25"/>
          </p:nvPr>
        </p:nvSpPr>
        <p:spPr>
          <a:xfrm>
            <a:off x="610513" y="5592745"/>
            <a:ext cx="2181900" cy="304699"/>
          </a:xfrm>
        </p:spPr>
        <p:txBody>
          <a:bodyPr anchor="b"/>
          <a:lstStyle>
            <a:lvl1pPr>
              <a:defRPr lang="en-US" sz="900" kern="1200" cap="all" spc="100" baseline="0" dirty="0" smtClean="0">
                <a:solidFill>
                  <a:schemeClr val="accent2">
                    <a:lumMod val="60000"/>
                    <a:lumOff val="40000"/>
                  </a:schemeClr>
                </a:solidFill>
                <a:latin typeface="+mn-lt"/>
                <a:ea typeface="+mn-ea"/>
                <a:cs typeface="Segoe UI Light" panose="020B0502040204020203" pitchFamily="34" charset="0"/>
              </a:defRPr>
            </a:lvl1pPr>
            <a:lvl2pPr>
              <a:spcAft>
                <a:spcPts val="216"/>
              </a:spcAft>
              <a:defRPr lang="en-US" sz="900" kern="1200"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2pPr>
            <a:lvl3pPr>
              <a:defRPr sz="1050"/>
            </a:lvl3pPr>
            <a:lvl4pPr>
              <a:defRPr sz="1000"/>
            </a:lvl4pPr>
            <a:lvl5pPr>
              <a:defRPr sz="1000"/>
            </a:lvl5pPr>
          </a:lstStyle>
          <a:p>
            <a:pPr lvl="0"/>
            <a:r>
              <a:rPr lang="en-US"/>
              <a:t>Click to edit Master text</a:t>
            </a:r>
          </a:p>
          <a:p>
            <a:pPr lvl="1"/>
            <a:r>
              <a:rPr lang="en-US"/>
              <a:t>Second level</a:t>
            </a:r>
          </a:p>
        </p:txBody>
      </p:sp>
      <p:sp>
        <p:nvSpPr>
          <p:cNvPr id="27" name="Quote">
            <a:extLst>
              <a:ext uri="{FF2B5EF4-FFF2-40B4-BE49-F238E27FC236}">
                <a16:creationId xmlns:a16="http://schemas.microsoft.com/office/drawing/2014/main" id="{CEABE899-10A3-484A-9A5F-6B1D4CB09EA4}"/>
              </a:ext>
            </a:extLst>
          </p:cNvPr>
          <p:cNvSpPr>
            <a:spLocks noGrp="1"/>
          </p:cNvSpPr>
          <p:nvPr>
            <p:ph type="body" sz="quarter" idx="10" hasCustomPrompt="1"/>
          </p:nvPr>
        </p:nvSpPr>
        <p:spPr>
          <a:xfrm>
            <a:off x="3268759" y="4013488"/>
            <a:ext cx="8643841" cy="276999"/>
          </a:xfrm>
          <a:prstGeom prst="rect">
            <a:avLst/>
          </a:prstGeom>
        </p:spPr>
        <p:txBody>
          <a:bodyPr lIns="0" tIns="0" rIns="0" bIns="0" anchor="b" anchorCtr="0"/>
          <a:lstStyle>
            <a:lvl1pPr marL="0" indent="0">
              <a:lnSpc>
                <a:spcPct val="100000"/>
              </a:lnSpc>
              <a:buNone/>
              <a:defRPr sz="1800" b="0" i="0">
                <a:latin typeface="Segoe UI" panose="020B0502040204020203" pitchFamily="34" charset="0"/>
                <a:cs typeface="Segoe UI" panose="020B0502040204020203" pitchFamily="34" charset="0"/>
              </a:defRPr>
            </a:lvl1pPr>
            <a:lvl2pPr>
              <a:defRPr sz="1600"/>
            </a:lvl2pPr>
            <a:lvl3pPr>
              <a:defRPr sz="1400"/>
            </a:lvl3pPr>
            <a:lvl4pPr>
              <a:defRPr lang="en-US" sz="1200" kern="1200" cap="none"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4pPr>
            <a:lvl5pPr>
              <a:defRPr sz="2000"/>
            </a:lvl5pPr>
          </a:lstStyle>
          <a:p>
            <a:pPr lvl="0"/>
            <a:r>
              <a:rPr lang="en-US"/>
              <a:t>Quote</a:t>
            </a:r>
          </a:p>
        </p:txBody>
      </p:sp>
      <p:sp>
        <p:nvSpPr>
          <p:cNvPr id="37" name="quote Author">
            <a:extLst>
              <a:ext uri="{FF2B5EF4-FFF2-40B4-BE49-F238E27FC236}">
                <a16:creationId xmlns:a16="http://schemas.microsoft.com/office/drawing/2014/main" id="{F5AC1971-A820-D44B-949E-127EE4381960}"/>
              </a:ext>
            </a:extLst>
          </p:cNvPr>
          <p:cNvSpPr>
            <a:spLocks noGrp="1"/>
          </p:cNvSpPr>
          <p:nvPr>
            <p:ph type="body" sz="quarter" idx="11"/>
          </p:nvPr>
        </p:nvSpPr>
        <p:spPr>
          <a:xfrm>
            <a:off x="3268758" y="4423180"/>
            <a:ext cx="8643841" cy="158979"/>
          </a:xfrm>
          <a:prstGeom prst="rect">
            <a:avLst/>
          </a:prstGeom>
        </p:spPr>
        <p:txBody>
          <a:bodyPr lIns="0" tIns="0" rIns="0" bIns="0"/>
          <a:lstStyle>
            <a:lvl1pPr marL="0" indent="0">
              <a:buNone/>
              <a:defRPr sz="1000" b="0" i="0">
                <a:solidFill>
                  <a:schemeClr val="accent2">
                    <a:lumMod val="60000"/>
                    <a:lumOff val="40000"/>
                  </a:schemeClr>
                </a:solidFill>
                <a:latin typeface="Segoe UI Semilight" panose="020B0402040204020203" pitchFamily="34" charset="0"/>
                <a:cs typeface="Segoe UI Semilight" panose="020B0402040204020203" pitchFamily="34" charset="0"/>
              </a:defRPr>
            </a:lvl1pPr>
          </a:lstStyle>
          <a:p>
            <a:pPr lvl="0"/>
            <a:endParaRPr lang="en-US"/>
          </a:p>
        </p:txBody>
      </p:sp>
      <p:sp>
        <p:nvSpPr>
          <p:cNvPr id="4" name="Situation">
            <a:extLst>
              <a:ext uri="{FF2B5EF4-FFF2-40B4-BE49-F238E27FC236}">
                <a16:creationId xmlns:a16="http://schemas.microsoft.com/office/drawing/2014/main" id="{59539FF9-4A05-E1E9-46FF-2A69E8F95CBE}"/>
              </a:ext>
            </a:extLst>
          </p:cNvPr>
          <p:cNvSpPr>
            <a:spLocks noGrp="1"/>
          </p:cNvSpPr>
          <p:nvPr>
            <p:ph type="body" sz="quarter" idx="26" hasCustomPrompt="1"/>
          </p:nvPr>
        </p:nvSpPr>
        <p:spPr>
          <a:xfrm>
            <a:off x="3281939" y="4820173"/>
            <a:ext cx="2181900" cy="138499"/>
          </a:xfrm>
        </p:spPr>
        <p:txBody>
          <a:bodyPr anchor="b"/>
          <a:lstStyle>
            <a:lvl1pPr>
              <a:defRPr lang="en-US" sz="900" kern="1200" cap="all" spc="100" baseline="0" dirty="0" smtClean="0">
                <a:solidFill>
                  <a:schemeClr val="accent2">
                    <a:lumMod val="60000"/>
                    <a:lumOff val="40000"/>
                  </a:schemeClr>
                </a:solidFill>
                <a:latin typeface="+mn-lt"/>
                <a:ea typeface="+mn-ea"/>
                <a:cs typeface="Segoe UI Light" panose="020B0502040204020203" pitchFamily="34" charset="0"/>
              </a:defRPr>
            </a:lvl1pPr>
            <a:lvl2pPr>
              <a:defRPr lang="en-US" sz="900" kern="1200"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2pPr>
            <a:lvl3pPr>
              <a:defRPr sz="1050"/>
            </a:lvl3pPr>
            <a:lvl4pPr>
              <a:defRPr sz="1000"/>
            </a:lvl4pPr>
            <a:lvl5pPr>
              <a:defRPr sz="1000"/>
            </a:lvl5pPr>
          </a:lstStyle>
          <a:p>
            <a:pPr lvl="0"/>
            <a:r>
              <a:rPr lang="en-US" sz="900">
                <a:solidFill>
                  <a:schemeClr val="accent2">
                    <a:lumMod val="60000"/>
                    <a:lumOff val="40000"/>
                  </a:schemeClr>
                </a:solidFill>
                <a:latin typeface="+mn-lt"/>
                <a:cs typeface="Segoe UI Light" panose="020B0502040204020203" pitchFamily="34" charset="0"/>
              </a:rPr>
              <a:t>Situation</a:t>
            </a:r>
            <a:endParaRPr lang="en-US"/>
          </a:p>
        </p:txBody>
      </p:sp>
      <p:sp>
        <p:nvSpPr>
          <p:cNvPr id="28" name="Situation text">
            <a:extLst>
              <a:ext uri="{FF2B5EF4-FFF2-40B4-BE49-F238E27FC236}">
                <a16:creationId xmlns:a16="http://schemas.microsoft.com/office/drawing/2014/main" id="{E03D0DEC-BC71-A445-A3E5-9B83B80381D9}"/>
              </a:ext>
            </a:extLst>
          </p:cNvPr>
          <p:cNvSpPr>
            <a:spLocks noGrp="1"/>
          </p:cNvSpPr>
          <p:nvPr>
            <p:ph type="body" sz="quarter" idx="12"/>
          </p:nvPr>
        </p:nvSpPr>
        <p:spPr>
          <a:xfrm>
            <a:off x="3268758" y="4976985"/>
            <a:ext cx="2560320" cy="200048"/>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6" name="Solution">
            <a:extLst>
              <a:ext uri="{FF2B5EF4-FFF2-40B4-BE49-F238E27FC236}">
                <a16:creationId xmlns:a16="http://schemas.microsoft.com/office/drawing/2014/main" id="{918FC46A-5586-1DC1-6812-A9D9598CFD15}"/>
              </a:ext>
            </a:extLst>
          </p:cNvPr>
          <p:cNvSpPr>
            <a:spLocks noGrp="1"/>
          </p:cNvSpPr>
          <p:nvPr>
            <p:ph type="body" sz="quarter" idx="27" hasCustomPrompt="1"/>
          </p:nvPr>
        </p:nvSpPr>
        <p:spPr>
          <a:xfrm>
            <a:off x="6096000" y="4820173"/>
            <a:ext cx="2181900" cy="138499"/>
          </a:xfrm>
        </p:spPr>
        <p:txBody>
          <a:bodyPr anchor="b"/>
          <a:lstStyle>
            <a:lvl1pPr>
              <a:defRPr lang="en-US" sz="900" kern="1200" cap="all" spc="100" baseline="0" dirty="0" smtClean="0">
                <a:solidFill>
                  <a:schemeClr val="accent2">
                    <a:lumMod val="60000"/>
                    <a:lumOff val="40000"/>
                  </a:schemeClr>
                </a:solidFill>
                <a:latin typeface="+mn-lt"/>
                <a:ea typeface="+mn-ea"/>
                <a:cs typeface="Segoe UI Light" panose="020B0502040204020203" pitchFamily="34" charset="0"/>
              </a:defRPr>
            </a:lvl1pPr>
            <a:lvl2pPr>
              <a:defRPr lang="en-US" sz="900" kern="1200"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2pPr>
            <a:lvl3pPr>
              <a:defRPr sz="1050"/>
            </a:lvl3pPr>
            <a:lvl4pPr>
              <a:defRPr sz="1000"/>
            </a:lvl4pPr>
            <a:lvl5pPr>
              <a:defRPr sz="1000"/>
            </a:lvl5pPr>
          </a:lstStyle>
          <a:p>
            <a:pPr lvl="0"/>
            <a:r>
              <a:rPr lang="en-US" sz="900">
                <a:solidFill>
                  <a:schemeClr val="accent2">
                    <a:lumMod val="60000"/>
                    <a:lumOff val="40000"/>
                  </a:schemeClr>
                </a:solidFill>
                <a:latin typeface="+mn-lt"/>
                <a:cs typeface="Segoe UI Light" panose="020B0502040204020203" pitchFamily="34" charset="0"/>
              </a:rPr>
              <a:t>Solution</a:t>
            </a:r>
            <a:endParaRPr lang="en-US"/>
          </a:p>
        </p:txBody>
      </p:sp>
      <p:sp>
        <p:nvSpPr>
          <p:cNvPr id="43" name="Solution text">
            <a:extLst>
              <a:ext uri="{FF2B5EF4-FFF2-40B4-BE49-F238E27FC236}">
                <a16:creationId xmlns:a16="http://schemas.microsoft.com/office/drawing/2014/main" id="{847B54F4-C98A-7F4F-8633-A67212D37E3D}"/>
              </a:ext>
            </a:extLst>
          </p:cNvPr>
          <p:cNvSpPr>
            <a:spLocks noGrp="1"/>
          </p:cNvSpPr>
          <p:nvPr>
            <p:ph type="body" sz="quarter" idx="21"/>
          </p:nvPr>
        </p:nvSpPr>
        <p:spPr>
          <a:xfrm>
            <a:off x="6096000" y="4976985"/>
            <a:ext cx="2942063" cy="200048"/>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7" name="Impact">
            <a:extLst>
              <a:ext uri="{FF2B5EF4-FFF2-40B4-BE49-F238E27FC236}">
                <a16:creationId xmlns:a16="http://schemas.microsoft.com/office/drawing/2014/main" id="{90282A99-33A9-11F3-6920-B2B4932AF786}"/>
              </a:ext>
            </a:extLst>
          </p:cNvPr>
          <p:cNvSpPr>
            <a:spLocks noGrp="1"/>
          </p:cNvSpPr>
          <p:nvPr>
            <p:ph type="body" sz="quarter" idx="28" hasCustomPrompt="1"/>
          </p:nvPr>
        </p:nvSpPr>
        <p:spPr>
          <a:xfrm>
            <a:off x="9225092" y="4820173"/>
            <a:ext cx="1943275" cy="138499"/>
          </a:xfrm>
        </p:spPr>
        <p:txBody>
          <a:bodyPr anchor="b"/>
          <a:lstStyle>
            <a:lvl1pPr>
              <a:defRPr lang="en-US" sz="900" kern="1200" cap="all" spc="100" baseline="0" dirty="0" smtClean="0">
                <a:solidFill>
                  <a:schemeClr val="accent2">
                    <a:lumMod val="60000"/>
                    <a:lumOff val="40000"/>
                  </a:schemeClr>
                </a:solidFill>
                <a:latin typeface="+mn-lt"/>
                <a:ea typeface="+mn-ea"/>
                <a:cs typeface="Segoe UI Light" panose="020B0502040204020203" pitchFamily="34" charset="0"/>
              </a:defRPr>
            </a:lvl1pPr>
            <a:lvl2pPr>
              <a:defRPr lang="en-US" sz="900" kern="1200"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2pPr>
            <a:lvl3pPr>
              <a:defRPr sz="1050"/>
            </a:lvl3pPr>
            <a:lvl4pPr>
              <a:defRPr sz="1000"/>
            </a:lvl4pPr>
            <a:lvl5pPr>
              <a:defRPr sz="1000"/>
            </a:lvl5pPr>
          </a:lstStyle>
          <a:p>
            <a:pPr lvl="0"/>
            <a:r>
              <a:rPr lang="en-US" sz="900">
                <a:solidFill>
                  <a:schemeClr val="accent2">
                    <a:lumMod val="60000"/>
                    <a:lumOff val="40000"/>
                  </a:schemeClr>
                </a:solidFill>
                <a:latin typeface="+mn-lt"/>
                <a:cs typeface="Segoe UI Light" panose="020B0502040204020203" pitchFamily="34" charset="0"/>
              </a:rPr>
              <a:t>Impact</a:t>
            </a:r>
            <a:endParaRPr lang="en-US"/>
          </a:p>
        </p:txBody>
      </p:sp>
      <p:sp>
        <p:nvSpPr>
          <p:cNvPr id="45" name="Impact text">
            <a:extLst>
              <a:ext uri="{FF2B5EF4-FFF2-40B4-BE49-F238E27FC236}">
                <a16:creationId xmlns:a16="http://schemas.microsoft.com/office/drawing/2014/main" id="{817B977B-57E9-154C-AA12-E0B3A70688DF}"/>
              </a:ext>
            </a:extLst>
          </p:cNvPr>
          <p:cNvSpPr>
            <a:spLocks noGrp="1"/>
          </p:cNvSpPr>
          <p:nvPr>
            <p:ph type="body" sz="quarter" idx="22"/>
          </p:nvPr>
        </p:nvSpPr>
        <p:spPr>
          <a:xfrm>
            <a:off x="9225092" y="4976985"/>
            <a:ext cx="2687507" cy="200048"/>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Tree>
    <p:extLst>
      <p:ext uri="{BB962C8B-B14F-4D97-AF65-F5344CB8AC3E}">
        <p14:creationId xmlns:p14="http://schemas.microsoft.com/office/powerpoint/2010/main" val="2870533854"/>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2AE1C090-5F0E-4594-11DF-BE536201CA8D}"/>
              </a:ext>
            </a:extLst>
          </p:cNvPr>
          <p:cNvSpPr>
            <a:spLocks noGrp="1"/>
          </p:cNvSpPr>
          <p:nvPr>
            <p:ph type="title"/>
          </p:nvPr>
        </p:nvSpPr>
        <p:spPr>
          <a:xfrm>
            <a:off x="1200653" y="2638290"/>
            <a:ext cx="3938616" cy="1477328"/>
          </a:xfrm>
        </p:spPr>
        <p:txBody>
          <a:bodyPr/>
          <a:lstStyle>
            <a:lvl1pPr algn="l">
              <a:defRPr kumimoji="0" lang="en-US" sz="4800" b="0" i="0" u="none" strike="noStrike" kern="1200" cap="none" spc="-50" normalizeH="0" baseline="0" dirty="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r>
              <a:rPr lang="en-US"/>
              <a:t>Click to edit Master title</a:t>
            </a:r>
          </a:p>
        </p:txBody>
      </p:sp>
      <p:sp>
        <p:nvSpPr>
          <p:cNvPr id="13" name="Text Placeholder 12">
            <a:extLst>
              <a:ext uri="{FF2B5EF4-FFF2-40B4-BE49-F238E27FC236}">
                <a16:creationId xmlns:a16="http://schemas.microsoft.com/office/drawing/2014/main" id="{2FC8B7C9-A777-4764-F527-E7A0F7A3BB43}"/>
              </a:ext>
            </a:extLst>
          </p:cNvPr>
          <p:cNvSpPr>
            <a:spLocks noGrp="1"/>
          </p:cNvSpPr>
          <p:nvPr>
            <p:ph type="body" sz="quarter" idx="10"/>
          </p:nvPr>
        </p:nvSpPr>
        <p:spPr>
          <a:xfrm>
            <a:off x="6424641" y="1513200"/>
            <a:ext cx="5120640" cy="338554"/>
          </a:xfrm>
        </p:spPr>
        <p:txBody>
          <a:bodyPr/>
          <a:lstStyle>
            <a:lvl1pPr>
              <a:defRPr kumimoji="0" lang="en-US" sz="2200" b="0" i="0" u="none" strike="noStrike" kern="1200" cap="none" spc="-50" normalizeH="0" baseline="0" dirty="0" smtClean="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pPr lvl="0"/>
            <a:r>
              <a:rPr lang="en-US"/>
              <a:t>Click to edit Master text styles</a:t>
            </a:r>
          </a:p>
        </p:txBody>
      </p:sp>
      <p:sp>
        <p:nvSpPr>
          <p:cNvPr id="14" name="Text Placeholder 12">
            <a:extLst>
              <a:ext uri="{FF2B5EF4-FFF2-40B4-BE49-F238E27FC236}">
                <a16:creationId xmlns:a16="http://schemas.microsoft.com/office/drawing/2014/main" id="{F8874C5B-6FEE-D16D-FA28-8329A46C0562}"/>
              </a:ext>
            </a:extLst>
          </p:cNvPr>
          <p:cNvSpPr>
            <a:spLocks noGrp="1"/>
          </p:cNvSpPr>
          <p:nvPr>
            <p:ph type="body" sz="quarter" idx="11"/>
          </p:nvPr>
        </p:nvSpPr>
        <p:spPr>
          <a:xfrm>
            <a:off x="6424640" y="3242679"/>
            <a:ext cx="5120640" cy="338554"/>
          </a:xfrm>
        </p:spPr>
        <p:txBody>
          <a:bodyPr/>
          <a:lstStyle>
            <a:lvl1pPr>
              <a:defRPr kumimoji="0" lang="en-US" sz="2200" b="0" i="0" u="none" strike="noStrike" kern="1200" cap="none" spc="-50" normalizeH="0" baseline="0" dirty="0" smtClean="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pPr lvl="0"/>
            <a:r>
              <a:rPr lang="en-US"/>
              <a:t>Click to edit Master text styles</a:t>
            </a:r>
          </a:p>
        </p:txBody>
      </p:sp>
      <p:sp>
        <p:nvSpPr>
          <p:cNvPr id="15" name="Text Placeholder 12">
            <a:extLst>
              <a:ext uri="{FF2B5EF4-FFF2-40B4-BE49-F238E27FC236}">
                <a16:creationId xmlns:a16="http://schemas.microsoft.com/office/drawing/2014/main" id="{C382931F-412B-91C7-8859-E52809365D8B}"/>
              </a:ext>
            </a:extLst>
          </p:cNvPr>
          <p:cNvSpPr>
            <a:spLocks noGrp="1"/>
          </p:cNvSpPr>
          <p:nvPr>
            <p:ph type="body" sz="quarter" idx="12"/>
          </p:nvPr>
        </p:nvSpPr>
        <p:spPr>
          <a:xfrm>
            <a:off x="6424640" y="4707502"/>
            <a:ext cx="5120640" cy="338554"/>
          </a:xfrm>
        </p:spPr>
        <p:txBody>
          <a:bodyPr/>
          <a:lstStyle>
            <a:lvl1pPr>
              <a:defRPr kumimoji="0" lang="en-US" sz="2200" b="0" i="0" u="none" strike="noStrike" kern="1200" cap="none" spc="-50" normalizeH="0" baseline="0" dirty="0" smtClean="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pPr lvl="0"/>
            <a:r>
              <a:rPr lang="en-US"/>
              <a:t>Click to edit Master text styles</a:t>
            </a:r>
          </a:p>
        </p:txBody>
      </p:sp>
    </p:spTree>
    <p:extLst>
      <p:ext uri="{BB962C8B-B14F-4D97-AF65-F5344CB8AC3E}">
        <p14:creationId xmlns:p14="http://schemas.microsoft.com/office/powerpoint/2010/main" val="2488363394"/>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768">
          <p15:clr>
            <a:srgbClr val="FBAE4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userDrawn="1">
  <p:cSld name="7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58FF18-9BD3-49EC-8393-12EF9F3B421A}"/>
              </a:ext>
            </a:extLst>
          </p:cNvPr>
          <p:cNvSpPr>
            <a:spLocks noGrp="1"/>
          </p:cNvSpPr>
          <p:nvPr>
            <p:ph type="title"/>
          </p:nvPr>
        </p:nvSpPr>
        <p:spPr>
          <a:xfrm>
            <a:off x="588264" y="2862298"/>
            <a:ext cx="3992212" cy="492443"/>
          </a:xfrm>
        </p:spPr>
        <p:txBody>
          <a:bodyPr anchor="b"/>
          <a:lstStyle>
            <a:lvl1pPr algn="l">
              <a:defRPr>
                <a:solidFill>
                  <a:schemeClr val="tx1"/>
                </a:solidFill>
              </a:defRPr>
            </a:lvl1pPr>
          </a:lstStyle>
          <a:p>
            <a:r>
              <a:rPr lang="en-US"/>
              <a:t>Click to edit Master</a:t>
            </a:r>
          </a:p>
        </p:txBody>
      </p:sp>
      <p:sp>
        <p:nvSpPr>
          <p:cNvPr id="6" name="Text Placeholder 5">
            <a:extLst>
              <a:ext uri="{FF2B5EF4-FFF2-40B4-BE49-F238E27FC236}">
                <a16:creationId xmlns:a16="http://schemas.microsoft.com/office/drawing/2014/main" id="{9E09CA30-1D13-4021-BE81-6A72FEAF7A8E}"/>
              </a:ext>
            </a:extLst>
          </p:cNvPr>
          <p:cNvSpPr>
            <a:spLocks noGrp="1"/>
          </p:cNvSpPr>
          <p:nvPr>
            <p:ph type="body" sz="quarter" idx="11"/>
          </p:nvPr>
        </p:nvSpPr>
        <p:spPr>
          <a:xfrm>
            <a:off x="588265" y="3429000"/>
            <a:ext cx="4043371" cy="1465341"/>
          </a:xfrm>
        </p:spPr>
        <p:txBody>
          <a:bodyPr/>
          <a:lstStyle>
            <a:lvl1pPr>
              <a:defRPr sz="2000">
                <a:solidFill>
                  <a:schemeClr val="accent2"/>
                </a:solidFill>
              </a:defRPr>
            </a:lvl1pPr>
            <a:lvl2pPr>
              <a:defRPr sz="1600">
                <a:solidFill>
                  <a:schemeClr val="accent2"/>
                </a:solidFill>
              </a:defRPr>
            </a:lvl2pPr>
            <a:lvl3pPr>
              <a:defRPr sz="1200">
                <a:solidFill>
                  <a:schemeClr val="accent2"/>
                </a:solidFill>
              </a:defRPr>
            </a:lvl3pPr>
            <a:lvl4pPr>
              <a:defRPr sz="1100">
                <a:solidFill>
                  <a:schemeClr val="accent2"/>
                </a:solidFill>
              </a:defRPr>
            </a:lvl4pPr>
            <a:lvl5pPr>
              <a:defRPr sz="1100">
                <a:solidFill>
                  <a:schemeClr val="accent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9336391"/>
      </p:ext>
    </p:extLst>
  </p:cSld>
  <p:clrMapOvr>
    <a:masterClrMapping/>
  </p:clrMapOvr>
  <p:transition>
    <p:fade/>
  </p:transition>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gradFill>
                  <a:gsLst>
                    <a:gs pos="62564">
                      <a:schemeClr val="tx1"/>
                    </a:gs>
                    <a:gs pos="55000">
                      <a:schemeClr val="tx1"/>
                    </a:gs>
                  </a:gsLst>
                  <a:lin ang="5400000" scaled="0"/>
                </a:gra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923145A3-A9AB-4B3E-A898-5EC4C932840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black">
          <a:xfrm>
            <a:off x="584201" y="585789"/>
            <a:ext cx="1366245" cy="292608"/>
          </a:xfrm>
          <a:prstGeom prst="rect">
            <a:avLst/>
          </a:prstGeom>
        </p:spPr>
      </p:pic>
    </p:spTree>
    <p:extLst>
      <p:ext uri="{BB962C8B-B14F-4D97-AF65-F5344CB8AC3E}">
        <p14:creationId xmlns:p14="http://schemas.microsoft.com/office/powerpoint/2010/main" val="3328415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1828407"/>
          </a:xfrm>
        </p:spPr>
        <p:txBody>
          <a:bodyPr wrap="square">
            <a:spAutoFit/>
          </a:bodyPr>
          <a:lstStyle>
            <a:lvl1pPr marL="0" indent="0">
              <a:buNone/>
              <a:defRPr/>
            </a:lvl1pPr>
            <a:lvl2pPr marL="228556" indent="0">
              <a:buNone/>
              <a:defRPr/>
            </a:lvl2pPr>
            <a:lvl3pPr marL="457112" indent="0">
              <a:buNone/>
              <a:defRPr/>
            </a:lvl3pPr>
            <a:lvl4pPr marL="685668" indent="0">
              <a:buNone/>
              <a:defRPr/>
            </a:lvl4pPr>
            <a:lvl5pPr marL="914225"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068915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userDrawn="1">
  <p:cSld name="10_TITLE &amp; SUB">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3DB7C14D-4BCE-C6FB-73BC-7CC9541EEB68}"/>
              </a:ext>
              <a:ext uri="{C183D7F6-B498-43B3-948B-1728B52AA6E4}">
                <adec:decorative xmlns:adec="http://schemas.microsoft.com/office/drawing/2017/decorative" val="1"/>
              </a:ext>
            </a:extLst>
          </p:cNvPr>
          <p:cNvPicPr>
            <a:picLocks noChangeAspect="1" noChangeArrowheads="1"/>
          </p:cNvPicPr>
          <p:nvPr userDrawn="1"/>
        </p:nvPicPr>
        <p:blipFill rotWithShape="1">
          <a:blip r:embed="rId2">
            <a:alphaModFix amt="55000"/>
            <a:extLst>
              <a:ext uri="{28A0092B-C50C-407E-A947-70E740481C1C}">
                <a14:useLocalDpi xmlns:a14="http://schemas.microsoft.com/office/drawing/2010/main" val="0"/>
              </a:ext>
            </a:extLst>
          </a:blip>
          <a:srcRect l="-3" t="9326" r="50" b="15915"/>
          <a:stretch/>
        </p:blipFill>
        <p:spPr bwMode="auto">
          <a:xfrm>
            <a:off x="-28209" y="1"/>
            <a:ext cx="12225674" cy="656566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579A690D-B40A-DE7F-646A-BB3363789F74}"/>
              </a:ext>
              <a:ext uri="{C183D7F6-B498-43B3-948B-1728B52AA6E4}">
                <adec:decorative xmlns:adec="http://schemas.microsoft.com/office/drawing/2017/decorative" val="1"/>
              </a:ext>
            </a:extLst>
          </p:cNvPr>
          <p:cNvSpPr/>
          <p:nvPr userDrawn="1"/>
        </p:nvSpPr>
        <p:spPr bwMode="auto">
          <a:xfrm>
            <a:off x="0" y="403930"/>
            <a:ext cx="12235873" cy="5891349"/>
          </a:xfrm>
          <a:prstGeom prst="rect">
            <a:avLst/>
          </a:prstGeom>
          <a:solidFill>
            <a:schemeClr val="dk1">
              <a:alpha val="45000"/>
            </a:schemeClr>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000000"/>
              </a:solidFill>
              <a:effectLst/>
              <a:uLnTx/>
              <a:uFillTx/>
              <a:latin typeface="Segoe UI"/>
              <a:ea typeface="Segoe UI" pitchFamily="34" charset="0"/>
              <a:cs typeface="Segoe UI" pitchFamily="34" charset="0"/>
            </a:endParaRPr>
          </a:p>
        </p:txBody>
      </p:sp>
      <p:grpSp>
        <p:nvGrpSpPr>
          <p:cNvPr id="22" name="Group 21">
            <a:extLst>
              <a:ext uri="{FF2B5EF4-FFF2-40B4-BE49-F238E27FC236}">
                <a16:creationId xmlns:a16="http://schemas.microsoft.com/office/drawing/2014/main" id="{CE53CC27-C833-E269-F0CC-F0875BFD890D}"/>
              </a:ext>
              <a:ext uri="{C183D7F6-B498-43B3-948B-1728B52AA6E4}">
                <adec:decorative xmlns:adec="http://schemas.microsoft.com/office/drawing/2017/decorative" val="1"/>
              </a:ext>
            </a:extLst>
          </p:cNvPr>
          <p:cNvGrpSpPr/>
          <p:nvPr userDrawn="1"/>
        </p:nvGrpSpPr>
        <p:grpSpPr>
          <a:xfrm>
            <a:off x="503519" y="1449473"/>
            <a:ext cx="2743200" cy="4653435"/>
            <a:chOff x="3153066" y="1685024"/>
            <a:chExt cx="5872022" cy="4153830"/>
          </a:xfrm>
        </p:grpSpPr>
        <p:sp>
          <p:nvSpPr>
            <p:cNvPr id="23" name="Rectangle 22">
              <a:extLst>
                <a:ext uri="{FF2B5EF4-FFF2-40B4-BE49-F238E27FC236}">
                  <a16:creationId xmlns:a16="http://schemas.microsoft.com/office/drawing/2014/main" id="{1B063FBD-90EC-7F07-8E10-F034B050DC0B}"/>
                </a:ext>
              </a:extLst>
            </p:cNvPr>
            <p:cNvSpPr/>
            <p:nvPr/>
          </p:nvSpPr>
          <p:spPr bwMode="auto">
            <a:xfrm>
              <a:off x="3153066" y="1685024"/>
              <a:ext cx="5872022" cy="4153830"/>
            </a:xfrm>
            <a:prstGeom prst="rect">
              <a:avLst/>
            </a:prstGeom>
            <a:solidFill>
              <a:schemeClr val="bg1">
                <a:alpha val="70000"/>
              </a:schemeClr>
            </a:solidFill>
            <a:ln w="3175" cap="rnd" cmpd="sng" algn="ctr">
              <a:solidFill>
                <a:schemeClr val="accent2"/>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fontAlgn="auto">
                <a:lnSpc>
                  <a:spcPct val="110000"/>
                </a:lnSpc>
                <a:spcBef>
                  <a:spcPts val="0"/>
                </a:spcBef>
                <a:spcAft>
                  <a:spcPts val="0"/>
                </a:spcAft>
                <a:buClrTx/>
                <a:buSzTx/>
                <a:buFontTx/>
                <a:buNone/>
                <a:tabLst/>
              </a:pPr>
              <a:endParaRPr kumimoji="0" lang="en-US" sz="2000" b="0" i="0" u="none" strike="noStrike" cap="none" spc="0" normalizeH="0" baseline="0" noProof="0">
                <a:ln>
                  <a:noFill/>
                </a:ln>
                <a:solidFill>
                  <a:srgbClr val="FFFFFF"/>
                </a:solidFill>
                <a:effectLst/>
                <a:uLnTx/>
                <a:uFillTx/>
                <a:latin typeface="Segoe UI Light" panose="020B0502040204020203" pitchFamily="34" charset="0"/>
                <a:cs typeface="Segoe UI Light" panose="020B0502040204020203" pitchFamily="34" charset="0"/>
              </a:endParaRPr>
            </a:p>
          </p:txBody>
        </p:sp>
        <p:sp>
          <p:nvSpPr>
            <p:cNvPr id="24" name="Rectangle 23">
              <a:extLst>
                <a:ext uri="{FF2B5EF4-FFF2-40B4-BE49-F238E27FC236}">
                  <a16:creationId xmlns:a16="http://schemas.microsoft.com/office/drawing/2014/main" id="{96743226-0D20-E861-1F7A-8B7323129D86}"/>
                </a:ext>
              </a:extLst>
            </p:cNvPr>
            <p:cNvSpPr/>
            <p:nvPr/>
          </p:nvSpPr>
          <p:spPr bwMode="auto">
            <a:xfrm>
              <a:off x="3371081" y="1773324"/>
              <a:ext cx="5435992" cy="397723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grpSp>
      <p:grpSp>
        <p:nvGrpSpPr>
          <p:cNvPr id="25" name="Group 24">
            <a:extLst>
              <a:ext uri="{FF2B5EF4-FFF2-40B4-BE49-F238E27FC236}">
                <a16:creationId xmlns:a16="http://schemas.microsoft.com/office/drawing/2014/main" id="{BB95203E-355E-6FF4-45D1-ACFF8BF464CC}"/>
              </a:ext>
              <a:ext uri="{C183D7F6-B498-43B3-948B-1728B52AA6E4}">
                <adec:decorative xmlns:adec="http://schemas.microsoft.com/office/drawing/2017/decorative" val="1"/>
              </a:ext>
            </a:extLst>
          </p:cNvPr>
          <p:cNvGrpSpPr/>
          <p:nvPr userDrawn="1"/>
        </p:nvGrpSpPr>
        <p:grpSpPr>
          <a:xfrm>
            <a:off x="3322393" y="1449473"/>
            <a:ext cx="2743200" cy="4653435"/>
            <a:chOff x="3153066" y="1685024"/>
            <a:chExt cx="5872022" cy="4153830"/>
          </a:xfrm>
        </p:grpSpPr>
        <p:sp>
          <p:nvSpPr>
            <p:cNvPr id="26" name="Rectangle 25">
              <a:extLst>
                <a:ext uri="{FF2B5EF4-FFF2-40B4-BE49-F238E27FC236}">
                  <a16:creationId xmlns:a16="http://schemas.microsoft.com/office/drawing/2014/main" id="{F89D454B-8558-1A94-B52F-3267592642AE}"/>
                </a:ext>
              </a:extLst>
            </p:cNvPr>
            <p:cNvSpPr/>
            <p:nvPr/>
          </p:nvSpPr>
          <p:spPr bwMode="auto">
            <a:xfrm>
              <a:off x="3153066" y="1685024"/>
              <a:ext cx="5872022" cy="4153830"/>
            </a:xfrm>
            <a:prstGeom prst="rect">
              <a:avLst/>
            </a:prstGeom>
            <a:solidFill>
              <a:schemeClr val="bg1">
                <a:alpha val="70000"/>
              </a:schemeClr>
            </a:solidFill>
            <a:ln w="3175" cap="rnd" cmpd="sng" algn="ctr">
              <a:solidFill>
                <a:schemeClr val="accent2"/>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fontAlgn="auto">
                <a:lnSpc>
                  <a:spcPct val="110000"/>
                </a:lnSpc>
                <a:spcBef>
                  <a:spcPts val="0"/>
                </a:spcBef>
                <a:spcAft>
                  <a:spcPts val="0"/>
                </a:spcAft>
                <a:buClrTx/>
                <a:buSzTx/>
                <a:buFontTx/>
                <a:buNone/>
                <a:tabLst/>
              </a:pPr>
              <a:endParaRPr kumimoji="0" lang="en-US" sz="2000" b="0" i="0" u="none" strike="noStrike" cap="none" spc="0" normalizeH="0" baseline="0" noProof="0">
                <a:ln>
                  <a:noFill/>
                </a:ln>
                <a:solidFill>
                  <a:srgbClr val="FFFFFF"/>
                </a:solidFill>
                <a:effectLst/>
                <a:uLnTx/>
                <a:uFillTx/>
                <a:latin typeface="Segoe UI Light" panose="020B0502040204020203" pitchFamily="34" charset="0"/>
                <a:cs typeface="Segoe UI Light" panose="020B0502040204020203" pitchFamily="34" charset="0"/>
              </a:endParaRPr>
            </a:p>
          </p:txBody>
        </p:sp>
        <p:sp>
          <p:nvSpPr>
            <p:cNvPr id="27" name="Rectangle 26">
              <a:extLst>
                <a:ext uri="{FF2B5EF4-FFF2-40B4-BE49-F238E27FC236}">
                  <a16:creationId xmlns:a16="http://schemas.microsoft.com/office/drawing/2014/main" id="{C2DF5F0B-35E8-B2DE-53A4-B8F3226CFCEB}"/>
                </a:ext>
              </a:extLst>
            </p:cNvPr>
            <p:cNvSpPr/>
            <p:nvPr/>
          </p:nvSpPr>
          <p:spPr bwMode="auto">
            <a:xfrm>
              <a:off x="3371081" y="1773324"/>
              <a:ext cx="5435992" cy="397723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grpSp>
      <p:grpSp>
        <p:nvGrpSpPr>
          <p:cNvPr id="28" name="Group 27">
            <a:extLst>
              <a:ext uri="{FF2B5EF4-FFF2-40B4-BE49-F238E27FC236}">
                <a16:creationId xmlns:a16="http://schemas.microsoft.com/office/drawing/2014/main" id="{566CCC1A-9ACD-13E7-4EBF-C842A2923758}"/>
              </a:ext>
              <a:ext uri="{C183D7F6-B498-43B3-948B-1728B52AA6E4}">
                <adec:decorative xmlns:adec="http://schemas.microsoft.com/office/drawing/2017/decorative" val="1"/>
              </a:ext>
            </a:extLst>
          </p:cNvPr>
          <p:cNvGrpSpPr/>
          <p:nvPr userDrawn="1"/>
        </p:nvGrpSpPr>
        <p:grpSpPr>
          <a:xfrm>
            <a:off x="6141266" y="1449473"/>
            <a:ext cx="2743200" cy="4653435"/>
            <a:chOff x="3153066" y="1685024"/>
            <a:chExt cx="5872022" cy="4153830"/>
          </a:xfrm>
        </p:grpSpPr>
        <p:sp>
          <p:nvSpPr>
            <p:cNvPr id="32" name="Rectangle 31">
              <a:extLst>
                <a:ext uri="{FF2B5EF4-FFF2-40B4-BE49-F238E27FC236}">
                  <a16:creationId xmlns:a16="http://schemas.microsoft.com/office/drawing/2014/main" id="{0EAD7A8F-2D61-A7AF-4860-09E717313D56}"/>
                </a:ext>
              </a:extLst>
            </p:cNvPr>
            <p:cNvSpPr/>
            <p:nvPr/>
          </p:nvSpPr>
          <p:spPr bwMode="auto">
            <a:xfrm>
              <a:off x="3153066" y="1685024"/>
              <a:ext cx="5872022" cy="4153830"/>
            </a:xfrm>
            <a:prstGeom prst="rect">
              <a:avLst/>
            </a:prstGeom>
            <a:solidFill>
              <a:schemeClr val="bg1">
                <a:alpha val="70000"/>
              </a:schemeClr>
            </a:solidFill>
            <a:ln w="3175" cap="rnd" cmpd="sng" algn="ctr">
              <a:solidFill>
                <a:schemeClr val="accent2"/>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fontAlgn="auto">
                <a:lnSpc>
                  <a:spcPct val="110000"/>
                </a:lnSpc>
                <a:spcBef>
                  <a:spcPts val="0"/>
                </a:spcBef>
                <a:spcAft>
                  <a:spcPts val="0"/>
                </a:spcAft>
                <a:buClrTx/>
                <a:buSzTx/>
                <a:buFontTx/>
                <a:buNone/>
                <a:tabLst/>
              </a:pPr>
              <a:endParaRPr kumimoji="0" lang="en-US" sz="2000" b="0" i="0" u="none" strike="noStrike" cap="none" spc="0" normalizeH="0" baseline="0" noProof="0">
                <a:ln>
                  <a:noFill/>
                </a:ln>
                <a:solidFill>
                  <a:srgbClr val="FFFFFF"/>
                </a:solidFill>
                <a:effectLst/>
                <a:uLnTx/>
                <a:uFillTx/>
                <a:latin typeface="Segoe UI Light" panose="020B0502040204020203" pitchFamily="34" charset="0"/>
                <a:cs typeface="Segoe UI Light" panose="020B0502040204020203" pitchFamily="34" charset="0"/>
              </a:endParaRPr>
            </a:p>
          </p:txBody>
        </p:sp>
        <p:sp>
          <p:nvSpPr>
            <p:cNvPr id="38" name="Rectangle 37">
              <a:extLst>
                <a:ext uri="{FF2B5EF4-FFF2-40B4-BE49-F238E27FC236}">
                  <a16:creationId xmlns:a16="http://schemas.microsoft.com/office/drawing/2014/main" id="{D9F2CB8D-E8F3-AE12-96C2-530747CFE318}"/>
                </a:ext>
              </a:extLst>
            </p:cNvPr>
            <p:cNvSpPr/>
            <p:nvPr/>
          </p:nvSpPr>
          <p:spPr bwMode="auto">
            <a:xfrm>
              <a:off x="3371081" y="1773324"/>
              <a:ext cx="5435992" cy="397723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grpSp>
      <p:grpSp>
        <p:nvGrpSpPr>
          <p:cNvPr id="39" name="Group 38">
            <a:extLst>
              <a:ext uri="{FF2B5EF4-FFF2-40B4-BE49-F238E27FC236}">
                <a16:creationId xmlns:a16="http://schemas.microsoft.com/office/drawing/2014/main" id="{D266C45A-C430-E7B2-FC54-0CC25348F481}"/>
              </a:ext>
              <a:ext uri="{C183D7F6-B498-43B3-948B-1728B52AA6E4}">
                <adec:decorative xmlns:adec="http://schemas.microsoft.com/office/drawing/2017/decorative" val="1"/>
              </a:ext>
            </a:extLst>
          </p:cNvPr>
          <p:cNvGrpSpPr/>
          <p:nvPr userDrawn="1"/>
        </p:nvGrpSpPr>
        <p:grpSpPr>
          <a:xfrm>
            <a:off x="8960139" y="1449473"/>
            <a:ext cx="2743200" cy="4653435"/>
            <a:chOff x="3153066" y="1685024"/>
            <a:chExt cx="5872022" cy="4153830"/>
          </a:xfrm>
        </p:grpSpPr>
        <p:sp>
          <p:nvSpPr>
            <p:cNvPr id="40" name="Rectangle 39">
              <a:extLst>
                <a:ext uri="{FF2B5EF4-FFF2-40B4-BE49-F238E27FC236}">
                  <a16:creationId xmlns:a16="http://schemas.microsoft.com/office/drawing/2014/main" id="{E4C02781-D19A-D3B3-B666-7A79733C8174}"/>
                </a:ext>
              </a:extLst>
            </p:cNvPr>
            <p:cNvSpPr/>
            <p:nvPr/>
          </p:nvSpPr>
          <p:spPr bwMode="auto">
            <a:xfrm>
              <a:off x="3153066" y="1685024"/>
              <a:ext cx="5872022" cy="4153830"/>
            </a:xfrm>
            <a:prstGeom prst="rect">
              <a:avLst/>
            </a:prstGeom>
            <a:solidFill>
              <a:schemeClr val="bg1">
                <a:alpha val="70000"/>
              </a:schemeClr>
            </a:solidFill>
            <a:ln w="3175" cap="rnd" cmpd="sng" algn="ctr">
              <a:solidFill>
                <a:schemeClr val="accent2"/>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fontAlgn="auto">
                <a:lnSpc>
                  <a:spcPct val="110000"/>
                </a:lnSpc>
                <a:spcBef>
                  <a:spcPts val="0"/>
                </a:spcBef>
                <a:spcAft>
                  <a:spcPts val="0"/>
                </a:spcAft>
                <a:buClrTx/>
                <a:buSzTx/>
                <a:buFontTx/>
                <a:buNone/>
                <a:tabLst/>
              </a:pPr>
              <a:endParaRPr kumimoji="0" lang="en-US" sz="2000" b="0" i="0" u="none" strike="noStrike" cap="none" spc="0" normalizeH="0" baseline="0" noProof="0">
                <a:ln>
                  <a:noFill/>
                </a:ln>
                <a:solidFill>
                  <a:srgbClr val="FFFFFF"/>
                </a:solidFill>
                <a:effectLst/>
                <a:uLnTx/>
                <a:uFillTx/>
                <a:latin typeface="Segoe UI Light" panose="020B0502040204020203" pitchFamily="34" charset="0"/>
                <a:cs typeface="Segoe UI Light" panose="020B0502040204020203" pitchFamily="34" charset="0"/>
              </a:endParaRPr>
            </a:p>
          </p:txBody>
        </p:sp>
        <p:sp>
          <p:nvSpPr>
            <p:cNvPr id="41" name="Rectangle 40">
              <a:extLst>
                <a:ext uri="{FF2B5EF4-FFF2-40B4-BE49-F238E27FC236}">
                  <a16:creationId xmlns:a16="http://schemas.microsoft.com/office/drawing/2014/main" id="{70E95DDD-2F02-0214-3837-3C23467ED712}"/>
                </a:ext>
              </a:extLst>
            </p:cNvPr>
            <p:cNvSpPr/>
            <p:nvPr/>
          </p:nvSpPr>
          <p:spPr bwMode="auto">
            <a:xfrm>
              <a:off x="3371081" y="1773324"/>
              <a:ext cx="5435992" cy="397723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grpSp>
      <p:sp>
        <p:nvSpPr>
          <p:cNvPr id="6" name="Title 5">
            <a:extLst>
              <a:ext uri="{FF2B5EF4-FFF2-40B4-BE49-F238E27FC236}">
                <a16:creationId xmlns:a16="http://schemas.microsoft.com/office/drawing/2014/main" id="{A6A88CCA-CF1B-2217-4FF6-45FAC2571663}"/>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BB2D1D95-65AC-46A1-A67B-514678A8ACB5}"/>
              </a:ext>
            </a:extLst>
          </p:cNvPr>
          <p:cNvSpPr>
            <a:spLocks noGrp="1"/>
          </p:cNvSpPr>
          <p:nvPr>
            <p:ph type="body" sz="quarter" idx="10"/>
          </p:nvPr>
        </p:nvSpPr>
        <p:spPr>
          <a:xfrm>
            <a:off x="588964" y="949325"/>
            <a:ext cx="11014075" cy="307777"/>
          </a:xfrm>
        </p:spPr>
        <p:txBody>
          <a:bodyPr/>
          <a:lstStyle>
            <a:lvl1pPr algn="ctr">
              <a:defRPr sz="2000">
                <a:solidFill>
                  <a:schemeClr val="accent1"/>
                </a:solidFill>
              </a:defRPr>
            </a:lvl1pPr>
            <a:lvl2pPr algn="ctr">
              <a:defRPr/>
            </a:lvl2pPr>
            <a:lvl3pPr algn="ctr">
              <a:defRPr/>
            </a:lvl3pPr>
            <a:lvl4pPr algn="ctr">
              <a:defRPr/>
            </a:lvl4pPr>
            <a:lvl5pPr algn="ctr">
              <a:defRPr/>
            </a:lvl5pPr>
          </a:lstStyle>
          <a:p>
            <a:pPr lvl="0"/>
            <a:r>
              <a:rPr lang="en-US"/>
              <a:t>Click to edit Master text styles</a:t>
            </a:r>
          </a:p>
        </p:txBody>
      </p:sp>
      <p:sp>
        <p:nvSpPr>
          <p:cNvPr id="8" name="Text Placeholder 6">
            <a:extLst>
              <a:ext uri="{FF2B5EF4-FFF2-40B4-BE49-F238E27FC236}">
                <a16:creationId xmlns:a16="http://schemas.microsoft.com/office/drawing/2014/main" id="{8A82CF4F-3224-D43A-06D7-811842F7ABEC}"/>
              </a:ext>
            </a:extLst>
          </p:cNvPr>
          <p:cNvSpPr>
            <a:spLocks noGrp="1"/>
          </p:cNvSpPr>
          <p:nvPr>
            <p:ph type="body" sz="quarter" idx="14"/>
          </p:nvPr>
        </p:nvSpPr>
        <p:spPr>
          <a:xfrm>
            <a:off x="686399" y="2155032"/>
            <a:ext cx="2377440" cy="492443"/>
          </a:xfrm>
        </p:spPr>
        <p:txBody>
          <a:bodyPr/>
          <a:lstStyle>
            <a:lvl1pPr algn="ctr">
              <a:defRPr lang="en-US" sz="1600" kern="1200" smtClean="0">
                <a:solidFill>
                  <a:schemeClr val="accent2">
                    <a:lumMod val="60000"/>
                    <a:lumOff val="40000"/>
                  </a:schemeClr>
                </a:solidFill>
                <a:latin typeface="Segoe UI Semibold" panose="020B0702040204020203" pitchFamily="34" charset="0"/>
                <a:ea typeface="+mn-ea"/>
                <a:cs typeface="Segoe UI Semibold" panose="020B0702040204020203" pitchFamily="34" charset="0"/>
              </a:defRPr>
            </a:lvl1pPr>
            <a:lvl2pPr>
              <a:spcBef>
                <a:spcPts val="0"/>
              </a:spcBef>
              <a:defRPr sz="1400"/>
            </a:lvl2pPr>
            <a:lvl3pPr marL="171417" indent="-171417">
              <a:spcAft>
                <a:spcPts val="0"/>
              </a:spcAft>
              <a:buFont typeface="Arial" panose="020B0604020202020204" pitchFamily="34" charset="0"/>
              <a:buChar char="•"/>
              <a:defRPr sz="1200"/>
            </a:lvl3pPr>
          </a:lstStyle>
          <a:p>
            <a:pPr lvl="0"/>
            <a:r>
              <a:rPr lang="en-US"/>
              <a:t>Click to edit Master text styles</a:t>
            </a:r>
          </a:p>
        </p:txBody>
      </p:sp>
      <p:sp>
        <p:nvSpPr>
          <p:cNvPr id="29" name="Text Placeholder 4">
            <a:extLst>
              <a:ext uri="{FF2B5EF4-FFF2-40B4-BE49-F238E27FC236}">
                <a16:creationId xmlns:a16="http://schemas.microsoft.com/office/drawing/2014/main" id="{EA9A8C56-994E-3B63-53FF-2C408B0891DB}"/>
              </a:ext>
            </a:extLst>
          </p:cNvPr>
          <p:cNvSpPr>
            <a:spLocks noGrp="1"/>
          </p:cNvSpPr>
          <p:nvPr>
            <p:ph type="body" sz="quarter" idx="11"/>
          </p:nvPr>
        </p:nvSpPr>
        <p:spPr>
          <a:xfrm>
            <a:off x="732118" y="2743236"/>
            <a:ext cx="2350388" cy="430901"/>
          </a:xfrm>
        </p:spPr>
        <p:txBody>
          <a:bodyPr/>
          <a:lstStyle>
            <a:lvl1pPr marL="182845" indent="-182845">
              <a:spcBef>
                <a:spcPts val="0"/>
              </a:spcBef>
              <a:spcAft>
                <a:spcPts val="600"/>
              </a:spcAft>
              <a:buFont typeface="Arial" panose="020B0604020202020204" pitchFamily="34" charset="0"/>
              <a:buChar char="•"/>
              <a:defRPr sz="1400"/>
            </a:lvl1pPr>
            <a:lvl2pPr marL="0" indent="0">
              <a:buFont typeface="Arial" panose="020B0604020202020204" pitchFamily="34" charset="0"/>
              <a:buNone/>
              <a:defRPr sz="1200"/>
            </a:lvl2pPr>
            <a:lvl3pPr marL="171417" indent="-171417">
              <a:buFont typeface="Arial" panose="020B0604020202020204" pitchFamily="34" charset="0"/>
              <a:buChar char="•"/>
              <a:defRPr sz="1050"/>
            </a:lvl3pPr>
            <a:lvl4pPr marL="171417" indent="-171417">
              <a:buFont typeface="Arial" panose="020B0604020202020204" pitchFamily="34" charset="0"/>
              <a:buChar char="•"/>
              <a:defRPr sz="1000"/>
            </a:lvl4pPr>
            <a:lvl5pPr marL="171417" indent="-171417">
              <a:buFont typeface="Arial" panose="020B0604020202020204" pitchFamily="34" charset="0"/>
              <a:buChar char="•"/>
              <a:defRPr sz="1000"/>
            </a:lvl5pPr>
          </a:lstStyle>
          <a:p>
            <a:pPr lvl="0"/>
            <a:r>
              <a:rPr lang="en-US"/>
              <a:t>Click to edit Master text styles</a:t>
            </a:r>
          </a:p>
        </p:txBody>
      </p:sp>
      <p:sp>
        <p:nvSpPr>
          <p:cNvPr id="30" name="Text Placeholder 4">
            <a:extLst>
              <a:ext uri="{FF2B5EF4-FFF2-40B4-BE49-F238E27FC236}">
                <a16:creationId xmlns:a16="http://schemas.microsoft.com/office/drawing/2014/main" id="{A2286590-B64A-1C57-4114-0FD80F8A9F65}"/>
              </a:ext>
            </a:extLst>
          </p:cNvPr>
          <p:cNvSpPr>
            <a:spLocks noGrp="1"/>
          </p:cNvSpPr>
          <p:nvPr>
            <p:ph type="body" sz="quarter" idx="26"/>
          </p:nvPr>
        </p:nvSpPr>
        <p:spPr>
          <a:xfrm>
            <a:off x="732119" y="5211071"/>
            <a:ext cx="2286000" cy="184666"/>
          </a:xfrm>
        </p:spPr>
        <p:txBody>
          <a:bodyPr/>
          <a:lstStyle>
            <a:lvl1pPr>
              <a:spcAft>
                <a:spcPts val="1200"/>
              </a:spcAft>
              <a:defRPr sz="1200"/>
            </a:lvl1pPr>
            <a:lvl2pPr>
              <a:defRPr sz="1200"/>
            </a:lvl2pPr>
            <a:lvl3pPr>
              <a:defRPr sz="1050"/>
            </a:lvl3pPr>
            <a:lvl4pPr>
              <a:defRPr sz="1000"/>
            </a:lvl4pPr>
            <a:lvl5pPr>
              <a:defRPr sz="1000"/>
            </a:lvl5pPr>
          </a:lstStyle>
          <a:p>
            <a:pPr lvl="0"/>
            <a:r>
              <a:rPr lang="en-US"/>
              <a:t>Click to edit Master text styles</a:t>
            </a:r>
          </a:p>
        </p:txBody>
      </p:sp>
      <p:sp>
        <p:nvSpPr>
          <p:cNvPr id="10" name="Text Placeholder 6">
            <a:extLst>
              <a:ext uri="{FF2B5EF4-FFF2-40B4-BE49-F238E27FC236}">
                <a16:creationId xmlns:a16="http://schemas.microsoft.com/office/drawing/2014/main" id="{E4F07104-8EDF-E13F-D2E0-7092F76A9F79}"/>
              </a:ext>
            </a:extLst>
          </p:cNvPr>
          <p:cNvSpPr>
            <a:spLocks noGrp="1"/>
          </p:cNvSpPr>
          <p:nvPr>
            <p:ph type="body" sz="quarter" idx="16"/>
          </p:nvPr>
        </p:nvSpPr>
        <p:spPr>
          <a:xfrm>
            <a:off x="3505273" y="2155032"/>
            <a:ext cx="2377440" cy="492443"/>
          </a:xfrm>
        </p:spPr>
        <p:txBody>
          <a:bodyPr/>
          <a:lstStyle>
            <a:lvl1pPr algn="ctr">
              <a:defRPr lang="en-US" sz="1600" kern="1200" smtClean="0">
                <a:solidFill>
                  <a:schemeClr val="accent2">
                    <a:lumMod val="60000"/>
                    <a:lumOff val="40000"/>
                  </a:schemeClr>
                </a:solidFill>
                <a:latin typeface="Segoe UI Semibold" panose="020B0702040204020203" pitchFamily="34" charset="0"/>
                <a:ea typeface="+mn-ea"/>
                <a:cs typeface="Segoe UI Semibold" panose="020B0702040204020203" pitchFamily="34" charset="0"/>
              </a:defRPr>
            </a:lvl1pPr>
            <a:lvl2pPr>
              <a:spcBef>
                <a:spcPts val="0"/>
              </a:spcBef>
              <a:defRPr sz="1400"/>
            </a:lvl2pPr>
            <a:lvl3pPr marL="171417" indent="-171417">
              <a:spcAft>
                <a:spcPts val="0"/>
              </a:spcAft>
              <a:buFont typeface="Arial" panose="020B0604020202020204" pitchFamily="34" charset="0"/>
              <a:buChar char="•"/>
              <a:defRPr sz="1200"/>
            </a:lvl3pPr>
          </a:lstStyle>
          <a:p>
            <a:pPr lvl="0"/>
            <a:r>
              <a:rPr lang="en-US"/>
              <a:t>Click to edit Master text styles</a:t>
            </a:r>
          </a:p>
        </p:txBody>
      </p:sp>
      <p:sp>
        <p:nvSpPr>
          <p:cNvPr id="31" name="Text Placeholder 4">
            <a:extLst>
              <a:ext uri="{FF2B5EF4-FFF2-40B4-BE49-F238E27FC236}">
                <a16:creationId xmlns:a16="http://schemas.microsoft.com/office/drawing/2014/main" id="{05A66053-2E13-1FCC-F222-642A9234B3E2}"/>
              </a:ext>
            </a:extLst>
          </p:cNvPr>
          <p:cNvSpPr>
            <a:spLocks noGrp="1"/>
          </p:cNvSpPr>
          <p:nvPr>
            <p:ph type="body" sz="quarter" idx="27"/>
          </p:nvPr>
        </p:nvSpPr>
        <p:spPr>
          <a:xfrm>
            <a:off x="3550993" y="2743236"/>
            <a:ext cx="2286000" cy="430901"/>
          </a:xfrm>
        </p:spPr>
        <p:txBody>
          <a:bodyPr/>
          <a:lstStyle>
            <a:lvl1pPr marL="182845" indent="-182845">
              <a:spcBef>
                <a:spcPts val="0"/>
              </a:spcBef>
              <a:spcAft>
                <a:spcPts val="600"/>
              </a:spcAft>
              <a:buFont typeface="Arial" panose="020B0604020202020204" pitchFamily="34" charset="0"/>
              <a:buChar char="•"/>
              <a:defRPr sz="1400"/>
            </a:lvl1pPr>
            <a:lvl2pPr marL="0" indent="0">
              <a:buFont typeface="Arial" panose="020B0604020202020204" pitchFamily="34" charset="0"/>
              <a:buNone/>
              <a:defRPr sz="1200"/>
            </a:lvl2pPr>
            <a:lvl3pPr marL="171417" indent="-171417">
              <a:buFont typeface="Arial" panose="020B0604020202020204" pitchFamily="34" charset="0"/>
              <a:buChar char="•"/>
              <a:defRPr sz="1050"/>
            </a:lvl3pPr>
            <a:lvl4pPr marL="171417" indent="-171417">
              <a:buFont typeface="Arial" panose="020B0604020202020204" pitchFamily="34" charset="0"/>
              <a:buChar char="•"/>
              <a:defRPr sz="1000"/>
            </a:lvl4pPr>
            <a:lvl5pPr marL="171417" indent="-171417">
              <a:buFont typeface="Arial" panose="020B0604020202020204" pitchFamily="34" charset="0"/>
              <a:buChar char="•"/>
              <a:defRPr sz="1000"/>
            </a:lvl5pPr>
          </a:lstStyle>
          <a:p>
            <a:pPr lvl="0"/>
            <a:r>
              <a:rPr lang="en-US"/>
              <a:t>Click to edit Master text styles</a:t>
            </a:r>
          </a:p>
        </p:txBody>
      </p:sp>
      <p:sp>
        <p:nvSpPr>
          <p:cNvPr id="35" name="Text Placeholder 4">
            <a:extLst>
              <a:ext uri="{FF2B5EF4-FFF2-40B4-BE49-F238E27FC236}">
                <a16:creationId xmlns:a16="http://schemas.microsoft.com/office/drawing/2014/main" id="{DB1DE814-1EC2-7644-6AAA-C983C6FCA7B6}"/>
              </a:ext>
            </a:extLst>
          </p:cNvPr>
          <p:cNvSpPr>
            <a:spLocks noGrp="1"/>
          </p:cNvSpPr>
          <p:nvPr>
            <p:ph type="body" sz="quarter" idx="30"/>
          </p:nvPr>
        </p:nvSpPr>
        <p:spPr>
          <a:xfrm>
            <a:off x="3550993" y="5211071"/>
            <a:ext cx="2286000" cy="184666"/>
          </a:xfrm>
        </p:spPr>
        <p:txBody>
          <a:bodyPr/>
          <a:lstStyle>
            <a:lvl1pPr>
              <a:spcAft>
                <a:spcPts val="1200"/>
              </a:spcAft>
              <a:defRPr sz="1200"/>
            </a:lvl1pPr>
            <a:lvl2pPr>
              <a:defRPr sz="1200"/>
            </a:lvl2pPr>
            <a:lvl3pPr>
              <a:defRPr sz="1050"/>
            </a:lvl3pPr>
            <a:lvl4pPr>
              <a:defRPr sz="1000"/>
            </a:lvl4pPr>
            <a:lvl5pPr>
              <a:defRPr sz="1000"/>
            </a:lvl5pPr>
          </a:lstStyle>
          <a:p>
            <a:pPr lvl="0"/>
            <a:r>
              <a:rPr lang="en-US"/>
              <a:t>Click to edit Master text styles</a:t>
            </a:r>
          </a:p>
        </p:txBody>
      </p:sp>
      <p:sp>
        <p:nvSpPr>
          <p:cNvPr id="15" name="Text Placeholder 6">
            <a:extLst>
              <a:ext uri="{FF2B5EF4-FFF2-40B4-BE49-F238E27FC236}">
                <a16:creationId xmlns:a16="http://schemas.microsoft.com/office/drawing/2014/main" id="{2FFEE02D-658B-F7EE-3149-5E2BF0C21B42}"/>
              </a:ext>
            </a:extLst>
          </p:cNvPr>
          <p:cNvSpPr>
            <a:spLocks noGrp="1"/>
          </p:cNvSpPr>
          <p:nvPr>
            <p:ph type="body" sz="quarter" idx="18"/>
          </p:nvPr>
        </p:nvSpPr>
        <p:spPr>
          <a:xfrm>
            <a:off x="6324146" y="2155032"/>
            <a:ext cx="2377440" cy="492443"/>
          </a:xfrm>
        </p:spPr>
        <p:txBody>
          <a:bodyPr/>
          <a:lstStyle>
            <a:lvl1pPr algn="ctr">
              <a:defRPr lang="en-US" sz="1600" kern="1200" smtClean="0">
                <a:solidFill>
                  <a:schemeClr val="accent2">
                    <a:lumMod val="60000"/>
                    <a:lumOff val="40000"/>
                  </a:schemeClr>
                </a:solidFill>
                <a:latin typeface="Segoe UI Semibold" panose="020B0702040204020203" pitchFamily="34" charset="0"/>
                <a:ea typeface="+mn-ea"/>
                <a:cs typeface="Segoe UI Semibold" panose="020B0702040204020203" pitchFamily="34" charset="0"/>
              </a:defRPr>
            </a:lvl1pPr>
            <a:lvl2pPr>
              <a:spcBef>
                <a:spcPts val="0"/>
              </a:spcBef>
              <a:defRPr sz="1400"/>
            </a:lvl2pPr>
            <a:lvl3pPr marL="171417" indent="-171417">
              <a:spcAft>
                <a:spcPts val="0"/>
              </a:spcAft>
              <a:buFont typeface="Arial" panose="020B0604020202020204" pitchFamily="34" charset="0"/>
              <a:buChar char="•"/>
              <a:defRPr sz="1200"/>
            </a:lvl3pPr>
          </a:lstStyle>
          <a:p>
            <a:pPr lvl="0"/>
            <a:r>
              <a:rPr lang="en-US"/>
              <a:t>Click to edit Master text styles</a:t>
            </a:r>
          </a:p>
        </p:txBody>
      </p:sp>
      <p:sp>
        <p:nvSpPr>
          <p:cNvPr id="33" name="Text Placeholder 4">
            <a:extLst>
              <a:ext uri="{FF2B5EF4-FFF2-40B4-BE49-F238E27FC236}">
                <a16:creationId xmlns:a16="http://schemas.microsoft.com/office/drawing/2014/main" id="{D641A7C7-FC4F-CFA2-704B-A7F7EE6F5D60}"/>
              </a:ext>
            </a:extLst>
          </p:cNvPr>
          <p:cNvSpPr>
            <a:spLocks noGrp="1"/>
          </p:cNvSpPr>
          <p:nvPr>
            <p:ph type="body" sz="quarter" idx="28"/>
          </p:nvPr>
        </p:nvSpPr>
        <p:spPr>
          <a:xfrm>
            <a:off x="6369866" y="2720070"/>
            <a:ext cx="2286000" cy="430901"/>
          </a:xfrm>
        </p:spPr>
        <p:txBody>
          <a:bodyPr/>
          <a:lstStyle>
            <a:lvl1pPr marL="182845" indent="-182845">
              <a:spcBef>
                <a:spcPts val="0"/>
              </a:spcBef>
              <a:spcAft>
                <a:spcPts val="600"/>
              </a:spcAft>
              <a:buFont typeface="Arial" panose="020B0604020202020204" pitchFamily="34" charset="0"/>
              <a:buChar char="•"/>
              <a:defRPr sz="1400"/>
            </a:lvl1pPr>
            <a:lvl2pPr marL="0" indent="0">
              <a:buFont typeface="Arial" panose="020B0604020202020204" pitchFamily="34" charset="0"/>
              <a:buNone/>
              <a:defRPr sz="1200"/>
            </a:lvl2pPr>
            <a:lvl3pPr marL="171417" indent="-171417">
              <a:buFont typeface="Arial" panose="020B0604020202020204" pitchFamily="34" charset="0"/>
              <a:buChar char="•"/>
              <a:defRPr sz="1050"/>
            </a:lvl3pPr>
            <a:lvl4pPr marL="171417" indent="-171417">
              <a:buFont typeface="Arial" panose="020B0604020202020204" pitchFamily="34" charset="0"/>
              <a:buChar char="•"/>
              <a:defRPr sz="1000"/>
            </a:lvl4pPr>
            <a:lvl5pPr marL="171417" indent="-171417">
              <a:buFont typeface="Arial" panose="020B0604020202020204" pitchFamily="34" charset="0"/>
              <a:buChar char="•"/>
              <a:defRPr sz="1000"/>
            </a:lvl5pPr>
          </a:lstStyle>
          <a:p>
            <a:pPr lvl="0"/>
            <a:r>
              <a:rPr lang="en-US"/>
              <a:t>Click to edit Master text styles</a:t>
            </a:r>
          </a:p>
        </p:txBody>
      </p:sp>
      <p:sp>
        <p:nvSpPr>
          <p:cNvPr id="36" name="Text Placeholder 4">
            <a:extLst>
              <a:ext uri="{FF2B5EF4-FFF2-40B4-BE49-F238E27FC236}">
                <a16:creationId xmlns:a16="http://schemas.microsoft.com/office/drawing/2014/main" id="{8090F45E-0286-A06D-BE02-014EE8D8E18A}"/>
              </a:ext>
            </a:extLst>
          </p:cNvPr>
          <p:cNvSpPr>
            <a:spLocks noGrp="1"/>
          </p:cNvSpPr>
          <p:nvPr>
            <p:ph type="body" sz="quarter" idx="31"/>
          </p:nvPr>
        </p:nvSpPr>
        <p:spPr>
          <a:xfrm>
            <a:off x="6369866" y="5211071"/>
            <a:ext cx="2286000" cy="184666"/>
          </a:xfrm>
        </p:spPr>
        <p:txBody>
          <a:bodyPr/>
          <a:lstStyle>
            <a:lvl1pPr>
              <a:spcAft>
                <a:spcPts val="1200"/>
              </a:spcAft>
              <a:defRPr sz="1200"/>
            </a:lvl1pPr>
            <a:lvl2pPr>
              <a:defRPr sz="1200"/>
            </a:lvl2pPr>
            <a:lvl3pPr>
              <a:defRPr sz="1050"/>
            </a:lvl3pPr>
            <a:lvl4pPr>
              <a:defRPr sz="1000"/>
            </a:lvl4pPr>
            <a:lvl5pPr>
              <a:defRPr sz="1000"/>
            </a:lvl5pPr>
          </a:lstStyle>
          <a:p>
            <a:pPr lvl="0"/>
            <a:r>
              <a:rPr lang="en-US"/>
              <a:t>Click to edit Master text styles</a:t>
            </a:r>
          </a:p>
        </p:txBody>
      </p:sp>
      <p:sp>
        <p:nvSpPr>
          <p:cNvPr id="17" name="Text Placeholder 6">
            <a:extLst>
              <a:ext uri="{FF2B5EF4-FFF2-40B4-BE49-F238E27FC236}">
                <a16:creationId xmlns:a16="http://schemas.microsoft.com/office/drawing/2014/main" id="{C7E9D703-5CA2-9140-8FAC-105F10CB837C}"/>
              </a:ext>
            </a:extLst>
          </p:cNvPr>
          <p:cNvSpPr>
            <a:spLocks noGrp="1"/>
          </p:cNvSpPr>
          <p:nvPr>
            <p:ph type="body" sz="quarter" idx="20"/>
          </p:nvPr>
        </p:nvSpPr>
        <p:spPr>
          <a:xfrm>
            <a:off x="9143019" y="2155032"/>
            <a:ext cx="2377440" cy="492443"/>
          </a:xfrm>
        </p:spPr>
        <p:txBody>
          <a:bodyPr/>
          <a:lstStyle>
            <a:lvl1pPr algn="ctr">
              <a:defRPr lang="en-US" sz="1600" kern="1200" smtClean="0">
                <a:solidFill>
                  <a:schemeClr val="accent2">
                    <a:lumMod val="60000"/>
                    <a:lumOff val="40000"/>
                  </a:schemeClr>
                </a:solidFill>
                <a:latin typeface="Segoe UI Semibold" panose="020B0702040204020203" pitchFamily="34" charset="0"/>
                <a:ea typeface="+mn-ea"/>
                <a:cs typeface="Segoe UI Semibold" panose="020B0702040204020203" pitchFamily="34" charset="0"/>
              </a:defRPr>
            </a:lvl1pPr>
            <a:lvl2pPr>
              <a:spcBef>
                <a:spcPts val="0"/>
              </a:spcBef>
              <a:defRPr sz="1400"/>
            </a:lvl2pPr>
            <a:lvl3pPr marL="171417" indent="-171417">
              <a:spcAft>
                <a:spcPts val="0"/>
              </a:spcAft>
              <a:buFont typeface="Arial" panose="020B0604020202020204" pitchFamily="34" charset="0"/>
              <a:buChar char="•"/>
              <a:defRPr sz="1200"/>
            </a:lvl3pPr>
          </a:lstStyle>
          <a:p>
            <a:pPr lvl="0"/>
            <a:r>
              <a:rPr lang="en-US"/>
              <a:t>Click to edit Master text styles</a:t>
            </a:r>
          </a:p>
        </p:txBody>
      </p:sp>
      <p:sp>
        <p:nvSpPr>
          <p:cNvPr id="34" name="Text Placeholder 4">
            <a:extLst>
              <a:ext uri="{FF2B5EF4-FFF2-40B4-BE49-F238E27FC236}">
                <a16:creationId xmlns:a16="http://schemas.microsoft.com/office/drawing/2014/main" id="{3B7752E9-F95E-D327-792E-46BF4F4EC09A}"/>
              </a:ext>
            </a:extLst>
          </p:cNvPr>
          <p:cNvSpPr>
            <a:spLocks noGrp="1"/>
          </p:cNvSpPr>
          <p:nvPr>
            <p:ph type="body" sz="quarter" idx="29"/>
          </p:nvPr>
        </p:nvSpPr>
        <p:spPr>
          <a:xfrm>
            <a:off x="9188739" y="2720070"/>
            <a:ext cx="2286000" cy="430901"/>
          </a:xfrm>
        </p:spPr>
        <p:txBody>
          <a:bodyPr/>
          <a:lstStyle>
            <a:lvl1pPr marL="182845" indent="-182845">
              <a:spcBef>
                <a:spcPts val="0"/>
              </a:spcBef>
              <a:spcAft>
                <a:spcPts val="600"/>
              </a:spcAft>
              <a:buFont typeface="Arial" panose="020B0604020202020204" pitchFamily="34" charset="0"/>
              <a:buChar char="•"/>
              <a:defRPr sz="1400"/>
            </a:lvl1pPr>
            <a:lvl2pPr marL="0" indent="0">
              <a:buFont typeface="Arial" panose="020B0604020202020204" pitchFamily="34" charset="0"/>
              <a:buNone/>
              <a:defRPr sz="1200"/>
            </a:lvl2pPr>
            <a:lvl3pPr marL="171417" indent="-171417">
              <a:buFont typeface="Arial" panose="020B0604020202020204" pitchFamily="34" charset="0"/>
              <a:buChar char="•"/>
              <a:defRPr sz="1050"/>
            </a:lvl3pPr>
            <a:lvl4pPr marL="171417" indent="-171417">
              <a:buFont typeface="Arial" panose="020B0604020202020204" pitchFamily="34" charset="0"/>
              <a:buChar char="•"/>
              <a:defRPr sz="1000"/>
            </a:lvl4pPr>
            <a:lvl5pPr marL="171417" indent="-171417">
              <a:buFont typeface="Arial" panose="020B0604020202020204" pitchFamily="34" charset="0"/>
              <a:buChar char="•"/>
              <a:defRPr sz="1000"/>
            </a:lvl5pPr>
          </a:lstStyle>
          <a:p>
            <a:pPr lvl="0"/>
            <a:r>
              <a:rPr lang="en-US"/>
              <a:t>Click to edit Master text styles</a:t>
            </a:r>
          </a:p>
        </p:txBody>
      </p:sp>
      <p:sp>
        <p:nvSpPr>
          <p:cNvPr id="37" name="Text Placeholder 4">
            <a:extLst>
              <a:ext uri="{FF2B5EF4-FFF2-40B4-BE49-F238E27FC236}">
                <a16:creationId xmlns:a16="http://schemas.microsoft.com/office/drawing/2014/main" id="{CD83B2AA-83D9-0001-89F6-B601D9BE44D9}"/>
              </a:ext>
            </a:extLst>
          </p:cNvPr>
          <p:cNvSpPr>
            <a:spLocks noGrp="1"/>
          </p:cNvSpPr>
          <p:nvPr>
            <p:ph type="body" sz="quarter" idx="32"/>
          </p:nvPr>
        </p:nvSpPr>
        <p:spPr>
          <a:xfrm>
            <a:off x="9188739" y="5211071"/>
            <a:ext cx="2286000" cy="184666"/>
          </a:xfrm>
        </p:spPr>
        <p:txBody>
          <a:bodyPr/>
          <a:lstStyle>
            <a:lvl1pPr>
              <a:spcAft>
                <a:spcPts val="1200"/>
              </a:spcAft>
              <a:defRPr sz="1200"/>
            </a:lvl1pPr>
            <a:lvl2pPr>
              <a:defRPr sz="1200"/>
            </a:lvl2pPr>
            <a:lvl3pPr>
              <a:defRPr sz="1050"/>
            </a:lvl3pPr>
            <a:lvl4pPr>
              <a:defRPr sz="1000"/>
            </a:lvl4pPr>
            <a:lvl5pPr>
              <a:defRPr sz="1000"/>
            </a:lvl5pPr>
          </a:lstStyle>
          <a:p>
            <a:pPr lvl="0"/>
            <a:r>
              <a:rPr lang="en-US"/>
              <a:t>Click to edit Master text styles</a:t>
            </a:r>
          </a:p>
        </p:txBody>
      </p:sp>
    </p:spTree>
    <p:extLst>
      <p:ext uri="{BB962C8B-B14F-4D97-AF65-F5344CB8AC3E}">
        <p14:creationId xmlns:p14="http://schemas.microsoft.com/office/powerpoint/2010/main" val="85771414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31_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BBD400-9D84-7E0A-67AC-12C476679D04}"/>
              </a:ext>
              <a:ext uri="{C183D7F6-B498-43B3-948B-1728B52AA6E4}">
                <adec:decorative xmlns:adec="http://schemas.microsoft.com/office/drawing/2017/decorative" val="1"/>
              </a:ext>
            </a:extLst>
          </p:cNvPr>
          <p:cNvSpPr/>
          <p:nvPr/>
        </p:nvSpPr>
        <p:spPr bwMode="auto">
          <a:xfrm>
            <a:off x="584200" y="1106732"/>
            <a:ext cx="10957829" cy="4853657"/>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159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err="1">
              <a:solidFill>
                <a:schemeClr val="accent1">
                  <a:lumMod val="60000"/>
                  <a:lumOff val="40000"/>
                </a:schemeClr>
              </a:solidFill>
              <a:cs typeface="Segoe UI" pitchFamily="34" charset="0"/>
            </a:endParaRPr>
          </a:p>
        </p:txBody>
      </p:sp>
      <p:sp>
        <p:nvSpPr>
          <p:cNvPr id="3" name="Title 2">
            <a:extLst>
              <a:ext uri="{FF2B5EF4-FFF2-40B4-BE49-F238E27FC236}">
                <a16:creationId xmlns:a16="http://schemas.microsoft.com/office/drawing/2014/main" id="{D44DAAA5-8D22-4214-BB05-9157E52DC9F3}"/>
              </a:ext>
            </a:extLst>
          </p:cNvPr>
          <p:cNvSpPr>
            <a:spLocks noGrp="1"/>
          </p:cNvSpPr>
          <p:nvPr>
            <p:ph type="title"/>
          </p:nvPr>
        </p:nvSpPr>
        <p:spPr/>
        <p:txBody>
          <a:bodyPr/>
          <a:lstStyle/>
          <a:p>
            <a:r>
              <a:rPr lang="en-US"/>
              <a:t>Click to edit Master title style</a:t>
            </a:r>
          </a:p>
        </p:txBody>
      </p:sp>
      <p:sp>
        <p:nvSpPr>
          <p:cNvPr id="139" name="Text Placeholder 16">
            <a:extLst>
              <a:ext uri="{FF2B5EF4-FFF2-40B4-BE49-F238E27FC236}">
                <a16:creationId xmlns:a16="http://schemas.microsoft.com/office/drawing/2014/main" id="{37B83A8A-C4C8-7CB9-0305-6ADEF13573BF}"/>
              </a:ext>
            </a:extLst>
          </p:cNvPr>
          <p:cNvSpPr>
            <a:spLocks noGrp="1"/>
          </p:cNvSpPr>
          <p:nvPr>
            <p:ph type="body" sz="quarter" idx="41"/>
          </p:nvPr>
        </p:nvSpPr>
        <p:spPr>
          <a:xfrm>
            <a:off x="4045637" y="1318648"/>
            <a:ext cx="4100729" cy="369332"/>
          </a:xfrm>
        </p:spPr>
        <p:txBody>
          <a:bodyPr anchor="ctr"/>
          <a:lstStyle>
            <a:lvl1pPr algn="ctr">
              <a:spcBef>
                <a:spcPts val="0"/>
              </a:spcBef>
              <a:spcAft>
                <a:spcPts val="0"/>
              </a:spcAft>
              <a:defRPr kumimoji="0" lang="en-US" sz="2400" b="0" i="0" u="none" strike="noStrike" kern="1200" cap="none" spc="0" normalizeH="0" baseline="0" dirty="0">
                <a:ln>
                  <a:noFill/>
                </a:ln>
                <a:solidFill>
                  <a:schemeClr val="accent2">
                    <a:lumMod val="60000"/>
                    <a:lumOff val="40000"/>
                  </a:schemeClr>
                </a:solidFill>
                <a:effectLst/>
                <a:uLnTx/>
                <a:uFillTx/>
                <a:latin typeface="Segoe UI Semibold"/>
                <a:ea typeface="+mn-ea"/>
                <a:cs typeface="+mn-cs"/>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126" name="Text Placeholder 16">
            <a:extLst>
              <a:ext uri="{FF2B5EF4-FFF2-40B4-BE49-F238E27FC236}">
                <a16:creationId xmlns:a16="http://schemas.microsoft.com/office/drawing/2014/main" id="{5CA89292-6A8B-736F-A160-F6C52D25AD77}"/>
              </a:ext>
            </a:extLst>
          </p:cNvPr>
          <p:cNvSpPr>
            <a:spLocks noGrp="1"/>
          </p:cNvSpPr>
          <p:nvPr>
            <p:ph type="body" sz="quarter" idx="28"/>
          </p:nvPr>
        </p:nvSpPr>
        <p:spPr>
          <a:xfrm>
            <a:off x="924532" y="2686265"/>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7" name="Text Placeholder 16">
            <a:extLst>
              <a:ext uri="{FF2B5EF4-FFF2-40B4-BE49-F238E27FC236}">
                <a16:creationId xmlns:a16="http://schemas.microsoft.com/office/drawing/2014/main" id="{888315FB-BC21-EAC4-D6A6-DFBC2695CB6F}"/>
              </a:ext>
            </a:extLst>
          </p:cNvPr>
          <p:cNvSpPr>
            <a:spLocks noGrp="1"/>
          </p:cNvSpPr>
          <p:nvPr>
            <p:ph type="body" sz="quarter" idx="29"/>
          </p:nvPr>
        </p:nvSpPr>
        <p:spPr>
          <a:xfrm>
            <a:off x="2700254" y="2686265"/>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8" name="Text Placeholder 16">
            <a:extLst>
              <a:ext uri="{FF2B5EF4-FFF2-40B4-BE49-F238E27FC236}">
                <a16:creationId xmlns:a16="http://schemas.microsoft.com/office/drawing/2014/main" id="{3520ABD7-E02A-ABAA-3AF4-7E1651126762}"/>
              </a:ext>
            </a:extLst>
          </p:cNvPr>
          <p:cNvSpPr>
            <a:spLocks noGrp="1"/>
          </p:cNvSpPr>
          <p:nvPr>
            <p:ph type="body" sz="quarter" idx="30"/>
          </p:nvPr>
        </p:nvSpPr>
        <p:spPr>
          <a:xfrm>
            <a:off x="4475976" y="2686265"/>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9" name="Text Placeholder 16">
            <a:extLst>
              <a:ext uri="{FF2B5EF4-FFF2-40B4-BE49-F238E27FC236}">
                <a16:creationId xmlns:a16="http://schemas.microsoft.com/office/drawing/2014/main" id="{09F40FB5-46B6-D410-9972-21269B73312A}"/>
              </a:ext>
            </a:extLst>
          </p:cNvPr>
          <p:cNvSpPr>
            <a:spLocks noGrp="1"/>
          </p:cNvSpPr>
          <p:nvPr>
            <p:ph type="body" sz="quarter" idx="31"/>
          </p:nvPr>
        </p:nvSpPr>
        <p:spPr>
          <a:xfrm>
            <a:off x="6251698" y="2686265"/>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0" name="Text Placeholder 16">
            <a:extLst>
              <a:ext uri="{FF2B5EF4-FFF2-40B4-BE49-F238E27FC236}">
                <a16:creationId xmlns:a16="http://schemas.microsoft.com/office/drawing/2014/main" id="{71B14F64-5F5E-7BF9-5158-7DCCA6DEC4C3}"/>
              </a:ext>
            </a:extLst>
          </p:cNvPr>
          <p:cNvSpPr>
            <a:spLocks noGrp="1"/>
          </p:cNvSpPr>
          <p:nvPr>
            <p:ph type="body" sz="quarter" idx="32"/>
          </p:nvPr>
        </p:nvSpPr>
        <p:spPr>
          <a:xfrm>
            <a:off x="8027421" y="2686265"/>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1" name="Text Placeholder 16">
            <a:extLst>
              <a:ext uri="{FF2B5EF4-FFF2-40B4-BE49-F238E27FC236}">
                <a16:creationId xmlns:a16="http://schemas.microsoft.com/office/drawing/2014/main" id="{3994B75F-E52F-1E1C-EB33-52A24F2C4413}"/>
              </a:ext>
            </a:extLst>
          </p:cNvPr>
          <p:cNvSpPr>
            <a:spLocks noGrp="1"/>
          </p:cNvSpPr>
          <p:nvPr>
            <p:ph type="body" sz="quarter" idx="33"/>
          </p:nvPr>
        </p:nvSpPr>
        <p:spPr>
          <a:xfrm>
            <a:off x="9803140" y="2686265"/>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2" name="Text Placeholder 16">
            <a:extLst>
              <a:ext uri="{FF2B5EF4-FFF2-40B4-BE49-F238E27FC236}">
                <a16:creationId xmlns:a16="http://schemas.microsoft.com/office/drawing/2014/main" id="{FD0C7087-A5A1-8AA5-C6BA-0BBF23360BD0}"/>
              </a:ext>
            </a:extLst>
          </p:cNvPr>
          <p:cNvSpPr>
            <a:spLocks noGrp="1"/>
          </p:cNvSpPr>
          <p:nvPr>
            <p:ph type="body" sz="quarter" idx="34"/>
          </p:nvPr>
        </p:nvSpPr>
        <p:spPr>
          <a:xfrm>
            <a:off x="1599374"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3" name="Text Placeholder 16">
            <a:extLst>
              <a:ext uri="{FF2B5EF4-FFF2-40B4-BE49-F238E27FC236}">
                <a16:creationId xmlns:a16="http://schemas.microsoft.com/office/drawing/2014/main" id="{4BEF74E7-7BDC-448C-A996-D8FB5BF74183}"/>
              </a:ext>
            </a:extLst>
          </p:cNvPr>
          <p:cNvSpPr>
            <a:spLocks noGrp="1"/>
          </p:cNvSpPr>
          <p:nvPr>
            <p:ph type="body" sz="quarter" idx="35"/>
          </p:nvPr>
        </p:nvSpPr>
        <p:spPr>
          <a:xfrm>
            <a:off x="3499259"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4" name="Text Placeholder 16">
            <a:extLst>
              <a:ext uri="{FF2B5EF4-FFF2-40B4-BE49-F238E27FC236}">
                <a16:creationId xmlns:a16="http://schemas.microsoft.com/office/drawing/2014/main" id="{78012E27-F811-01CA-1257-B0F216876065}"/>
              </a:ext>
            </a:extLst>
          </p:cNvPr>
          <p:cNvSpPr>
            <a:spLocks noGrp="1"/>
          </p:cNvSpPr>
          <p:nvPr>
            <p:ph type="body" sz="quarter" idx="36"/>
          </p:nvPr>
        </p:nvSpPr>
        <p:spPr>
          <a:xfrm>
            <a:off x="5399142"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5" name="Text Placeholder 16">
            <a:extLst>
              <a:ext uri="{FF2B5EF4-FFF2-40B4-BE49-F238E27FC236}">
                <a16:creationId xmlns:a16="http://schemas.microsoft.com/office/drawing/2014/main" id="{74D3E8A3-A86C-83C2-7811-162D88C1F088}"/>
              </a:ext>
            </a:extLst>
          </p:cNvPr>
          <p:cNvSpPr>
            <a:spLocks noGrp="1"/>
          </p:cNvSpPr>
          <p:nvPr>
            <p:ph type="body" sz="quarter" idx="37"/>
          </p:nvPr>
        </p:nvSpPr>
        <p:spPr>
          <a:xfrm>
            <a:off x="7299026"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6" name="Text Placeholder 16">
            <a:extLst>
              <a:ext uri="{FF2B5EF4-FFF2-40B4-BE49-F238E27FC236}">
                <a16:creationId xmlns:a16="http://schemas.microsoft.com/office/drawing/2014/main" id="{FDC0DED6-6BD8-65F6-F5F7-5FB669D12A14}"/>
              </a:ext>
            </a:extLst>
          </p:cNvPr>
          <p:cNvSpPr>
            <a:spLocks noGrp="1"/>
          </p:cNvSpPr>
          <p:nvPr>
            <p:ph type="body" sz="quarter" idx="38"/>
          </p:nvPr>
        </p:nvSpPr>
        <p:spPr>
          <a:xfrm>
            <a:off x="9198908" y="3993254"/>
            <a:ext cx="2011680"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231" name="Text Placeholder 16">
            <a:extLst>
              <a:ext uri="{FF2B5EF4-FFF2-40B4-BE49-F238E27FC236}">
                <a16:creationId xmlns:a16="http://schemas.microsoft.com/office/drawing/2014/main" id="{F6DDCB44-BB3A-EB55-C61E-1E87AAB52300}"/>
              </a:ext>
            </a:extLst>
          </p:cNvPr>
          <p:cNvSpPr>
            <a:spLocks noGrp="1"/>
          </p:cNvSpPr>
          <p:nvPr>
            <p:ph type="body" sz="quarter" idx="42"/>
          </p:nvPr>
        </p:nvSpPr>
        <p:spPr>
          <a:xfrm>
            <a:off x="4760597" y="4609706"/>
            <a:ext cx="2670806" cy="276999"/>
          </a:xfrm>
        </p:spPr>
        <p:txBody>
          <a:bodyPr anchor="ctr"/>
          <a:lstStyle>
            <a:lvl1pPr algn="ctr">
              <a:spcBef>
                <a:spcPts val="0"/>
              </a:spcBef>
              <a:spcAft>
                <a:spcPts val="0"/>
              </a:spcAft>
              <a:defRPr kumimoji="0" lang="en-US" sz="1800" b="0" i="0" u="none" strike="noStrike" kern="1200" cap="none" spc="0" normalizeH="0" baseline="0" dirty="0">
                <a:ln>
                  <a:noFill/>
                </a:ln>
                <a:solidFill>
                  <a:schemeClr val="accent2">
                    <a:lumMod val="60000"/>
                    <a:lumOff val="40000"/>
                  </a:schemeClr>
                </a:solidFill>
                <a:effectLst/>
                <a:uLnTx/>
                <a:uFillTx/>
                <a:latin typeface="Segoe UI Semibold"/>
                <a:ea typeface="+mn-ea"/>
                <a:cs typeface="+mn-cs"/>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137" name="Text Placeholder 16">
            <a:extLst>
              <a:ext uri="{FF2B5EF4-FFF2-40B4-BE49-F238E27FC236}">
                <a16:creationId xmlns:a16="http://schemas.microsoft.com/office/drawing/2014/main" id="{C9EA89E8-706B-1C61-7302-571250FEF877}"/>
              </a:ext>
            </a:extLst>
          </p:cNvPr>
          <p:cNvSpPr>
            <a:spLocks noGrp="1"/>
          </p:cNvSpPr>
          <p:nvPr>
            <p:ph type="body" sz="quarter" idx="39"/>
          </p:nvPr>
        </p:nvSpPr>
        <p:spPr>
          <a:xfrm>
            <a:off x="4684862" y="5652876"/>
            <a:ext cx="2822276"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cxnSp>
        <p:nvCxnSpPr>
          <p:cNvPr id="234" name="Straight Connector 233">
            <a:extLst>
              <a:ext uri="{FF2B5EF4-FFF2-40B4-BE49-F238E27FC236}">
                <a16:creationId xmlns:a16="http://schemas.microsoft.com/office/drawing/2014/main" id="{328E59E3-CC2D-1799-A946-56CAFEA26FC5}"/>
              </a:ext>
              <a:ext uri="{C183D7F6-B498-43B3-948B-1728B52AA6E4}">
                <adec:decorative xmlns:adec="http://schemas.microsoft.com/office/drawing/2017/decorative" val="1"/>
              </a:ext>
            </a:extLst>
          </p:cNvPr>
          <p:cNvCxnSpPr>
            <a:cxnSpLocks/>
          </p:cNvCxnSpPr>
          <p:nvPr userDrawn="1"/>
        </p:nvCxnSpPr>
        <p:spPr>
          <a:xfrm flipH="1">
            <a:off x="4320280"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66F70DE-CFCB-7C44-592B-43D1ADCCD4A9}"/>
              </a:ext>
              <a:ext uri="{C183D7F6-B498-43B3-948B-1728B52AA6E4}">
                <adec:decorative xmlns:adec="http://schemas.microsoft.com/office/drawing/2017/decorative" val="1"/>
              </a:ext>
            </a:extLst>
          </p:cNvPr>
          <p:cNvCxnSpPr>
            <a:cxnSpLocks/>
          </p:cNvCxnSpPr>
          <p:nvPr userDrawn="1"/>
        </p:nvCxnSpPr>
        <p:spPr>
          <a:xfrm flipH="1">
            <a:off x="7871724"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B8758C8A-1B4C-FDBF-4116-2E7790A95E86}"/>
              </a:ext>
              <a:ext uri="{C183D7F6-B498-43B3-948B-1728B52AA6E4}">
                <adec:decorative xmlns:adec="http://schemas.microsoft.com/office/drawing/2017/decorative" val="1"/>
              </a:ext>
            </a:extLst>
          </p:cNvPr>
          <p:cNvCxnSpPr>
            <a:cxnSpLocks/>
          </p:cNvCxnSpPr>
          <p:nvPr userDrawn="1"/>
        </p:nvCxnSpPr>
        <p:spPr>
          <a:xfrm flipH="1">
            <a:off x="9647446"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778E4206-C644-115E-6366-FC7FCC1239D3}"/>
              </a:ext>
              <a:ext uri="{C183D7F6-B498-43B3-948B-1728B52AA6E4}">
                <adec:decorative xmlns:adec="http://schemas.microsoft.com/office/drawing/2017/decorative" val="1"/>
              </a:ext>
            </a:extLst>
          </p:cNvPr>
          <p:cNvCxnSpPr>
            <a:cxnSpLocks/>
          </p:cNvCxnSpPr>
          <p:nvPr userDrawn="1"/>
        </p:nvCxnSpPr>
        <p:spPr>
          <a:xfrm flipH="1">
            <a:off x="6096002"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E90203A1-9921-BB6C-27B2-08D6A9A95425}"/>
              </a:ext>
              <a:ext uri="{C183D7F6-B498-43B3-948B-1728B52AA6E4}">
                <adec:decorative xmlns:adec="http://schemas.microsoft.com/office/drawing/2017/decorative" val="1"/>
              </a:ext>
            </a:extLst>
          </p:cNvPr>
          <p:cNvCxnSpPr>
            <a:cxnSpLocks/>
          </p:cNvCxnSpPr>
          <p:nvPr userDrawn="1"/>
        </p:nvCxnSpPr>
        <p:spPr>
          <a:xfrm flipH="1">
            <a:off x="2544558"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CA4D497-527A-683A-27EB-FF60A2F2E83A}"/>
              </a:ext>
              <a:ext uri="{C183D7F6-B498-43B3-948B-1728B52AA6E4}">
                <adec:decorative xmlns:adec="http://schemas.microsoft.com/office/drawing/2017/decorative" val="1"/>
              </a:ext>
            </a:extLst>
          </p:cNvPr>
          <p:cNvCxnSpPr>
            <a:cxnSpLocks/>
          </p:cNvCxnSpPr>
          <p:nvPr userDrawn="1"/>
        </p:nvCxnSpPr>
        <p:spPr>
          <a:xfrm flipH="1">
            <a:off x="5181365"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DB61BEAC-2A25-F20F-4CE0-19518DC028DE}"/>
              </a:ext>
              <a:ext uri="{C183D7F6-B498-43B3-948B-1728B52AA6E4}">
                <adec:decorative xmlns:adec="http://schemas.microsoft.com/office/drawing/2017/decorative" val="1"/>
              </a:ext>
            </a:extLst>
          </p:cNvPr>
          <p:cNvCxnSpPr>
            <a:cxnSpLocks/>
          </p:cNvCxnSpPr>
          <p:nvPr userDrawn="1"/>
        </p:nvCxnSpPr>
        <p:spPr>
          <a:xfrm flipH="1">
            <a:off x="8981133"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BD324277-4705-89E4-E306-ACDB00F4DEF1}"/>
              </a:ext>
              <a:ext uri="{C183D7F6-B498-43B3-948B-1728B52AA6E4}">
                <adec:decorative xmlns:adec="http://schemas.microsoft.com/office/drawing/2017/decorative" val="1"/>
              </a:ext>
            </a:extLst>
          </p:cNvPr>
          <p:cNvCxnSpPr>
            <a:cxnSpLocks/>
          </p:cNvCxnSpPr>
          <p:nvPr userDrawn="1"/>
        </p:nvCxnSpPr>
        <p:spPr>
          <a:xfrm flipH="1">
            <a:off x="7081249"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39A0A58C-DDAE-7368-89D5-3455339BB422}"/>
              </a:ext>
              <a:ext uri="{C183D7F6-B498-43B3-948B-1728B52AA6E4}">
                <adec:decorative xmlns:adec="http://schemas.microsoft.com/office/drawing/2017/decorative" val="1"/>
              </a:ext>
            </a:extLst>
          </p:cNvPr>
          <p:cNvCxnSpPr>
            <a:cxnSpLocks/>
          </p:cNvCxnSpPr>
          <p:nvPr userDrawn="1"/>
        </p:nvCxnSpPr>
        <p:spPr>
          <a:xfrm flipH="1">
            <a:off x="3281481"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5986F53-A9B6-5771-B6DF-F1B51FCF45E5}"/>
              </a:ext>
              <a:ext uri="{C183D7F6-B498-43B3-948B-1728B52AA6E4}">
                <adec:decorative xmlns:adec="http://schemas.microsoft.com/office/drawing/2017/decorative" val="1"/>
              </a:ext>
            </a:extLst>
          </p:cNvPr>
          <p:cNvSpPr/>
          <p:nvPr userDrawn="1"/>
        </p:nvSpPr>
        <p:spPr bwMode="auto">
          <a:xfrm>
            <a:off x="584200" y="6117477"/>
            <a:ext cx="10957829" cy="552340"/>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1524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b" anchorCtr="0" forceAA="0" compatLnSpc="1">
            <a:prstTxWarp prst="textNoShape">
              <a:avLst/>
            </a:prstTxWarp>
            <a:noAutofit/>
          </a:bodyPr>
          <a:lstStyle/>
          <a:p>
            <a:pPr lvl="0" algn="ctr" defTabSz="932293" fontAlgn="base">
              <a:spcBef>
                <a:spcPct val="0"/>
              </a:spcBef>
              <a:spcAft>
                <a:spcPct val="0"/>
              </a:spcAft>
            </a:pPr>
            <a:endParaRPr lang="en-US" sz="2000" noProof="0" err="1">
              <a:solidFill>
                <a:schemeClr val="accent1">
                  <a:lumMod val="60000"/>
                  <a:lumOff val="40000"/>
                </a:schemeClr>
              </a:solidFill>
              <a:cs typeface="Segoe UI" pitchFamily="34" charset="0"/>
            </a:endParaRPr>
          </a:p>
        </p:txBody>
      </p:sp>
      <p:sp>
        <p:nvSpPr>
          <p:cNvPr id="5" name="Text Placeholder 16">
            <a:extLst>
              <a:ext uri="{FF2B5EF4-FFF2-40B4-BE49-F238E27FC236}">
                <a16:creationId xmlns:a16="http://schemas.microsoft.com/office/drawing/2014/main" id="{A3B54949-70D5-73D1-09AD-8C5CA75354F1}"/>
              </a:ext>
            </a:extLst>
          </p:cNvPr>
          <p:cNvSpPr>
            <a:spLocks noGrp="1"/>
          </p:cNvSpPr>
          <p:nvPr>
            <p:ph type="body" sz="quarter" idx="43"/>
          </p:nvPr>
        </p:nvSpPr>
        <p:spPr>
          <a:xfrm>
            <a:off x="4684862" y="6208981"/>
            <a:ext cx="2822276" cy="369332"/>
          </a:xfrm>
        </p:spPr>
        <p:txBody>
          <a:bodyPr anchor="ctr"/>
          <a:lstStyle>
            <a:lvl1pPr algn="ctr">
              <a:spcBef>
                <a:spcPts val="0"/>
              </a:spcBef>
              <a:spcAft>
                <a:spcPts val="0"/>
              </a:spcAft>
              <a:defRPr lang="en-US" sz="2400" b="0" kern="1200" cap="none" spc="-50" baseline="0" dirty="0">
                <a:ln w="3175">
                  <a:noFill/>
                </a:ln>
                <a:gradFill flip="none" rotWithShape="1">
                  <a:gsLst>
                    <a:gs pos="36000">
                      <a:schemeClr val="accent1"/>
                    </a:gs>
                    <a:gs pos="74000">
                      <a:srgbClr val="D59DFF"/>
                    </a:gs>
                  </a:gsLst>
                  <a:lin ang="2700000" scaled="1"/>
                  <a:tileRect/>
                </a:gradFill>
                <a:effectLst/>
                <a:latin typeface="Segoe UI Semibold"/>
                <a:ea typeface="+mj-lt"/>
                <a:cs typeface="Segoe UI Semibold"/>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Tree>
    <p:extLst>
      <p:ext uri="{BB962C8B-B14F-4D97-AF65-F5344CB8AC3E}">
        <p14:creationId xmlns:p14="http://schemas.microsoft.com/office/powerpoint/2010/main" val="372613390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3496851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userDrawn="1">
  <p:cSld name="Blank - Blac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620207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5602083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_TITLE &amp; SUB">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50E10-653B-9779-E6E5-2A3B1D86498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5545281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Blank 3">
    <p:bg>
      <p:bgPr>
        <a:solidFill>
          <a:srgbClr val="45414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701489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userDrawn="1">
  <p:cSld name="26_Title Only">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A722DA1-E48A-0989-FE5F-F9DCC94C78CF}"/>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36018827"/>
      </p:ext>
    </p:extLst>
  </p:cSld>
  <p:clrMapOvr>
    <a:masterClrMapping/>
  </p:clrMapOvr>
  <p:transition>
    <p:fade/>
  </p:transition>
  <p:extLst>
    <p:ext uri="{DCECCB84-F9BA-43D5-87BE-67443E8EF086}">
      <p15:sldGuideLst xmlns:p15="http://schemas.microsoft.com/office/powerpoint/2012/main">
        <p15:guide id="15">
          <p15:clr>
            <a:srgbClr val="A4A3A4"/>
          </p15:clr>
        </p15:guide>
        <p15:guide id="16" pos="384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userDrawn="1">
  <p:cSld name="3_Horizontal">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8AB207AD-DEAE-154A-A901-6FD356CDE8A4}"/>
              </a:ext>
              <a:ext uri="{C183D7F6-B498-43B3-948B-1728B52AA6E4}">
                <adec:decorative xmlns:adec="http://schemas.microsoft.com/office/drawing/2017/decorative" val="1"/>
              </a:ext>
            </a:extLst>
          </p:cNvPr>
          <p:cNvSpPr/>
          <p:nvPr userDrawn="1"/>
        </p:nvSpPr>
        <p:spPr>
          <a:xfrm>
            <a:off x="2961412" y="3291776"/>
            <a:ext cx="9230589" cy="1414956"/>
          </a:xfrm>
          <a:prstGeom prst="rect">
            <a:avLst/>
          </a:prstGeom>
          <a:solidFill>
            <a:schemeClr val="bg1">
              <a:lumMod val="8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9" name="MICROSOFT LOGO">
            <a:extLst>
              <a:ext uri="{FF2B5EF4-FFF2-40B4-BE49-F238E27FC236}">
                <a16:creationId xmlns:a16="http://schemas.microsoft.com/office/drawing/2014/main" id="{CC7BF76F-4846-4D42-BB24-41761B4010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56271" y="6299345"/>
            <a:ext cx="1554480" cy="333103"/>
          </a:xfrm>
          <a:prstGeom prst="rect">
            <a:avLst/>
          </a:prstGeom>
        </p:spPr>
      </p:pic>
      <p:sp>
        <p:nvSpPr>
          <p:cNvPr id="5" name="CUSTOMER LOGO">
            <a:extLst>
              <a:ext uri="{FF2B5EF4-FFF2-40B4-BE49-F238E27FC236}">
                <a16:creationId xmlns:a16="http://schemas.microsoft.com/office/drawing/2014/main" id="{3D70BBFF-3B0B-644F-878A-E178AF5B45E4}"/>
              </a:ext>
            </a:extLst>
          </p:cNvPr>
          <p:cNvSpPr>
            <a:spLocks noGrp="1" noChangeAspect="1"/>
          </p:cNvSpPr>
          <p:nvPr>
            <p:ph type="pic" sz="quarter" idx="23" hasCustomPrompt="1"/>
          </p:nvPr>
        </p:nvSpPr>
        <p:spPr>
          <a:xfrm>
            <a:off x="401737" y="436245"/>
            <a:ext cx="2103120" cy="430901"/>
          </a:xfrm>
          <a:prstGeom prst="rect">
            <a:avLst/>
          </a:prstGeom>
        </p:spPr>
        <p:txBody>
          <a:bodyPr/>
          <a:lstStyle>
            <a:lvl1pPr marL="0" indent="0">
              <a:buNone/>
              <a:defRPr/>
            </a:lvl1pPr>
          </a:lstStyle>
          <a:p>
            <a:r>
              <a:rPr lang="en-US"/>
              <a:t>Logo</a:t>
            </a:r>
          </a:p>
        </p:txBody>
      </p:sp>
      <p:sp>
        <p:nvSpPr>
          <p:cNvPr id="24" name="BANNER IMAGE">
            <a:extLst>
              <a:ext uri="{FF2B5EF4-FFF2-40B4-BE49-F238E27FC236}">
                <a16:creationId xmlns:a16="http://schemas.microsoft.com/office/drawing/2014/main" id="{3C57D4FA-1216-4944-BBF6-C83155F9ED20}"/>
              </a:ext>
            </a:extLst>
          </p:cNvPr>
          <p:cNvSpPr>
            <a:spLocks noGrp="1" noChangeAspect="1"/>
          </p:cNvSpPr>
          <p:nvPr>
            <p:ph type="pic" sz="quarter" idx="24" hasCustomPrompt="1"/>
          </p:nvPr>
        </p:nvSpPr>
        <p:spPr>
          <a:xfrm>
            <a:off x="2960688" y="0"/>
            <a:ext cx="9235440" cy="430901"/>
          </a:xfrm>
          <a:prstGeom prst="rect">
            <a:avLst/>
          </a:prstGeom>
        </p:spPr>
        <p:txBody>
          <a:bodyPr/>
          <a:lstStyle>
            <a:lvl1pPr marL="0" indent="0">
              <a:buNone/>
              <a:defRPr/>
            </a:lvl1pPr>
          </a:lstStyle>
          <a:p>
            <a:r>
              <a:rPr lang="en-US"/>
              <a:t>Horizontal banner image</a:t>
            </a:r>
          </a:p>
        </p:txBody>
      </p:sp>
      <p:sp>
        <p:nvSpPr>
          <p:cNvPr id="27" name="QUOTE" descr="quote">
            <a:extLst>
              <a:ext uri="{FF2B5EF4-FFF2-40B4-BE49-F238E27FC236}">
                <a16:creationId xmlns:a16="http://schemas.microsoft.com/office/drawing/2014/main" id="{CEABE899-10A3-484A-9A5F-6B1D4CB09EA4}"/>
              </a:ext>
            </a:extLst>
          </p:cNvPr>
          <p:cNvSpPr>
            <a:spLocks noGrp="1"/>
          </p:cNvSpPr>
          <p:nvPr>
            <p:ph type="body" sz="quarter" idx="10"/>
          </p:nvPr>
        </p:nvSpPr>
        <p:spPr>
          <a:xfrm>
            <a:off x="3268759" y="4013487"/>
            <a:ext cx="8643841" cy="276999"/>
          </a:xfrm>
          <a:prstGeom prst="rect">
            <a:avLst/>
          </a:prstGeom>
        </p:spPr>
        <p:txBody>
          <a:bodyPr lIns="0" tIns="0" rIns="0" bIns="0" anchor="b" anchorCtr="0"/>
          <a:lstStyle>
            <a:lvl1pPr marL="0" indent="0">
              <a:lnSpc>
                <a:spcPct val="100000"/>
              </a:lnSpc>
              <a:buNone/>
              <a:defRPr sz="1800" b="0" i="0">
                <a:latin typeface="Segoe UI" panose="020B0502040204020203" pitchFamily="34" charset="0"/>
                <a:cs typeface="Segoe UI" panose="020B0502040204020203" pitchFamily="34" charset="0"/>
              </a:defRPr>
            </a:lvl1pPr>
          </a:lstStyle>
          <a:p>
            <a:pPr lvl="0"/>
            <a:endParaRPr lang="en-US"/>
          </a:p>
        </p:txBody>
      </p:sp>
      <p:sp>
        <p:nvSpPr>
          <p:cNvPr id="37" name="QUOTE AUTHOR" descr="quote author">
            <a:extLst>
              <a:ext uri="{FF2B5EF4-FFF2-40B4-BE49-F238E27FC236}">
                <a16:creationId xmlns:a16="http://schemas.microsoft.com/office/drawing/2014/main" id="{F5AC1971-A820-D44B-949E-127EE4381960}"/>
              </a:ext>
            </a:extLst>
          </p:cNvPr>
          <p:cNvSpPr>
            <a:spLocks noGrp="1"/>
          </p:cNvSpPr>
          <p:nvPr>
            <p:ph type="body" sz="quarter" idx="11"/>
          </p:nvPr>
        </p:nvSpPr>
        <p:spPr>
          <a:xfrm>
            <a:off x="3268758" y="4423180"/>
            <a:ext cx="8643841" cy="158979"/>
          </a:xfrm>
          <a:prstGeom prst="rect">
            <a:avLst/>
          </a:prstGeom>
        </p:spPr>
        <p:txBody>
          <a:bodyPr lIns="0" tIns="0" rIns="0" bIns="0"/>
          <a:lstStyle>
            <a:lvl1pPr marL="0" indent="0">
              <a:buNone/>
              <a:defRPr sz="1000" b="0" i="0">
                <a:solidFill>
                  <a:schemeClr val="accent2">
                    <a:lumMod val="60000"/>
                    <a:lumOff val="40000"/>
                  </a:schemeClr>
                </a:solidFill>
                <a:latin typeface="Segoe UI Semilight" panose="020B0402040204020203" pitchFamily="34" charset="0"/>
                <a:cs typeface="Segoe UI Semilight" panose="020B0402040204020203" pitchFamily="34" charset="0"/>
              </a:defRPr>
            </a:lvl1pPr>
          </a:lstStyle>
          <a:p>
            <a:pPr lvl="0"/>
            <a:endParaRPr lang="en-US"/>
          </a:p>
        </p:txBody>
      </p:sp>
      <p:sp>
        <p:nvSpPr>
          <p:cNvPr id="25" name="Situation" descr="Situation">
            <a:extLst>
              <a:ext uri="{FF2B5EF4-FFF2-40B4-BE49-F238E27FC236}">
                <a16:creationId xmlns:a16="http://schemas.microsoft.com/office/drawing/2014/main" id="{F5F6FC98-BF54-8E4B-ADCE-416C088B5FD5}"/>
              </a:ext>
            </a:extLst>
          </p:cNvPr>
          <p:cNvSpPr txBox="1"/>
          <p:nvPr userDrawn="1"/>
        </p:nvSpPr>
        <p:spPr>
          <a:xfrm>
            <a:off x="3268758" y="4875181"/>
            <a:ext cx="1905338" cy="215444"/>
          </a:xfrm>
          <a:prstGeom prst="rect">
            <a:avLst/>
          </a:prstGeom>
          <a:noFill/>
          <a:ln>
            <a:noFill/>
          </a:ln>
        </p:spPr>
        <p:txBody>
          <a:bodyPr wrap="square" lIns="0" tIns="0" rIns="0" bIns="0" rtlCol="0" anchor="ctr" anchorCtr="0">
            <a:spAutoFit/>
          </a:bodyPr>
          <a:lstStyle/>
          <a:p>
            <a:r>
              <a:rPr lang="en-US" sz="1400">
                <a:solidFill>
                  <a:schemeClr val="accent2">
                    <a:lumMod val="60000"/>
                    <a:lumOff val="40000"/>
                  </a:schemeClr>
                </a:solidFill>
                <a:latin typeface="Segoe UI" panose="020B0502040204020203" pitchFamily="34" charset="0"/>
                <a:cs typeface="Segoe UI" panose="020B0502040204020203" pitchFamily="34" charset="0"/>
              </a:rPr>
              <a:t>Situation:</a:t>
            </a:r>
          </a:p>
        </p:txBody>
      </p:sp>
      <p:sp>
        <p:nvSpPr>
          <p:cNvPr id="28" name="SITUATION COPY">
            <a:extLst>
              <a:ext uri="{FF2B5EF4-FFF2-40B4-BE49-F238E27FC236}">
                <a16:creationId xmlns:a16="http://schemas.microsoft.com/office/drawing/2014/main" id="{E03D0DEC-BC71-A445-A3E5-9B83B80381D9}"/>
              </a:ext>
            </a:extLst>
          </p:cNvPr>
          <p:cNvSpPr>
            <a:spLocks noGrp="1"/>
          </p:cNvSpPr>
          <p:nvPr>
            <p:ph type="body" sz="quarter" idx="12"/>
          </p:nvPr>
        </p:nvSpPr>
        <p:spPr>
          <a:xfrm>
            <a:off x="3268758" y="5162439"/>
            <a:ext cx="2422594" cy="200048"/>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42" name="Solution" descr="Solution">
            <a:extLst>
              <a:ext uri="{FF2B5EF4-FFF2-40B4-BE49-F238E27FC236}">
                <a16:creationId xmlns:a16="http://schemas.microsoft.com/office/drawing/2014/main" id="{B59E8476-D4FE-3D4F-9EC9-5DA909E29651}"/>
              </a:ext>
            </a:extLst>
          </p:cNvPr>
          <p:cNvSpPr txBox="1"/>
          <p:nvPr userDrawn="1"/>
        </p:nvSpPr>
        <p:spPr>
          <a:xfrm>
            <a:off x="5829078" y="4875181"/>
            <a:ext cx="1905338" cy="215444"/>
          </a:xfrm>
          <a:prstGeom prst="rect">
            <a:avLst/>
          </a:prstGeom>
          <a:noFill/>
          <a:ln>
            <a:noFill/>
          </a:ln>
        </p:spPr>
        <p:txBody>
          <a:bodyPr wrap="square" lIns="0" tIns="0" rIns="0" bIns="0" rtlCol="0" anchor="ctr" anchorCtr="0">
            <a:spAutoFit/>
          </a:bodyPr>
          <a:lstStyle/>
          <a:p>
            <a:r>
              <a:rPr lang="en-US" sz="1400">
                <a:solidFill>
                  <a:schemeClr val="accent2">
                    <a:lumMod val="60000"/>
                    <a:lumOff val="40000"/>
                  </a:schemeClr>
                </a:solidFill>
                <a:latin typeface="Segoe UI" panose="020B0502040204020203" pitchFamily="34" charset="0"/>
                <a:cs typeface="Segoe UI" panose="020B0502040204020203" pitchFamily="34" charset="0"/>
              </a:rPr>
              <a:t>Solution:</a:t>
            </a:r>
          </a:p>
        </p:txBody>
      </p:sp>
      <p:sp>
        <p:nvSpPr>
          <p:cNvPr id="43" name="Solution COPY">
            <a:extLst>
              <a:ext uri="{FF2B5EF4-FFF2-40B4-BE49-F238E27FC236}">
                <a16:creationId xmlns:a16="http://schemas.microsoft.com/office/drawing/2014/main" id="{847B54F4-C98A-7F4F-8633-A67212D37E3D}"/>
              </a:ext>
            </a:extLst>
          </p:cNvPr>
          <p:cNvSpPr>
            <a:spLocks noGrp="1"/>
          </p:cNvSpPr>
          <p:nvPr>
            <p:ph type="body" sz="quarter" idx="21"/>
          </p:nvPr>
        </p:nvSpPr>
        <p:spPr>
          <a:xfrm>
            <a:off x="5829079" y="5162439"/>
            <a:ext cx="2592785" cy="200048"/>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44" name="Impact" descr="Impact">
            <a:extLst>
              <a:ext uri="{FF2B5EF4-FFF2-40B4-BE49-F238E27FC236}">
                <a16:creationId xmlns:a16="http://schemas.microsoft.com/office/drawing/2014/main" id="{B1EBCCF4-5394-C04F-AA62-05007544FC0C}"/>
              </a:ext>
            </a:extLst>
          </p:cNvPr>
          <p:cNvSpPr txBox="1"/>
          <p:nvPr userDrawn="1"/>
        </p:nvSpPr>
        <p:spPr>
          <a:xfrm>
            <a:off x="8797789" y="4858823"/>
            <a:ext cx="1905338" cy="215444"/>
          </a:xfrm>
          <a:prstGeom prst="rect">
            <a:avLst/>
          </a:prstGeom>
          <a:noFill/>
          <a:ln>
            <a:noFill/>
          </a:ln>
        </p:spPr>
        <p:txBody>
          <a:bodyPr wrap="square" lIns="0" tIns="0" rIns="0" bIns="0" rtlCol="0" anchor="ctr" anchorCtr="0">
            <a:spAutoFit/>
          </a:bodyPr>
          <a:lstStyle/>
          <a:p>
            <a:r>
              <a:rPr lang="en-US" sz="1400">
                <a:solidFill>
                  <a:schemeClr val="accent2">
                    <a:lumMod val="60000"/>
                    <a:lumOff val="40000"/>
                  </a:schemeClr>
                </a:solidFill>
                <a:latin typeface="Segoe UI" panose="020B0502040204020203" pitchFamily="34" charset="0"/>
                <a:cs typeface="Segoe UI" panose="020B0502040204020203" pitchFamily="34" charset="0"/>
              </a:rPr>
              <a:t>Impact:</a:t>
            </a:r>
          </a:p>
        </p:txBody>
      </p:sp>
      <p:sp>
        <p:nvSpPr>
          <p:cNvPr id="45" name="Impact COPY">
            <a:extLst>
              <a:ext uri="{FF2B5EF4-FFF2-40B4-BE49-F238E27FC236}">
                <a16:creationId xmlns:a16="http://schemas.microsoft.com/office/drawing/2014/main" id="{817B977B-57E9-154C-AA12-E0B3A70688DF}"/>
              </a:ext>
            </a:extLst>
          </p:cNvPr>
          <p:cNvSpPr>
            <a:spLocks noGrp="1"/>
          </p:cNvSpPr>
          <p:nvPr>
            <p:ph type="body" sz="quarter" idx="22"/>
          </p:nvPr>
        </p:nvSpPr>
        <p:spPr>
          <a:xfrm>
            <a:off x="8728648" y="5162439"/>
            <a:ext cx="3017520" cy="200048"/>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17" name="SPECIFICATIONS'">
            <a:extLst>
              <a:ext uri="{FF2B5EF4-FFF2-40B4-BE49-F238E27FC236}">
                <a16:creationId xmlns:a16="http://schemas.microsoft.com/office/drawing/2014/main" id="{7EE6957E-64E7-4044-BFE8-2BF3980E5126}"/>
              </a:ext>
            </a:extLst>
          </p:cNvPr>
          <p:cNvSpPr>
            <a:spLocks noGrp="1"/>
          </p:cNvSpPr>
          <p:nvPr>
            <p:ph type="body" sz="quarter" idx="18"/>
          </p:nvPr>
        </p:nvSpPr>
        <p:spPr>
          <a:xfrm>
            <a:off x="310297" y="5840513"/>
            <a:ext cx="2286000" cy="153888"/>
          </a:xfrm>
          <a:prstGeom prst="rect">
            <a:avLst/>
          </a:prstGeom>
        </p:spPr>
        <p:txBody>
          <a:bodyPr lIns="0" tIns="0" rIns="0" bIns="0" anchor="b" anchorCtr="0"/>
          <a:lstStyle>
            <a:lvl1pPr marL="0" indent="0">
              <a:lnSpc>
                <a:spcPct val="100000"/>
              </a:lnSpc>
              <a:buNone/>
              <a:defRPr sz="1000" b="1" i="0">
                <a:solidFill>
                  <a:schemeClr val="tx1"/>
                </a:solidFill>
                <a:latin typeface="Segoe UI Semibold" panose="020B0502040204020203" pitchFamily="34" charset="0"/>
                <a:cs typeface="Segoe UI Semibold" panose="020B0502040204020203" pitchFamily="34" charset="0"/>
              </a:defRPr>
            </a:lvl1pPr>
          </a:lstStyle>
          <a:p>
            <a:pPr lvl="0"/>
            <a:endParaRPr lang="en-US"/>
          </a:p>
        </p:txBody>
      </p:sp>
    </p:spTree>
    <p:extLst>
      <p:ext uri="{BB962C8B-B14F-4D97-AF65-F5344CB8AC3E}">
        <p14:creationId xmlns:p14="http://schemas.microsoft.com/office/powerpoint/2010/main" val="30065050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2_Stats - 4 stat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813099B2-2129-039A-2767-165420C12524}"/>
              </a:ext>
            </a:extLst>
          </p:cNvPr>
          <p:cNvSpPr>
            <a:spLocks noGrp="1"/>
          </p:cNvSpPr>
          <p:nvPr>
            <p:ph type="body" sz="quarter" idx="14" hasCustomPrompt="1"/>
          </p:nvPr>
        </p:nvSpPr>
        <p:spPr>
          <a:xfrm>
            <a:off x="993681" y="2293816"/>
            <a:ext cx="3502562" cy="2154436"/>
          </a:xfrm>
          <a:noFill/>
        </p:spPr>
        <p:txBody>
          <a:bodyPr wrap="none" lIns="0" tIns="0" rIns="0" bIns="0">
            <a:spAutoFit/>
          </a:bodyPr>
          <a:lstStyle>
            <a:lvl1pPr marL="0" indent="0">
              <a:spcBef>
                <a:spcPts val="0"/>
              </a:spcBef>
              <a:buNone/>
              <a:defRPr sz="13998"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25%</a:t>
            </a:r>
          </a:p>
        </p:txBody>
      </p:sp>
      <p:sp>
        <p:nvSpPr>
          <p:cNvPr id="4" name="Text Placeholder 3">
            <a:extLst>
              <a:ext uri="{FF2B5EF4-FFF2-40B4-BE49-F238E27FC236}">
                <a16:creationId xmlns:a16="http://schemas.microsoft.com/office/drawing/2014/main" id="{AB0ED395-3598-DBA8-1B82-A33D6388C6E4}"/>
              </a:ext>
            </a:extLst>
          </p:cNvPr>
          <p:cNvSpPr>
            <a:spLocks noGrp="1"/>
          </p:cNvSpPr>
          <p:nvPr>
            <p:ph type="body" sz="quarter" idx="15"/>
          </p:nvPr>
        </p:nvSpPr>
        <p:spPr>
          <a:xfrm>
            <a:off x="4828503" y="3213557"/>
            <a:ext cx="6632575" cy="430887"/>
          </a:xfrm>
        </p:spPr>
        <p:txBody>
          <a:bodyPr anchor="ctr"/>
          <a:lstStyle>
            <a:lvl1pPr>
              <a:defRPr kumimoji="0" lang="en-US" sz="2800" b="0" i="0" u="none" strike="noStrike" kern="1200" cap="none" spc="-50" normalizeH="0" baseline="0" dirty="0" smtClean="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pPr lvl="0"/>
            <a:r>
              <a:rPr lang="en-US"/>
              <a:t>Click to edit Master text styles</a:t>
            </a:r>
          </a:p>
        </p:txBody>
      </p:sp>
      <p:sp>
        <p:nvSpPr>
          <p:cNvPr id="3" name="Text Placeholder 4">
            <a:extLst>
              <a:ext uri="{FF2B5EF4-FFF2-40B4-BE49-F238E27FC236}">
                <a16:creationId xmlns:a16="http://schemas.microsoft.com/office/drawing/2014/main" id="{C8B2DAB2-E406-C226-C7A1-F55EFB60C685}"/>
              </a:ext>
            </a:extLst>
          </p:cNvPr>
          <p:cNvSpPr>
            <a:spLocks noGrp="1"/>
          </p:cNvSpPr>
          <p:nvPr>
            <p:ph type="body" sz="quarter" idx="13" hasCustomPrompt="1"/>
          </p:nvPr>
        </p:nvSpPr>
        <p:spPr>
          <a:xfrm>
            <a:off x="584200" y="6138442"/>
            <a:ext cx="9144000" cy="169277"/>
          </a:xfrm>
          <a:noFill/>
        </p:spPr>
        <p:txBody>
          <a:bodyPr wrap="square" lIns="0" tIns="0" rIns="0" bIns="0">
            <a:spAutoFit/>
          </a:bodyPr>
          <a:lstStyle>
            <a:lvl1pPr marL="0" indent="0">
              <a:spcBef>
                <a:spcPts val="0"/>
              </a:spcBef>
              <a:buNone/>
              <a:defRPr sz="1100" spc="0" baseline="0">
                <a:solidFill>
                  <a:schemeClr val="tx1"/>
                </a:solidFill>
                <a:latin typeface="+mn-lt"/>
                <a:cs typeface="Segoe UI" panose="020B0502040204020203" pitchFamily="34" charset="0"/>
              </a:defRPr>
            </a:lvl1pPr>
          </a:lstStyle>
          <a:p>
            <a:pPr lvl="0"/>
            <a:r>
              <a:rPr lang="en-US"/>
              <a:t>Source:  Footnote</a:t>
            </a:r>
          </a:p>
        </p:txBody>
      </p:sp>
    </p:spTree>
    <p:extLst>
      <p:ext uri="{BB962C8B-B14F-4D97-AF65-F5344CB8AC3E}">
        <p14:creationId xmlns:p14="http://schemas.microsoft.com/office/powerpoint/2010/main" val="3772896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userDrawn="1">
  <p:cSld name="1_Stats - 4 stats">
    <p:spTree>
      <p:nvGrpSpPr>
        <p:cNvPr id="1" name=""/>
        <p:cNvGrpSpPr/>
        <p:nvPr/>
      </p:nvGrpSpPr>
      <p:grpSpPr>
        <a:xfrm>
          <a:off x="0" y="0"/>
          <a:ext cx="0" cy="0"/>
          <a:chOff x="0" y="0"/>
          <a:chExt cx="0" cy="0"/>
        </a:xfrm>
      </p:grpSpPr>
      <p:sp>
        <p:nvSpPr>
          <p:cNvPr id="9" name="Title 1"/>
          <p:cNvSpPr>
            <a:spLocks noGrp="1"/>
          </p:cNvSpPr>
          <p:nvPr userDrawn="1">
            <p:ph type="title" hasCustomPrompt="1"/>
          </p:nvPr>
        </p:nvSpPr>
        <p:spPr>
          <a:xfrm>
            <a:off x="584200" y="2340434"/>
            <a:ext cx="5644590" cy="2031325"/>
          </a:xfrm>
          <a:noFill/>
        </p:spPr>
        <p:txBody>
          <a:bodyPr vert="horz" wrap="square" lIns="0" tIns="0" rIns="0" bIns="0" rtlCol="0" anchor="ctr" anchorCtr="0">
            <a:spAutoFit/>
          </a:bodyPr>
          <a:lstStyle>
            <a:lvl1pPr algn="l">
              <a:defRPr lang="en-US" sz="4400" dirty="0">
                <a:solidFill>
                  <a:schemeClr val="tx1"/>
                </a:solidFill>
                <a:latin typeface="Segoe UI Semibold" panose="020B0702040204020203" pitchFamily="34" charset="0"/>
                <a:cs typeface="Segoe UI Semibold" panose="020B0702040204020203" pitchFamily="34" charset="0"/>
              </a:defRPr>
            </a:lvl1pPr>
          </a:lstStyle>
          <a:p>
            <a:pPr lvl="0"/>
            <a:r>
              <a:rPr lang="en-US"/>
              <a:t>Insert subheading</a:t>
            </a:r>
            <a:br>
              <a:rPr lang="en-US"/>
            </a:br>
            <a:r>
              <a:rPr lang="en-US"/>
              <a:t>related to these</a:t>
            </a:r>
            <a:br>
              <a:rPr lang="en-US"/>
            </a:br>
            <a:r>
              <a:rPr lang="en-US"/>
              <a:t>four stats</a:t>
            </a:r>
          </a:p>
        </p:txBody>
      </p:sp>
      <p:sp>
        <p:nvSpPr>
          <p:cNvPr id="21" name="Number 1">
            <a:extLst>
              <a:ext uri="{FF2B5EF4-FFF2-40B4-BE49-F238E27FC236}">
                <a16:creationId xmlns:a16="http://schemas.microsoft.com/office/drawing/2014/main" id="{813099B2-2129-039A-2767-165420C12524}"/>
              </a:ext>
            </a:extLst>
          </p:cNvPr>
          <p:cNvSpPr>
            <a:spLocks noGrp="1"/>
          </p:cNvSpPr>
          <p:nvPr>
            <p:ph type="body" sz="quarter" idx="14" hasCustomPrompt="1"/>
          </p:nvPr>
        </p:nvSpPr>
        <p:spPr>
          <a:xfrm>
            <a:off x="6408264" y="1660630"/>
            <a:ext cx="1986441" cy="1107996"/>
          </a:xfrm>
          <a:noFill/>
        </p:spPr>
        <p:txBody>
          <a:bodyPr wrap="square" lIns="0" tIns="0" rIns="0" bIns="0">
            <a:spAutoFit/>
          </a:bodyPr>
          <a:lstStyle>
            <a:lvl1pPr marL="0" indent="0">
              <a:spcBef>
                <a:spcPts val="0"/>
              </a:spcBef>
              <a:buNone/>
              <a:defRPr sz="7198"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25%</a:t>
            </a:r>
          </a:p>
        </p:txBody>
      </p:sp>
      <p:sp>
        <p:nvSpPr>
          <p:cNvPr id="5" name="Text Placeholder 1"/>
          <p:cNvSpPr>
            <a:spLocks noGrp="1"/>
          </p:cNvSpPr>
          <p:nvPr>
            <p:ph type="body" sz="quarter" idx="12" hasCustomPrompt="1"/>
          </p:nvPr>
        </p:nvSpPr>
        <p:spPr>
          <a:xfrm>
            <a:off x="6408263" y="2757464"/>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6" name="Number 2">
            <a:extLst>
              <a:ext uri="{FF2B5EF4-FFF2-40B4-BE49-F238E27FC236}">
                <a16:creationId xmlns:a16="http://schemas.microsoft.com/office/drawing/2014/main" id="{EFF06BA3-3BAA-1074-85B9-B606438A8F9E}"/>
              </a:ext>
            </a:extLst>
          </p:cNvPr>
          <p:cNvSpPr>
            <a:spLocks noGrp="1"/>
          </p:cNvSpPr>
          <p:nvPr>
            <p:ph type="body" sz="quarter" idx="16" hasCustomPrompt="1"/>
          </p:nvPr>
        </p:nvSpPr>
        <p:spPr>
          <a:xfrm>
            <a:off x="9148844" y="1660630"/>
            <a:ext cx="1986441" cy="1107996"/>
          </a:xfrm>
          <a:noFill/>
        </p:spPr>
        <p:txBody>
          <a:bodyPr wrap="square" lIns="0" tIns="0" rIns="0" bIns="0">
            <a:spAutoFit/>
          </a:bodyPr>
          <a:lstStyle>
            <a:lvl1pPr marL="0" indent="0">
              <a:spcBef>
                <a:spcPts val="0"/>
              </a:spcBef>
              <a:buNone/>
              <a:defRPr sz="7198"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62%</a:t>
            </a:r>
          </a:p>
        </p:txBody>
      </p:sp>
      <p:sp>
        <p:nvSpPr>
          <p:cNvPr id="25" name="Text Placeholder 2">
            <a:extLst>
              <a:ext uri="{FF2B5EF4-FFF2-40B4-BE49-F238E27FC236}">
                <a16:creationId xmlns:a16="http://schemas.microsoft.com/office/drawing/2014/main" id="{409B7551-B84E-357E-0A6D-3D01BC60F254}"/>
              </a:ext>
            </a:extLst>
          </p:cNvPr>
          <p:cNvSpPr>
            <a:spLocks noGrp="1"/>
          </p:cNvSpPr>
          <p:nvPr>
            <p:ph type="body" sz="quarter" idx="15" hasCustomPrompt="1"/>
          </p:nvPr>
        </p:nvSpPr>
        <p:spPr>
          <a:xfrm>
            <a:off x="9148843" y="2757464"/>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8" name="Number 3">
            <a:extLst>
              <a:ext uri="{FF2B5EF4-FFF2-40B4-BE49-F238E27FC236}">
                <a16:creationId xmlns:a16="http://schemas.microsoft.com/office/drawing/2014/main" id="{583FBD10-C4E7-6215-D18A-853EF9F8360A}"/>
              </a:ext>
            </a:extLst>
          </p:cNvPr>
          <p:cNvSpPr>
            <a:spLocks noGrp="1"/>
          </p:cNvSpPr>
          <p:nvPr>
            <p:ph type="body" sz="quarter" idx="18" hasCustomPrompt="1"/>
          </p:nvPr>
        </p:nvSpPr>
        <p:spPr>
          <a:xfrm>
            <a:off x="6408264" y="3799017"/>
            <a:ext cx="1986441" cy="1107996"/>
          </a:xfrm>
          <a:noFill/>
        </p:spPr>
        <p:txBody>
          <a:bodyPr wrap="square" lIns="0" tIns="0" rIns="0" bIns="0">
            <a:spAutoFit/>
          </a:bodyPr>
          <a:lstStyle>
            <a:lvl1pPr marL="0" indent="0">
              <a:spcBef>
                <a:spcPts val="0"/>
              </a:spcBef>
              <a:buNone/>
              <a:defRPr sz="7198"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98%</a:t>
            </a:r>
          </a:p>
        </p:txBody>
      </p:sp>
      <p:sp>
        <p:nvSpPr>
          <p:cNvPr id="27" name="Text Placeholder 3">
            <a:extLst>
              <a:ext uri="{FF2B5EF4-FFF2-40B4-BE49-F238E27FC236}">
                <a16:creationId xmlns:a16="http://schemas.microsoft.com/office/drawing/2014/main" id="{DAF3389C-C772-F76C-525F-79C9628C93DA}"/>
              </a:ext>
            </a:extLst>
          </p:cNvPr>
          <p:cNvSpPr>
            <a:spLocks noGrp="1"/>
          </p:cNvSpPr>
          <p:nvPr>
            <p:ph type="body" sz="quarter" idx="17" hasCustomPrompt="1"/>
          </p:nvPr>
        </p:nvSpPr>
        <p:spPr>
          <a:xfrm>
            <a:off x="6408263" y="4895850"/>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0" name="Number 4">
            <a:extLst>
              <a:ext uri="{FF2B5EF4-FFF2-40B4-BE49-F238E27FC236}">
                <a16:creationId xmlns:a16="http://schemas.microsoft.com/office/drawing/2014/main" id="{659B3A17-0571-55CB-4C15-3E3B6424B5FC}"/>
              </a:ext>
            </a:extLst>
          </p:cNvPr>
          <p:cNvSpPr>
            <a:spLocks noGrp="1"/>
          </p:cNvSpPr>
          <p:nvPr>
            <p:ph type="body" sz="quarter" idx="20" hasCustomPrompt="1"/>
          </p:nvPr>
        </p:nvSpPr>
        <p:spPr>
          <a:xfrm>
            <a:off x="9148844" y="3799017"/>
            <a:ext cx="1986441" cy="1107996"/>
          </a:xfrm>
          <a:noFill/>
        </p:spPr>
        <p:txBody>
          <a:bodyPr wrap="square" lIns="0" tIns="0" rIns="0" bIns="0">
            <a:spAutoFit/>
          </a:bodyPr>
          <a:lstStyle>
            <a:lvl1pPr marL="0" indent="0">
              <a:spcBef>
                <a:spcPts val="0"/>
              </a:spcBef>
              <a:buNone/>
              <a:defRPr sz="7198"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35%</a:t>
            </a:r>
          </a:p>
        </p:txBody>
      </p:sp>
      <p:sp>
        <p:nvSpPr>
          <p:cNvPr id="29" name="Text Placeholder 4">
            <a:extLst>
              <a:ext uri="{FF2B5EF4-FFF2-40B4-BE49-F238E27FC236}">
                <a16:creationId xmlns:a16="http://schemas.microsoft.com/office/drawing/2014/main" id="{66F2B96E-2D44-A7BB-8BF0-282A68FE1CC9}"/>
              </a:ext>
            </a:extLst>
          </p:cNvPr>
          <p:cNvSpPr>
            <a:spLocks noGrp="1"/>
          </p:cNvSpPr>
          <p:nvPr>
            <p:ph type="body" sz="quarter" idx="19" hasCustomPrompt="1"/>
          </p:nvPr>
        </p:nvSpPr>
        <p:spPr>
          <a:xfrm>
            <a:off x="9148843" y="4895850"/>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 name="source">
            <a:extLst>
              <a:ext uri="{FF2B5EF4-FFF2-40B4-BE49-F238E27FC236}">
                <a16:creationId xmlns:a16="http://schemas.microsoft.com/office/drawing/2014/main" id="{C8B2DAB2-E406-C226-C7A1-F55EFB60C685}"/>
              </a:ext>
            </a:extLst>
          </p:cNvPr>
          <p:cNvSpPr>
            <a:spLocks noGrp="1"/>
          </p:cNvSpPr>
          <p:nvPr>
            <p:ph type="body" sz="quarter" idx="13" hasCustomPrompt="1"/>
          </p:nvPr>
        </p:nvSpPr>
        <p:spPr>
          <a:xfrm>
            <a:off x="584200" y="6138442"/>
            <a:ext cx="9144000" cy="169277"/>
          </a:xfrm>
          <a:noFill/>
        </p:spPr>
        <p:txBody>
          <a:bodyPr wrap="square" lIns="0" tIns="0" rIns="0" bIns="0">
            <a:spAutoFit/>
          </a:bodyPr>
          <a:lstStyle>
            <a:lvl1pPr marL="0" indent="0">
              <a:spcBef>
                <a:spcPts val="0"/>
              </a:spcBef>
              <a:buNone/>
              <a:defRPr sz="1100" spc="0" baseline="0">
                <a:solidFill>
                  <a:schemeClr val="tx1"/>
                </a:solidFill>
                <a:latin typeface="+mn-lt"/>
                <a:cs typeface="Segoe UI" panose="020B0502040204020203" pitchFamily="34" charset="0"/>
              </a:defRPr>
            </a:lvl1pPr>
          </a:lstStyle>
          <a:p>
            <a:pPr lvl="0"/>
            <a:r>
              <a:rPr lang="en-US"/>
              <a:t>Source:  Footnote</a:t>
            </a:r>
          </a:p>
        </p:txBody>
      </p:sp>
    </p:spTree>
    <p:extLst>
      <p:ext uri="{BB962C8B-B14F-4D97-AF65-F5344CB8AC3E}">
        <p14:creationId xmlns:p14="http://schemas.microsoft.com/office/powerpoint/2010/main" val="620318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1_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9"/>
            <a:ext cx="11018838" cy="2400950"/>
          </a:xfrm>
        </p:spPr>
        <p:txBody>
          <a:bodyPr>
            <a:spAutoFit/>
          </a:bodyPr>
          <a:lstStyle>
            <a:lvl1pPr>
              <a:defRPr sz="36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180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2" y="6269039"/>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223229996"/>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38" name="Picture 37">
            <a:extLst>
              <a:ext uri="{FF2B5EF4-FFF2-40B4-BE49-F238E27FC236}">
                <a16:creationId xmlns:a16="http://schemas.microsoft.com/office/drawing/2014/main" id="{0DF85D34-3657-0AC7-566B-40ED30237089}"/>
              </a:ext>
            </a:extLst>
          </p:cNvPr>
          <p:cNvPicPr>
            <a:picLocks noChangeAspect="1"/>
          </p:cNvPicPr>
          <p:nvPr userDrawn="1"/>
        </p:nvPicPr>
        <p:blipFill>
          <a:blip r:embed="rId2"/>
          <a:srcRect/>
          <a:stretch/>
        </p:blipFill>
        <p:spPr>
          <a:xfrm>
            <a:off x="1" y="1"/>
            <a:ext cx="12191998" cy="6857999"/>
          </a:xfrm>
          <a:prstGeom prst="rect">
            <a:avLst/>
          </a:prstGeom>
        </p:spPr>
      </p:pic>
      <p:pic>
        <p:nvPicPr>
          <p:cNvPr id="21" name="MS logo white - EMF" descr="Microsoft logo white text version">
            <a:extLst>
              <a:ext uri="{FF2B5EF4-FFF2-40B4-BE49-F238E27FC236}">
                <a16:creationId xmlns:a16="http://schemas.microsoft.com/office/drawing/2014/main" id="{D8020306-3F04-2E10-3B38-56D82E12BA5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white">
          <a:xfrm>
            <a:off x="584201" y="585789"/>
            <a:ext cx="1366245" cy="292608"/>
          </a:xfrm>
          <a:prstGeom prst="rect">
            <a:avLst/>
          </a:prstGeom>
        </p:spPr>
      </p:pic>
      <p:grpSp>
        <p:nvGrpSpPr>
          <p:cNvPr id="22" name="Group 21">
            <a:extLst>
              <a:ext uri="{FF2B5EF4-FFF2-40B4-BE49-F238E27FC236}">
                <a16:creationId xmlns:a16="http://schemas.microsoft.com/office/drawing/2014/main" id="{978F5790-1680-4D53-DE71-1AF149D2385C}"/>
              </a:ext>
            </a:extLst>
          </p:cNvPr>
          <p:cNvGrpSpPr/>
          <p:nvPr userDrawn="1"/>
        </p:nvGrpSpPr>
        <p:grpSpPr bwMode="white">
          <a:xfrm>
            <a:off x="580572" y="2702874"/>
            <a:ext cx="3265035" cy="1452255"/>
            <a:chOff x="747712" y="1907208"/>
            <a:chExt cx="7227855" cy="3214877"/>
          </a:xfrm>
          <a:gradFill flip="none" rotWithShape="1">
            <a:gsLst>
              <a:gs pos="0">
                <a:srgbClr val="D4EC8E"/>
              </a:gs>
              <a:gs pos="34000">
                <a:srgbClr val="D7E78E"/>
              </a:gs>
              <a:gs pos="69000">
                <a:srgbClr val="FFA48B"/>
              </a:gs>
            </a:gsLst>
            <a:lin ang="2700000" scaled="1"/>
            <a:tileRect/>
          </a:gradFill>
        </p:grpSpPr>
        <p:sp>
          <p:nvSpPr>
            <p:cNvPr id="23" name="Freeform: Shape 22">
              <a:extLst>
                <a:ext uri="{FF2B5EF4-FFF2-40B4-BE49-F238E27FC236}">
                  <a16:creationId xmlns:a16="http://schemas.microsoft.com/office/drawing/2014/main" id="{0BA94CBD-413D-BA88-6C11-4E35B1A638EF}"/>
                </a:ext>
              </a:extLst>
            </p:cNvPr>
            <p:cNvSpPr/>
            <p:nvPr/>
          </p:nvSpPr>
          <p:spPr bwMode="white">
            <a:xfrm>
              <a:off x="747712" y="2000648"/>
              <a:ext cx="1371028" cy="1276731"/>
            </a:xfrm>
            <a:custGeom>
              <a:avLst/>
              <a:gdLst>
                <a:gd name="connsiteX0" fmla="*/ 1371029 w 1371028"/>
                <a:gd name="connsiteY0" fmla="*/ 1276731 h 1276731"/>
                <a:gd name="connsiteX1" fmla="*/ 1160907 w 1371028"/>
                <a:gd name="connsiteY1" fmla="*/ 1276731 h 1276731"/>
                <a:gd name="connsiteX2" fmla="*/ 1160907 w 1371028"/>
                <a:gd name="connsiteY2" fmla="*/ 450533 h 1276731"/>
                <a:gd name="connsiteX3" fmla="*/ 1173385 w 1371028"/>
                <a:gd name="connsiteY3" fmla="*/ 202121 h 1276731"/>
                <a:gd name="connsiteX4" fmla="*/ 1169861 w 1371028"/>
                <a:gd name="connsiteY4" fmla="*/ 202121 h 1276731"/>
                <a:gd name="connsiteX5" fmla="*/ 1135094 w 1371028"/>
                <a:gd name="connsiteY5" fmla="*/ 322326 h 1276731"/>
                <a:gd name="connsiteX6" fmla="*/ 754094 w 1371028"/>
                <a:gd name="connsiteY6" fmla="*/ 1276731 h 1276731"/>
                <a:gd name="connsiteX7" fmla="*/ 608076 w 1371028"/>
                <a:gd name="connsiteY7" fmla="*/ 1276731 h 1276731"/>
                <a:gd name="connsiteX8" fmla="*/ 226124 w 1371028"/>
                <a:gd name="connsiteY8" fmla="*/ 329470 h 1276731"/>
                <a:gd name="connsiteX9" fmla="*/ 192310 w 1371028"/>
                <a:gd name="connsiteY9" fmla="*/ 202121 h 1276731"/>
                <a:gd name="connsiteX10" fmla="*/ 188786 w 1371028"/>
                <a:gd name="connsiteY10" fmla="*/ 202121 h 1276731"/>
                <a:gd name="connsiteX11" fmla="*/ 195929 w 1371028"/>
                <a:gd name="connsiteY11" fmla="*/ 452247 h 1276731"/>
                <a:gd name="connsiteX12" fmla="*/ 195929 w 1371028"/>
                <a:gd name="connsiteY12" fmla="*/ 1276636 h 1276731"/>
                <a:gd name="connsiteX13" fmla="*/ 0 w 1371028"/>
                <a:gd name="connsiteY13" fmla="*/ 1276636 h 1276731"/>
                <a:gd name="connsiteX14" fmla="*/ 0 w 1371028"/>
                <a:gd name="connsiteY14" fmla="*/ 0 h 1276731"/>
                <a:gd name="connsiteX15" fmla="*/ 298228 w 1371028"/>
                <a:gd name="connsiteY15" fmla="*/ 0 h 1276731"/>
                <a:gd name="connsiteX16" fmla="*/ 633889 w 1371028"/>
                <a:gd name="connsiteY16" fmla="*/ 850202 h 1276731"/>
                <a:gd name="connsiteX17" fmla="*/ 683705 w 1371028"/>
                <a:gd name="connsiteY17" fmla="*/ 996220 h 1276731"/>
                <a:gd name="connsiteX18" fmla="*/ 688181 w 1371028"/>
                <a:gd name="connsiteY18" fmla="*/ 996220 h 1276731"/>
                <a:gd name="connsiteX19" fmla="*/ 741617 w 1371028"/>
                <a:gd name="connsiteY19" fmla="*/ 846677 h 1276731"/>
                <a:gd name="connsiteX20" fmla="*/ 1083469 w 1371028"/>
                <a:gd name="connsiteY20" fmla="*/ 0 h 1276731"/>
                <a:gd name="connsiteX21" fmla="*/ 1371029 w 1371028"/>
                <a:gd name="connsiteY21" fmla="*/ 0 h 1276731"/>
                <a:gd name="connsiteX22" fmla="*/ 1371029 w 1371028"/>
                <a:gd name="connsiteY22" fmla="*/ 1276636 h 1276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71028" h="1276731">
                  <a:moveTo>
                    <a:pt x="1371029" y="1276731"/>
                  </a:moveTo>
                  <a:lnTo>
                    <a:pt x="1160907" y="1276731"/>
                  </a:lnTo>
                  <a:lnTo>
                    <a:pt x="1160907" y="450533"/>
                  </a:lnTo>
                  <a:cubicBezTo>
                    <a:pt x="1160907" y="382905"/>
                    <a:pt x="1165098" y="300038"/>
                    <a:pt x="1173385" y="202121"/>
                  </a:cubicBezTo>
                  <a:lnTo>
                    <a:pt x="1169861" y="202121"/>
                  </a:lnTo>
                  <a:cubicBezTo>
                    <a:pt x="1156811" y="257937"/>
                    <a:pt x="1145191" y="297942"/>
                    <a:pt x="1135094" y="322326"/>
                  </a:cubicBezTo>
                  <a:lnTo>
                    <a:pt x="754094" y="1276731"/>
                  </a:lnTo>
                  <a:lnTo>
                    <a:pt x="608076" y="1276731"/>
                  </a:lnTo>
                  <a:lnTo>
                    <a:pt x="226124" y="329470"/>
                  </a:lnTo>
                  <a:cubicBezTo>
                    <a:pt x="215456" y="301562"/>
                    <a:pt x="204121" y="259175"/>
                    <a:pt x="192310" y="202121"/>
                  </a:cubicBezTo>
                  <a:lnTo>
                    <a:pt x="188786" y="202121"/>
                  </a:lnTo>
                  <a:cubicBezTo>
                    <a:pt x="193548" y="253174"/>
                    <a:pt x="195929" y="336518"/>
                    <a:pt x="195929" y="452247"/>
                  </a:cubicBezTo>
                  <a:lnTo>
                    <a:pt x="195929" y="1276636"/>
                  </a:lnTo>
                  <a:lnTo>
                    <a:pt x="0" y="1276636"/>
                  </a:lnTo>
                  <a:lnTo>
                    <a:pt x="0" y="0"/>
                  </a:lnTo>
                  <a:lnTo>
                    <a:pt x="298228" y="0"/>
                  </a:lnTo>
                  <a:lnTo>
                    <a:pt x="633889" y="850202"/>
                  </a:lnTo>
                  <a:cubicBezTo>
                    <a:pt x="659416" y="915543"/>
                    <a:pt x="675989" y="964121"/>
                    <a:pt x="683705" y="996220"/>
                  </a:cubicBezTo>
                  <a:lnTo>
                    <a:pt x="688181" y="996220"/>
                  </a:lnTo>
                  <a:cubicBezTo>
                    <a:pt x="710089" y="929164"/>
                    <a:pt x="727901" y="879253"/>
                    <a:pt x="741617" y="846677"/>
                  </a:cubicBezTo>
                  <a:lnTo>
                    <a:pt x="1083469" y="0"/>
                  </a:lnTo>
                  <a:lnTo>
                    <a:pt x="1371029" y="0"/>
                  </a:lnTo>
                  <a:lnTo>
                    <a:pt x="1371029" y="1276636"/>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4" name="Freeform: Shape 23">
              <a:extLst>
                <a:ext uri="{FF2B5EF4-FFF2-40B4-BE49-F238E27FC236}">
                  <a16:creationId xmlns:a16="http://schemas.microsoft.com/office/drawing/2014/main" id="{11B0C5AE-D2E3-4968-6E52-50945EE5BDCB}"/>
                </a:ext>
              </a:extLst>
            </p:cNvPr>
            <p:cNvSpPr/>
            <p:nvPr/>
          </p:nvSpPr>
          <p:spPr bwMode="white">
            <a:xfrm>
              <a:off x="2300001" y="1939211"/>
              <a:ext cx="248412" cy="1338167"/>
            </a:xfrm>
            <a:custGeom>
              <a:avLst/>
              <a:gdLst>
                <a:gd name="connsiteX0" fmla="*/ 122872 w 248412"/>
                <a:gd name="connsiteY0" fmla="*/ 235077 h 1338167"/>
                <a:gd name="connsiteX1" fmla="*/ 36100 w 248412"/>
                <a:gd name="connsiteY1" fmla="*/ 202121 h 1338167"/>
                <a:gd name="connsiteX2" fmla="*/ 0 w 248412"/>
                <a:gd name="connsiteY2" fmla="*/ 118396 h 1338167"/>
                <a:gd name="connsiteX3" fmla="*/ 36100 w 248412"/>
                <a:gd name="connsiteY3" fmla="*/ 33814 h 1338167"/>
                <a:gd name="connsiteX4" fmla="*/ 122872 w 248412"/>
                <a:gd name="connsiteY4" fmla="*/ 0 h 1338167"/>
                <a:gd name="connsiteX5" fmla="*/ 211931 w 248412"/>
                <a:gd name="connsiteY5" fmla="*/ 33814 h 1338167"/>
                <a:gd name="connsiteX6" fmla="*/ 248412 w 248412"/>
                <a:gd name="connsiteY6" fmla="*/ 118396 h 1338167"/>
                <a:gd name="connsiteX7" fmla="*/ 211931 w 248412"/>
                <a:gd name="connsiteY7" fmla="*/ 200787 h 1338167"/>
                <a:gd name="connsiteX8" fmla="*/ 122872 w 248412"/>
                <a:gd name="connsiteY8" fmla="*/ 235077 h 1338167"/>
                <a:gd name="connsiteX9" fmla="*/ 225266 w 248412"/>
                <a:gd name="connsiteY9" fmla="*/ 1338167 h 1338167"/>
                <a:gd name="connsiteX10" fmla="*/ 18764 w 248412"/>
                <a:gd name="connsiteY10" fmla="*/ 1338167 h 1338167"/>
                <a:gd name="connsiteX11" fmla="*/ 18764 w 248412"/>
                <a:gd name="connsiteY11" fmla="*/ 426530 h 1338167"/>
                <a:gd name="connsiteX12" fmla="*/ 225266 w 248412"/>
                <a:gd name="connsiteY12" fmla="*/ 426530 h 1338167"/>
                <a:gd name="connsiteX13" fmla="*/ 225266 w 248412"/>
                <a:gd name="connsiteY13" fmla="*/ 1338167 h 13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8412" h="1338167">
                  <a:moveTo>
                    <a:pt x="122872" y="235077"/>
                  </a:moveTo>
                  <a:cubicBezTo>
                    <a:pt x="89059" y="235077"/>
                    <a:pt x="60103" y="224123"/>
                    <a:pt x="36100" y="202121"/>
                  </a:cubicBezTo>
                  <a:cubicBezTo>
                    <a:pt x="12097" y="180213"/>
                    <a:pt x="0" y="152305"/>
                    <a:pt x="0" y="118396"/>
                  </a:cubicBezTo>
                  <a:cubicBezTo>
                    <a:pt x="0" y="84487"/>
                    <a:pt x="12001" y="56388"/>
                    <a:pt x="36100" y="33814"/>
                  </a:cubicBezTo>
                  <a:cubicBezTo>
                    <a:pt x="60103" y="11240"/>
                    <a:pt x="89059" y="0"/>
                    <a:pt x="122872" y="0"/>
                  </a:cubicBezTo>
                  <a:cubicBezTo>
                    <a:pt x="156686" y="0"/>
                    <a:pt x="187547" y="11240"/>
                    <a:pt x="211931" y="33814"/>
                  </a:cubicBezTo>
                  <a:cubicBezTo>
                    <a:pt x="236220" y="56388"/>
                    <a:pt x="248412" y="84582"/>
                    <a:pt x="248412" y="118396"/>
                  </a:cubicBezTo>
                  <a:cubicBezTo>
                    <a:pt x="248412" y="150400"/>
                    <a:pt x="236220" y="177927"/>
                    <a:pt x="211931" y="200787"/>
                  </a:cubicBezTo>
                  <a:cubicBezTo>
                    <a:pt x="187547" y="223647"/>
                    <a:pt x="157925" y="235077"/>
                    <a:pt x="122872" y="235077"/>
                  </a:cubicBezTo>
                  <a:close/>
                  <a:moveTo>
                    <a:pt x="225266" y="1338167"/>
                  </a:moveTo>
                  <a:lnTo>
                    <a:pt x="18764" y="1338167"/>
                  </a:lnTo>
                  <a:lnTo>
                    <a:pt x="18764" y="426530"/>
                  </a:lnTo>
                  <a:lnTo>
                    <a:pt x="225266" y="426530"/>
                  </a:lnTo>
                  <a:lnTo>
                    <a:pt x="225266" y="1338167"/>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5" name="Freeform: Shape 24">
              <a:extLst>
                <a:ext uri="{FF2B5EF4-FFF2-40B4-BE49-F238E27FC236}">
                  <a16:creationId xmlns:a16="http://schemas.microsoft.com/office/drawing/2014/main" id="{AC8F9B95-3783-5A61-96F1-A60710EFB19E}"/>
                </a:ext>
              </a:extLst>
            </p:cNvPr>
            <p:cNvSpPr/>
            <p:nvPr/>
          </p:nvSpPr>
          <p:spPr bwMode="white">
            <a:xfrm>
              <a:off x="2681572" y="2344310"/>
              <a:ext cx="712279" cy="954500"/>
            </a:xfrm>
            <a:custGeom>
              <a:avLst/>
              <a:gdLst>
                <a:gd name="connsiteX0" fmla="*/ 711327 w 712279"/>
                <a:gd name="connsiteY0" fmla="*/ 891254 h 954500"/>
                <a:gd name="connsiteX1" fmla="*/ 452247 w 712279"/>
                <a:gd name="connsiteY1" fmla="*/ 954500 h 954500"/>
                <a:gd name="connsiteX2" fmla="*/ 124587 w 712279"/>
                <a:gd name="connsiteY2" fmla="*/ 827627 h 954500"/>
                <a:gd name="connsiteX3" fmla="*/ 0 w 712279"/>
                <a:gd name="connsiteY3" fmla="*/ 498634 h 954500"/>
                <a:gd name="connsiteX4" fmla="*/ 134017 w 712279"/>
                <a:gd name="connsiteY4" fmla="*/ 136684 h 954500"/>
                <a:gd name="connsiteX5" fmla="*/ 492347 w 712279"/>
                <a:gd name="connsiteY5" fmla="*/ 0 h 954500"/>
                <a:gd name="connsiteX6" fmla="*/ 712280 w 712279"/>
                <a:gd name="connsiteY6" fmla="*/ 43625 h 954500"/>
                <a:gd name="connsiteX7" fmla="*/ 712280 w 712279"/>
                <a:gd name="connsiteY7" fmla="*/ 235934 h 954500"/>
                <a:gd name="connsiteX8" fmla="*/ 509302 w 712279"/>
                <a:gd name="connsiteY8" fmla="*/ 164687 h 954500"/>
                <a:gd name="connsiteX9" fmla="*/ 294704 w 712279"/>
                <a:gd name="connsiteY9" fmla="*/ 253270 h 954500"/>
                <a:gd name="connsiteX10" fmla="*/ 210979 w 712279"/>
                <a:gd name="connsiteY10" fmla="*/ 485204 h 954500"/>
                <a:gd name="connsiteX11" fmla="*/ 289750 w 712279"/>
                <a:gd name="connsiteY11" fmla="*/ 708660 h 954500"/>
                <a:gd name="connsiteX12" fmla="*/ 501205 w 712279"/>
                <a:gd name="connsiteY12" fmla="*/ 790575 h 954500"/>
                <a:gd name="connsiteX13" fmla="*/ 711327 w 712279"/>
                <a:gd name="connsiteY13" fmla="*/ 711327 h 954500"/>
                <a:gd name="connsiteX14" fmla="*/ 711327 w 712279"/>
                <a:gd name="connsiteY14" fmla="*/ 891159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12279" h="954500">
                  <a:moveTo>
                    <a:pt x="711327" y="891254"/>
                  </a:moveTo>
                  <a:cubicBezTo>
                    <a:pt x="638270" y="933355"/>
                    <a:pt x="551974" y="954500"/>
                    <a:pt x="452247" y="954500"/>
                  </a:cubicBezTo>
                  <a:cubicBezTo>
                    <a:pt x="316897" y="954500"/>
                    <a:pt x="207740" y="912209"/>
                    <a:pt x="124587" y="827627"/>
                  </a:cubicBezTo>
                  <a:cubicBezTo>
                    <a:pt x="41529" y="743045"/>
                    <a:pt x="0" y="633413"/>
                    <a:pt x="0" y="498634"/>
                  </a:cubicBezTo>
                  <a:cubicBezTo>
                    <a:pt x="0" y="348520"/>
                    <a:pt x="44672" y="227838"/>
                    <a:pt x="134017" y="136684"/>
                  </a:cubicBezTo>
                  <a:cubicBezTo>
                    <a:pt x="223361" y="45625"/>
                    <a:pt x="342805" y="0"/>
                    <a:pt x="492347" y="0"/>
                  </a:cubicBezTo>
                  <a:cubicBezTo>
                    <a:pt x="575405" y="0"/>
                    <a:pt x="648748" y="14573"/>
                    <a:pt x="712280" y="43625"/>
                  </a:cubicBezTo>
                  <a:lnTo>
                    <a:pt x="712280" y="235934"/>
                  </a:lnTo>
                  <a:cubicBezTo>
                    <a:pt x="648748" y="188500"/>
                    <a:pt x="581120" y="164687"/>
                    <a:pt x="509302" y="164687"/>
                  </a:cubicBezTo>
                  <a:cubicBezTo>
                    <a:pt x="422053" y="164687"/>
                    <a:pt x="350520" y="194215"/>
                    <a:pt x="294704" y="253270"/>
                  </a:cubicBezTo>
                  <a:cubicBezTo>
                    <a:pt x="238887" y="312325"/>
                    <a:pt x="210979" y="389668"/>
                    <a:pt x="210979" y="485204"/>
                  </a:cubicBezTo>
                  <a:cubicBezTo>
                    <a:pt x="210979" y="580739"/>
                    <a:pt x="237268" y="654082"/>
                    <a:pt x="289750" y="708660"/>
                  </a:cubicBezTo>
                  <a:cubicBezTo>
                    <a:pt x="342233" y="763238"/>
                    <a:pt x="412718" y="790575"/>
                    <a:pt x="501205" y="790575"/>
                  </a:cubicBezTo>
                  <a:cubicBezTo>
                    <a:pt x="575405" y="790575"/>
                    <a:pt x="645414" y="764191"/>
                    <a:pt x="711327" y="711327"/>
                  </a:cubicBezTo>
                  <a:lnTo>
                    <a:pt x="711327" y="891159"/>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6" name="Freeform: Shape 25">
              <a:extLst>
                <a:ext uri="{FF2B5EF4-FFF2-40B4-BE49-F238E27FC236}">
                  <a16:creationId xmlns:a16="http://schemas.microsoft.com/office/drawing/2014/main" id="{A9D6DBAB-B6F5-BDBF-0DA7-135780CED5BF}"/>
                </a:ext>
              </a:extLst>
            </p:cNvPr>
            <p:cNvSpPr/>
            <p:nvPr/>
          </p:nvSpPr>
          <p:spPr bwMode="white">
            <a:xfrm>
              <a:off x="3579494" y="2349739"/>
              <a:ext cx="528828" cy="927639"/>
            </a:xfrm>
            <a:custGeom>
              <a:avLst/>
              <a:gdLst>
                <a:gd name="connsiteX0" fmla="*/ 528828 w 528828"/>
                <a:gd name="connsiteY0" fmla="*/ 212693 h 927639"/>
                <a:gd name="connsiteX1" fmla="*/ 421100 w 528828"/>
                <a:gd name="connsiteY1" fmla="*/ 183356 h 927639"/>
                <a:gd name="connsiteX2" fmla="*/ 267938 w 528828"/>
                <a:gd name="connsiteY2" fmla="*/ 266129 h 927639"/>
                <a:gd name="connsiteX3" fmla="*/ 206502 w 528828"/>
                <a:gd name="connsiteY3" fmla="*/ 491395 h 927639"/>
                <a:gd name="connsiteX4" fmla="*/ 206502 w 528828"/>
                <a:gd name="connsiteY4" fmla="*/ 927640 h 927639"/>
                <a:gd name="connsiteX5" fmla="*/ 0 w 528828"/>
                <a:gd name="connsiteY5" fmla="*/ 927640 h 927639"/>
                <a:gd name="connsiteX6" fmla="*/ 0 w 528828"/>
                <a:gd name="connsiteY6" fmla="*/ 16002 h 927639"/>
                <a:gd name="connsiteX7" fmla="*/ 206502 w 528828"/>
                <a:gd name="connsiteY7" fmla="*/ 16002 h 927639"/>
                <a:gd name="connsiteX8" fmla="*/ 206502 w 528828"/>
                <a:gd name="connsiteY8" fmla="*/ 203835 h 927639"/>
                <a:gd name="connsiteX9" fmla="*/ 210026 w 528828"/>
                <a:gd name="connsiteY9" fmla="*/ 203835 h 927639"/>
                <a:gd name="connsiteX10" fmla="*/ 303086 w 528828"/>
                <a:gd name="connsiteY10" fmla="*/ 53816 h 927639"/>
                <a:gd name="connsiteX11" fmla="*/ 443294 w 528828"/>
                <a:gd name="connsiteY11" fmla="*/ 0 h 927639"/>
                <a:gd name="connsiteX12" fmla="*/ 528733 w 528828"/>
                <a:gd name="connsiteY12" fmla="*/ 16955 h 927639"/>
                <a:gd name="connsiteX13" fmla="*/ 528733 w 528828"/>
                <a:gd name="connsiteY13" fmla="*/ 212789 h 927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8828" h="927639">
                  <a:moveTo>
                    <a:pt x="528828" y="212693"/>
                  </a:moveTo>
                  <a:cubicBezTo>
                    <a:pt x="503873" y="193072"/>
                    <a:pt x="467963" y="183356"/>
                    <a:pt x="421100" y="183356"/>
                  </a:cubicBezTo>
                  <a:cubicBezTo>
                    <a:pt x="359950" y="183356"/>
                    <a:pt x="308896" y="210979"/>
                    <a:pt x="267938" y="266129"/>
                  </a:cubicBezTo>
                  <a:cubicBezTo>
                    <a:pt x="226981" y="321278"/>
                    <a:pt x="206502" y="396431"/>
                    <a:pt x="206502" y="491395"/>
                  </a:cubicBezTo>
                  <a:lnTo>
                    <a:pt x="206502" y="927640"/>
                  </a:lnTo>
                  <a:lnTo>
                    <a:pt x="0" y="927640"/>
                  </a:lnTo>
                  <a:lnTo>
                    <a:pt x="0" y="16002"/>
                  </a:lnTo>
                  <a:lnTo>
                    <a:pt x="206502" y="16002"/>
                  </a:lnTo>
                  <a:lnTo>
                    <a:pt x="206502" y="203835"/>
                  </a:lnTo>
                  <a:lnTo>
                    <a:pt x="210026" y="203835"/>
                  </a:lnTo>
                  <a:cubicBezTo>
                    <a:pt x="230219" y="139732"/>
                    <a:pt x="261176" y="89726"/>
                    <a:pt x="303086" y="53816"/>
                  </a:cubicBezTo>
                  <a:cubicBezTo>
                    <a:pt x="344900" y="17907"/>
                    <a:pt x="391668" y="0"/>
                    <a:pt x="443294" y="0"/>
                  </a:cubicBezTo>
                  <a:cubicBezTo>
                    <a:pt x="480727" y="0"/>
                    <a:pt x="509207" y="5620"/>
                    <a:pt x="528733" y="16955"/>
                  </a:cubicBezTo>
                  <a:lnTo>
                    <a:pt x="528733" y="212789"/>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7" name="Freeform: Shape 26">
              <a:extLst>
                <a:ext uri="{FF2B5EF4-FFF2-40B4-BE49-F238E27FC236}">
                  <a16:creationId xmlns:a16="http://schemas.microsoft.com/office/drawing/2014/main" id="{BA246B78-9929-146B-78A7-A5B509482D1B}"/>
                </a:ext>
              </a:extLst>
            </p:cNvPr>
            <p:cNvSpPr/>
            <p:nvPr/>
          </p:nvSpPr>
          <p:spPr bwMode="white">
            <a:xfrm>
              <a:off x="4144422" y="2344405"/>
              <a:ext cx="937450" cy="954500"/>
            </a:xfrm>
            <a:custGeom>
              <a:avLst/>
              <a:gdLst>
                <a:gd name="connsiteX0" fmla="*/ 463010 w 937450"/>
                <a:gd name="connsiteY0" fmla="*/ 954310 h 954500"/>
                <a:gd name="connsiteX1" fmla="*/ 126016 w 937450"/>
                <a:gd name="connsiteY1" fmla="*/ 826579 h 954500"/>
                <a:gd name="connsiteX2" fmla="*/ 0 w 937450"/>
                <a:gd name="connsiteY2" fmla="*/ 487871 h 954500"/>
                <a:gd name="connsiteX3" fmla="*/ 131350 w 937450"/>
                <a:gd name="connsiteY3" fmla="*/ 129064 h 954500"/>
                <a:gd name="connsiteX4" fmla="*/ 485204 w 937450"/>
                <a:gd name="connsiteY4" fmla="*/ 0 h 954500"/>
                <a:gd name="connsiteX5" fmla="*/ 818198 w 937450"/>
                <a:gd name="connsiteY5" fmla="*/ 125540 h 954500"/>
                <a:gd name="connsiteX6" fmla="*/ 937451 w 937450"/>
                <a:gd name="connsiteY6" fmla="*/ 473678 h 954500"/>
                <a:gd name="connsiteX7" fmla="*/ 808768 w 937450"/>
                <a:gd name="connsiteY7" fmla="*/ 823151 h 954500"/>
                <a:gd name="connsiteX8" fmla="*/ 462915 w 937450"/>
                <a:gd name="connsiteY8" fmla="*/ 954500 h 954500"/>
                <a:gd name="connsiteX9" fmla="*/ 472821 w 937450"/>
                <a:gd name="connsiteY9" fmla="*/ 164592 h 954500"/>
                <a:gd name="connsiteX10" fmla="*/ 281369 w 937450"/>
                <a:gd name="connsiteY10" fmla="*/ 249174 h 954500"/>
                <a:gd name="connsiteX11" fmla="*/ 211074 w 937450"/>
                <a:gd name="connsiteY11" fmla="*/ 482441 h 954500"/>
                <a:gd name="connsiteX12" fmla="*/ 282321 w 937450"/>
                <a:gd name="connsiteY12" fmla="*/ 708088 h 954500"/>
                <a:gd name="connsiteX13" fmla="*/ 472821 w 937450"/>
                <a:gd name="connsiteY13" fmla="*/ 790480 h 954500"/>
                <a:gd name="connsiteX14" fmla="*/ 660178 w 937450"/>
                <a:gd name="connsiteY14" fmla="*/ 709422 h 954500"/>
                <a:gd name="connsiteX15" fmla="*/ 725615 w 937450"/>
                <a:gd name="connsiteY15" fmla="*/ 478822 h 954500"/>
                <a:gd name="connsiteX16" fmla="*/ 660178 w 937450"/>
                <a:gd name="connsiteY16" fmla="*/ 246412 h 954500"/>
                <a:gd name="connsiteX17" fmla="*/ 472821 w 937450"/>
                <a:gd name="connsiteY17" fmla="*/ 164497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37450" h="954500">
                  <a:moveTo>
                    <a:pt x="463010" y="954310"/>
                  </a:moveTo>
                  <a:cubicBezTo>
                    <a:pt x="322326" y="954310"/>
                    <a:pt x="210026" y="911733"/>
                    <a:pt x="126016" y="826579"/>
                  </a:cubicBezTo>
                  <a:cubicBezTo>
                    <a:pt x="42005" y="741426"/>
                    <a:pt x="0" y="628459"/>
                    <a:pt x="0" y="487871"/>
                  </a:cubicBezTo>
                  <a:cubicBezTo>
                    <a:pt x="0" y="334709"/>
                    <a:pt x="43720" y="215170"/>
                    <a:pt x="131350" y="129064"/>
                  </a:cubicBezTo>
                  <a:cubicBezTo>
                    <a:pt x="218885" y="43053"/>
                    <a:pt x="336900" y="0"/>
                    <a:pt x="485204" y="0"/>
                  </a:cubicBezTo>
                  <a:cubicBezTo>
                    <a:pt x="633508" y="0"/>
                    <a:pt x="738664" y="41815"/>
                    <a:pt x="818198" y="125540"/>
                  </a:cubicBezTo>
                  <a:cubicBezTo>
                    <a:pt x="897731" y="209264"/>
                    <a:pt x="937451" y="325279"/>
                    <a:pt x="937451" y="473678"/>
                  </a:cubicBezTo>
                  <a:cubicBezTo>
                    <a:pt x="937451" y="622078"/>
                    <a:pt x="894588" y="735616"/>
                    <a:pt x="808768" y="823151"/>
                  </a:cubicBezTo>
                  <a:cubicBezTo>
                    <a:pt x="723043" y="910685"/>
                    <a:pt x="607695" y="954500"/>
                    <a:pt x="462915" y="954500"/>
                  </a:cubicBezTo>
                  <a:close/>
                  <a:moveTo>
                    <a:pt x="472821" y="164592"/>
                  </a:moveTo>
                  <a:cubicBezTo>
                    <a:pt x="392049" y="164592"/>
                    <a:pt x="328327" y="192786"/>
                    <a:pt x="281369" y="249174"/>
                  </a:cubicBezTo>
                  <a:cubicBezTo>
                    <a:pt x="234506" y="305562"/>
                    <a:pt x="211074" y="383286"/>
                    <a:pt x="211074" y="482441"/>
                  </a:cubicBezTo>
                  <a:cubicBezTo>
                    <a:pt x="211074" y="581597"/>
                    <a:pt x="234791" y="653225"/>
                    <a:pt x="282321" y="708088"/>
                  </a:cubicBezTo>
                  <a:cubicBezTo>
                    <a:pt x="329756" y="762953"/>
                    <a:pt x="393287" y="790480"/>
                    <a:pt x="472821" y="790480"/>
                  </a:cubicBezTo>
                  <a:cubicBezTo>
                    <a:pt x="552355" y="790480"/>
                    <a:pt x="616553" y="763524"/>
                    <a:pt x="660178" y="709422"/>
                  </a:cubicBezTo>
                  <a:cubicBezTo>
                    <a:pt x="703802" y="655415"/>
                    <a:pt x="725615" y="578549"/>
                    <a:pt x="725615" y="478822"/>
                  </a:cubicBezTo>
                  <a:cubicBezTo>
                    <a:pt x="725615" y="379095"/>
                    <a:pt x="703802" y="301085"/>
                    <a:pt x="660178" y="246412"/>
                  </a:cubicBezTo>
                  <a:cubicBezTo>
                    <a:pt x="616553" y="191834"/>
                    <a:pt x="554069" y="164497"/>
                    <a:pt x="472821" y="164497"/>
                  </a:cubicBez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8" name="Freeform: Shape 27">
              <a:extLst>
                <a:ext uri="{FF2B5EF4-FFF2-40B4-BE49-F238E27FC236}">
                  <a16:creationId xmlns:a16="http://schemas.microsoft.com/office/drawing/2014/main" id="{B165A848-4EE6-DE4A-D8CB-3EA312E4480C}"/>
                </a:ext>
              </a:extLst>
            </p:cNvPr>
            <p:cNvSpPr/>
            <p:nvPr/>
          </p:nvSpPr>
          <p:spPr bwMode="white">
            <a:xfrm>
              <a:off x="5180361" y="2344310"/>
              <a:ext cx="647319" cy="954309"/>
            </a:xfrm>
            <a:custGeom>
              <a:avLst/>
              <a:gdLst>
                <a:gd name="connsiteX0" fmla="*/ 0 w 647319"/>
                <a:gd name="connsiteY0" fmla="*/ 904589 h 954309"/>
                <a:gd name="connsiteX1" fmla="*/ 0 w 647319"/>
                <a:gd name="connsiteY1" fmla="*/ 713137 h 954309"/>
                <a:gd name="connsiteX2" fmla="*/ 255556 w 647319"/>
                <a:gd name="connsiteY2" fmla="*/ 801243 h 954309"/>
                <a:gd name="connsiteX3" fmla="*/ 442531 w 647319"/>
                <a:gd name="connsiteY3" fmla="*/ 690848 h 954309"/>
                <a:gd name="connsiteX4" fmla="*/ 426530 w 647319"/>
                <a:gd name="connsiteY4" fmla="*/ 637889 h 954309"/>
                <a:gd name="connsiteX5" fmla="*/ 383381 w 647319"/>
                <a:gd name="connsiteY5" fmla="*/ 599123 h 954309"/>
                <a:gd name="connsiteX6" fmla="*/ 319278 w 647319"/>
                <a:gd name="connsiteY6" fmla="*/ 568833 h 954309"/>
                <a:gd name="connsiteX7" fmla="*/ 236887 w 647319"/>
                <a:gd name="connsiteY7" fmla="*/ 538544 h 954309"/>
                <a:gd name="connsiteX8" fmla="*/ 135827 w 647319"/>
                <a:gd name="connsiteY8" fmla="*/ 491395 h 954309"/>
                <a:gd name="connsiteX9" fmla="*/ 61055 w 647319"/>
                <a:gd name="connsiteY9" fmla="*/ 434816 h 954309"/>
                <a:gd name="connsiteX10" fmla="*/ 16097 w 647319"/>
                <a:gd name="connsiteY10" fmla="*/ 363188 h 954309"/>
                <a:gd name="connsiteX11" fmla="*/ 953 w 647319"/>
                <a:gd name="connsiteY11" fmla="*/ 269748 h 954309"/>
                <a:gd name="connsiteX12" fmla="*/ 32099 w 647319"/>
                <a:gd name="connsiteY12" fmla="*/ 153543 h 954309"/>
                <a:gd name="connsiteX13" fmla="*/ 115824 w 647319"/>
                <a:gd name="connsiteY13" fmla="*/ 68961 h 954309"/>
                <a:gd name="connsiteX14" fmla="*/ 235077 w 647319"/>
                <a:gd name="connsiteY14" fmla="*/ 17335 h 954309"/>
                <a:gd name="connsiteX15" fmla="*/ 373094 w 647319"/>
                <a:gd name="connsiteY15" fmla="*/ 0 h 954309"/>
                <a:gd name="connsiteX16" fmla="*/ 599218 w 647319"/>
                <a:gd name="connsiteY16" fmla="*/ 38291 h 954309"/>
                <a:gd name="connsiteX17" fmla="*/ 599218 w 647319"/>
                <a:gd name="connsiteY17" fmla="*/ 218980 h 954309"/>
                <a:gd name="connsiteX18" fmla="*/ 378428 w 647319"/>
                <a:gd name="connsiteY18" fmla="*/ 153067 h 954309"/>
                <a:gd name="connsiteX19" fmla="*/ 307658 w 647319"/>
                <a:gd name="connsiteY19" fmla="*/ 161068 h 954309"/>
                <a:gd name="connsiteX20" fmla="*/ 253746 w 647319"/>
                <a:gd name="connsiteY20" fmla="*/ 183356 h 954309"/>
                <a:gd name="connsiteX21" fmla="*/ 218980 w 647319"/>
                <a:gd name="connsiteY21" fmla="*/ 217646 h 954309"/>
                <a:gd name="connsiteX22" fmla="*/ 206502 w 647319"/>
                <a:gd name="connsiteY22" fmla="*/ 261747 h 954309"/>
                <a:gd name="connsiteX23" fmla="*/ 218980 w 647319"/>
                <a:gd name="connsiteY23" fmla="*/ 311563 h 954309"/>
                <a:gd name="connsiteX24" fmla="*/ 255937 w 647319"/>
                <a:gd name="connsiteY24" fmla="*/ 347663 h 954309"/>
                <a:gd name="connsiteX25" fmla="*/ 314706 w 647319"/>
                <a:gd name="connsiteY25" fmla="*/ 376142 h 954309"/>
                <a:gd name="connsiteX26" fmla="*/ 393478 w 647319"/>
                <a:gd name="connsiteY26" fmla="*/ 404146 h 954309"/>
                <a:gd name="connsiteX27" fmla="*/ 499015 w 647319"/>
                <a:gd name="connsiteY27" fmla="*/ 453104 h 954309"/>
                <a:gd name="connsiteX28" fmla="*/ 578739 w 647319"/>
                <a:gd name="connsiteY28" fmla="*/ 509683 h 954309"/>
                <a:gd name="connsiteX29" fmla="*/ 629508 w 647319"/>
                <a:gd name="connsiteY29" fmla="*/ 582644 h 954309"/>
                <a:gd name="connsiteX30" fmla="*/ 647319 w 647319"/>
                <a:gd name="connsiteY30" fmla="*/ 681038 h 954309"/>
                <a:gd name="connsiteX31" fmla="*/ 615220 w 647319"/>
                <a:gd name="connsiteY31" fmla="*/ 802100 h 954309"/>
                <a:gd name="connsiteX32" fmla="*/ 529780 w 647319"/>
                <a:gd name="connsiteY32" fmla="*/ 887540 h 954309"/>
                <a:gd name="connsiteX33" fmla="*/ 406432 w 647319"/>
                <a:gd name="connsiteY33" fmla="*/ 937832 h 954309"/>
                <a:gd name="connsiteX34" fmla="*/ 259080 w 647319"/>
                <a:gd name="connsiteY34" fmla="*/ 954310 h 954309"/>
                <a:gd name="connsiteX35" fmla="*/ 0 w 647319"/>
                <a:gd name="connsiteY35" fmla="*/ 904494 h 954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47319" h="954309">
                  <a:moveTo>
                    <a:pt x="0" y="904589"/>
                  </a:moveTo>
                  <a:lnTo>
                    <a:pt x="0" y="713137"/>
                  </a:lnTo>
                  <a:cubicBezTo>
                    <a:pt x="77153" y="771906"/>
                    <a:pt x="162306" y="801243"/>
                    <a:pt x="255556" y="801243"/>
                  </a:cubicBezTo>
                  <a:cubicBezTo>
                    <a:pt x="380238" y="801243"/>
                    <a:pt x="442531" y="764477"/>
                    <a:pt x="442531" y="690848"/>
                  </a:cubicBezTo>
                  <a:cubicBezTo>
                    <a:pt x="442531" y="670084"/>
                    <a:pt x="437197" y="652463"/>
                    <a:pt x="426530" y="637889"/>
                  </a:cubicBezTo>
                  <a:cubicBezTo>
                    <a:pt x="415862" y="623316"/>
                    <a:pt x="401479" y="610457"/>
                    <a:pt x="383381" y="599123"/>
                  </a:cubicBezTo>
                  <a:cubicBezTo>
                    <a:pt x="365284" y="587883"/>
                    <a:pt x="343948" y="577787"/>
                    <a:pt x="319278" y="568833"/>
                  </a:cubicBezTo>
                  <a:cubicBezTo>
                    <a:pt x="294608" y="559975"/>
                    <a:pt x="267176" y="549878"/>
                    <a:pt x="236887" y="538544"/>
                  </a:cubicBezTo>
                  <a:cubicBezTo>
                    <a:pt x="199454" y="523685"/>
                    <a:pt x="165830" y="507968"/>
                    <a:pt x="135827" y="491395"/>
                  </a:cubicBezTo>
                  <a:cubicBezTo>
                    <a:pt x="105823" y="474821"/>
                    <a:pt x="80963" y="455962"/>
                    <a:pt x="61055" y="434816"/>
                  </a:cubicBezTo>
                  <a:cubicBezTo>
                    <a:pt x="41148" y="413766"/>
                    <a:pt x="26194" y="389858"/>
                    <a:pt x="16097" y="363188"/>
                  </a:cubicBezTo>
                  <a:cubicBezTo>
                    <a:pt x="6001" y="336518"/>
                    <a:pt x="953" y="305276"/>
                    <a:pt x="953" y="269748"/>
                  </a:cubicBezTo>
                  <a:cubicBezTo>
                    <a:pt x="953" y="225838"/>
                    <a:pt x="11335" y="187071"/>
                    <a:pt x="32099" y="153543"/>
                  </a:cubicBezTo>
                  <a:cubicBezTo>
                    <a:pt x="52864" y="120015"/>
                    <a:pt x="80772" y="91821"/>
                    <a:pt x="115824" y="68961"/>
                  </a:cubicBezTo>
                  <a:cubicBezTo>
                    <a:pt x="150876" y="46101"/>
                    <a:pt x="190595" y="28861"/>
                    <a:pt x="235077" y="17335"/>
                  </a:cubicBezTo>
                  <a:cubicBezTo>
                    <a:pt x="279559" y="5810"/>
                    <a:pt x="325564" y="0"/>
                    <a:pt x="373094" y="0"/>
                  </a:cubicBezTo>
                  <a:cubicBezTo>
                    <a:pt x="457391" y="0"/>
                    <a:pt x="532733" y="12764"/>
                    <a:pt x="599218" y="38291"/>
                  </a:cubicBezTo>
                  <a:lnTo>
                    <a:pt x="599218" y="218980"/>
                  </a:lnTo>
                  <a:cubicBezTo>
                    <a:pt x="535114" y="175069"/>
                    <a:pt x="461486" y="153067"/>
                    <a:pt x="378428" y="153067"/>
                  </a:cubicBezTo>
                  <a:cubicBezTo>
                    <a:pt x="352330" y="153067"/>
                    <a:pt x="328708" y="155734"/>
                    <a:pt x="307658" y="161068"/>
                  </a:cubicBezTo>
                  <a:cubicBezTo>
                    <a:pt x="286607" y="166402"/>
                    <a:pt x="268605" y="173831"/>
                    <a:pt x="253746" y="183356"/>
                  </a:cubicBezTo>
                  <a:cubicBezTo>
                    <a:pt x="238887" y="192881"/>
                    <a:pt x="227362" y="204311"/>
                    <a:pt x="218980" y="217646"/>
                  </a:cubicBezTo>
                  <a:cubicBezTo>
                    <a:pt x="210693" y="230981"/>
                    <a:pt x="206502" y="245650"/>
                    <a:pt x="206502" y="261747"/>
                  </a:cubicBezTo>
                  <a:cubicBezTo>
                    <a:pt x="206502" y="281369"/>
                    <a:pt x="210693" y="297942"/>
                    <a:pt x="218980" y="311563"/>
                  </a:cubicBezTo>
                  <a:cubicBezTo>
                    <a:pt x="227267" y="325184"/>
                    <a:pt x="239554" y="337280"/>
                    <a:pt x="255937" y="347663"/>
                  </a:cubicBezTo>
                  <a:cubicBezTo>
                    <a:pt x="272225" y="358045"/>
                    <a:pt x="291846" y="367570"/>
                    <a:pt x="314706" y="376142"/>
                  </a:cubicBezTo>
                  <a:cubicBezTo>
                    <a:pt x="337566" y="384715"/>
                    <a:pt x="363855" y="394144"/>
                    <a:pt x="393478" y="404146"/>
                  </a:cubicBezTo>
                  <a:cubicBezTo>
                    <a:pt x="432626" y="420148"/>
                    <a:pt x="467773" y="436531"/>
                    <a:pt x="499015" y="453104"/>
                  </a:cubicBezTo>
                  <a:cubicBezTo>
                    <a:pt x="530162" y="469773"/>
                    <a:pt x="556736" y="488537"/>
                    <a:pt x="578739" y="509683"/>
                  </a:cubicBezTo>
                  <a:cubicBezTo>
                    <a:pt x="600647" y="530733"/>
                    <a:pt x="617601" y="555117"/>
                    <a:pt x="629508" y="582644"/>
                  </a:cubicBezTo>
                  <a:cubicBezTo>
                    <a:pt x="641414" y="610267"/>
                    <a:pt x="647319" y="643033"/>
                    <a:pt x="647319" y="681038"/>
                  </a:cubicBezTo>
                  <a:cubicBezTo>
                    <a:pt x="647319" y="727329"/>
                    <a:pt x="636651" y="767715"/>
                    <a:pt x="615220" y="802100"/>
                  </a:cubicBezTo>
                  <a:cubicBezTo>
                    <a:pt x="593884" y="836581"/>
                    <a:pt x="565404" y="865061"/>
                    <a:pt x="529780" y="887540"/>
                  </a:cubicBezTo>
                  <a:cubicBezTo>
                    <a:pt x="494157" y="910114"/>
                    <a:pt x="453104" y="926878"/>
                    <a:pt x="406432" y="937832"/>
                  </a:cubicBezTo>
                  <a:cubicBezTo>
                    <a:pt x="359855" y="948785"/>
                    <a:pt x="310705" y="954310"/>
                    <a:pt x="259080" y="954310"/>
                  </a:cubicBezTo>
                  <a:cubicBezTo>
                    <a:pt x="159353" y="954310"/>
                    <a:pt x="72962" y="937641"/>
                    <a:pt x="0" y="904494"/>
                  </a:cubicBez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9" name="Freeform: Shape 28">
              <a:extLst>
                <a:ext uri="{FF2B5EF4-FFF2-40B4-BE49-F238E27FC236}">
                  <a16:creationId xmlns:a16="http://schemas.microsoft.com/office/drawing/2014/main" id="{68B522E9-BE2D-0C37-92C4-BAB333C2C2D5}"/>
                </a:ext>
              </a:extLst>
            </p:cNvPr>
            <p:cNvSpPr/>
            <p:nvPr/>
          </p:nvSpPr>
          <p:spPr bwMode="white">
            <a:xfrm>
              <a:off x="5909975" y="2344405"/>
              <a:ext cx="937450" cy="954500"/>
            </a:xfrm>
            <a:custGeom>
              <a:avLst/>
              <a:gdLst>
                <a:gd name="connsiteX0" fmla="*/ 463011 w 937450"/>
                <a:gd name="connsiteY0" fmla="*/ 954310 h 954500"/>
                <a:gd name="connsiteX1" fmla="*/ 126016 w 937450"/>
                <a:gd name="connsiteY1" fmla="*/ 826579 h 954500"/>
                <a:gd name="connsiteX2" fmla="*/ 0 w 937450"/>
                <a:gd name="connsiteY2" fmla="*/ 487871 h 954500"/>
                <a:gd name="connsiteX3" fmla="*/ 131350 w 937450"/>
                <a:gd name="connsiteY3" fmla="*/ 129064 h 954500"/>
                <a:gd name="connsiteX4" fmla="*/ 485204 w 937450"/>
                <a:gd name="connsiteY4" fmla="*/ 0 h 954500"/>
                <a:gd name="connsiteX5" fmla="*/ 818198 w 937450"/>
                <a:gd name="connsiteY5" fmla="*/ 125540 h 954500"/>
                <a:gd name="connsiteX6" fmla="*/ 937451 w 937450"/>
                <a:gd name="connsiteY6" fmla="*/ 473678 h 954500"/>
                <a:gd name="connsiteX7" fmla="*/ 808768 w 937450"/>
                <a:gd name="connsiteY7" fmla="*/ 823151 h 954500"/>
                <a:gd name="connsiteX8" fmla="*/ 462915 w 937450"/>
                <a:gd name="connsiteY8" fmla="*/ 954500 h 954500"/>
                <a:gd name="connsiteX9" fmla="*/ 472821 w 937450"/>
                <a:gd name="connsiteY9" fmla="*/ 164592 h 954500"/>
                <a:gd name="connsiteX10" fmla="*/ 281369 w 937450"/>
                <a:gd name="connsiteY10" fmla="*/ 249174 h 954500"/>
                <a:gd name="connsiteX11" fmla="*/ 211074 w 937450"/>
                <a:gd name="connsiteY11" fmla="*/ 482441 h 954500"/>
                <a:gd name="connsiteX12" fmla="*/ 282321 w 937450"/>
                <a:gd name="connsiteY12" fmla="*/ 708088 h 954500"/>
                <a:gd name="connsiteX13" fmla="*/ 472821 w 937450"/>
                <a:gd name="connsiteY13" fmla="*/ 790480 h 954500"/>
                <a:gd name="connsiteX14" fmla="*/ 660178 w 937450"/>
                <a:gd name="connsiteY14" fmla="*/ 709422 h 954500"/>
                <a:gd name="connsiteX15" fmla="*/ 725615 w 937450"/>
                <a:gd name="connsiteY15" fmla="*/ 478822 h 954500"/>
                <a:gd name="connsiteX16" fmla="*/ 660178 w 937450"/>
                <a:gd name="connsiteY16" fmla="*/ 246412 h 954500"/>
                <a:gd name="connsiteX17" fmla="*/ 472821 w 937450"/>
                <a:gd name="connsiteY17" fmla="*/ 164497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37450" h="954500">
                  <a:moveTo>
                    <a:pt x="463011" y="954310"/>
                  </a:moveTo>
                  <a:cubicBezTo>
                    <a:pt x="322326" y="954310"/>
                    <a:pt x="210027" y="911733"/>
                    <a:pt x="126016" y="826579"/>
                  </a:cubicBezTo>
                  <a:cubicBezTo>
                    <a:pt x="42006" y="741426"/>
                    <a:pt x="0" y="628459"/>
                    <a:pt x="0" y="487871"/>
                  </a:cubicBezTo>
                  <a:cubicBezTo>
                    <a:pt x="0" y="334709"/>
                    <a:pt x="43720" y="215170"/>
                    <a:pt x="131350" y="129064"/>
                  </a:cubicBezTo>
                  <a:cubicBezTo>
                    <a:pt x="218885" y="43053"/>
                    <a:pt x="336900" y="0"/>
                    <a:pt x="485204" y="0"/>
                  </a:cubicBezTo>
                  <a:cubicBezTo>
                    <a:pt x="633508" y="0"/>
                    <a:pt x="738664" y="41815"/>
                    <a:pt x="818198" y="125540"/>
                  </a:cubicBezTo>
                  <a:cubicBezTo>
                    <a:pt x="897731" y="209264"/>
                    <a:pt x="937451" y="325279"/>
                    <a:pt x="937451" y="473678"/>
                  </a:cubicBezTo>
                  <a:cubicBezTo>
                    <a:pt x="937451" y="622078"/>
                    <a:pt x="894588" y="735616"/>
                    <a:pt x="808768" y="823151"/>
                  </a:cubicBezTo>
                  <a:cubicBezTo>
                    <a:pt x="723043" y="910685"/>
                    <a:pt x="607695" y="954500"/>
                    <a:pt x="462915" y="954500"/>
                  </a:cubicBezTo>
                  <a:close/>
                  <a:moveTo>
                    <a:pt x="472821" y="164592"/>
                  </a:moveTo>
                  <a:cubicBezTo>
                    <a:pt x="392049" y="164592"/>
                    <a:pt x="328327" y="192786"/>
                    <a:pt x="281369" y="249174"/>
                  </a:cubicBezTo>
                  <a:cubicBezTo>
                    <a:pt x="234506" y="305562"/>
                    <a:pt x="211074" y="383286"/>
                    <a:pt x="211074" y="482441"/>
                  </a:cubicBezTo>
                  <a:cubicBezTo>
                    <a:pt x="211074" y="581597"/>
                    <a:pt x="234791" y="653225"/>
                    <a:pt x="282321" y="708088"/>
                  </a:cubicBezTo>
                  <a:cubicBezTo>
                    <a:pt x="329756" y="762953"/>
                    <a:pt x="393288" y="790480"/>
                    <a:pt x="472821" y="790480"/>
                  </a:cubicBezTo>
                  <a:cubicBezTo>
                    <a:pt x="552355" y="790480"/>
                    <a:pt x="616554" y="763524"/>
                    <a:pt x="660178" y="709422"/>
                  </a:cubicBezTo>
                  <a:cubicBezTo>
                    <a:pt x="703802" y="655415"/>
                    <a:pt x="725615" y="578549"/>
                    <a:pt x="725615" y="478822"/>
                  </a:cubicBezTo>
                  <a:cubicBezTo>
                    <a:pt x="725615" y="379095"/>
                    <a:pt x="703802" y="301085"/>
                    <a:pt x="660178" y="246412"/>
                  </a:cubicBezTo>
                  <a:cubicBezTo>
                    <a:pt x="616554" y="191834"/>
                    <a:pt x="554070" y="164497"/>
                    <a:pt x="472821" y="164497"/>
                  </a:cubicBez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0" name="Freeform: Shape 29">
              <a:extLst>
                <a:ext uri="{FF2B5EF4-FFF2-40B4-BE49-F238E27FC236}">
                  <a16:creationId xmlns:a16="http://schemas.microsoft.com/office/drawing/2014/main" id="{21258D29-252A-7890-CBA1-2D62B73CC6DF}"/>
                </a:ext>
              </a:extLst>
            </p:cNvPr>
            <p:cNvSpPr/>
            <p:nvPr/>
          </p:nvSpPr>
          <p:spPr bwMode="white">
            <a:xfrm>
              <a:off x="6867524" y="1907208"/>
              <a:ext cx="607218" cy="1370171"/>
            </a:xfrm>
            <a:custGeom>
              <a:avLst/>
              <a:gdLst>
                <a:gd name="connsiteX0" fmla="*/ 607123 w 607218"/>
                <a:gd name="connsiteY0" fmla="*/ 188786 h 1370171"/>
                <a:gd name="connsiteX1" fmla="*/ 511873 w 607218"/>
                <a:gd name="connsiteY1" fmla="*/ 164783 h 1370171"/>
                <a:gd name="connsiteX2" fmla="*/ 361379 w 607218"/>
                <a:gd name="connsiteY2" fmla="*/ 334804 h 1370171"/>
                <a:gd name="connsiteX3" fmla="*/ 361379 w 607218"/>
                <a:gd name="connsiteY3" fmla="*/ 458534 h 1370171"/>
                <a:gd name="connsiteX4" fmla="*/ 573310 w 607218"/>
                <a:gd name="connsiteY4" fmla="*/ 458534 h 1370171"/>
                <a:gd name="connsiteX5" fmla="*/ 573310 w 607218"/>
                <a:gd name="connsiteY5" fmla="*/ 620554 h 1370171"/>
                <a:gd name="connsiteX6" fmla="*/ 362331 w 607218"/>
                <a:gd name="connsiteY6" fmla="*/ 620554 h 1370171"/>
                <a:gd name="connsiteX7" fmla="*/ 362331 w 607218"/>
                <a:gd name="connsiteY7" fmla="*/ 1370171 h 1370171"/>
                <a:gd name="connsiteX8" fmla="*/ 155829 w 607218"/>
                <a:gd name="connsiteY8" fmla="*/ 1370171 h 1370171"/>
                <a:gd name="connsiteX9" fmla="*/ 155829 w 607218"/>
                <a:gd name="connsiteY9" fmla="*/ 620554 h 1370171"/>
                <a:gd name="connsiteX10" fmla="*/ 0 w 607218"/>
                <a:gd name="connsiteY10" fmla="*/ 620554 h 1370171"/>
                <a:gd name="connsiteX11" fmla="*/ 0 w 607218"/>
                <a:gd name="connsiteY11" fmla="*/ 458534 h 1370171"/>
                <a:gd name="connsiteX12" fmla="*/ 155829 w 607218"/>
                <a:gd name="connsiteY12" fmla="*/ 458534 h 1370171"/>
                <a:gd name="connsiteX13" fmla="*/ 155829 w 607218"/>
                <a:gd name="connsiteY13" fmla="*/ 310706 h 1370171"/>
                <a:gd name="connsiteX14" fmla="*/ 250222 w 607218"/>
                <a:gd name="connsiteY14" fmla="*/ 83249 h 1370171"/>
                <a:gd name="connsiteX15" fmla="*/ 486156 w 607218"/>
                <a:gd name="connsiteY15" fmla="*/ 0 h 1370171"/>
                <a:gd name="connsiteX16" fmla="*/ 607219 w 607218"/>
                <a:gd name="connsiteY16" fmla="*/ 16955 h 1370171"/>
                <a:gd name="connsiteX17" fmla="*/ 607219 w 607218"/>
                <a:gd name="connsiteY17" fmla="*/ 188786 h 1370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7218" h="1370171">
                  <a:moveTo>
                    <a:pt x="607123" y="188786"/>
                  </a:moveTo>
                  <a:cubicBezTo>
                    <a:pt x="579215" y="172784"/>
                    <a:pt x="547497" y="164783"/>
                    <a:pt x="511873" y="164783"/>
                  </a:cubicBezTo>
                  <a:cubicBezTo>
                    <a:pt x="411575" y="164783"/>
                    <a:pt x="361379" y="221456"/>
                    <a:pt x="361379" y="334804"/>
                  </a:cubicBezTo>
                  <a:lnTo>
                    <a:pt x="361379" y="458534"/>
                  </a:lnTo>
                  <a:lnTo>
                    <a:pt x="573310" y="458534"/>
                  </a:lnTo>
                  <a:lnTo>
                    <a:pt x="573310" y="620554"/>
                  </a:lnTo>
                  <a:lnTo>
                    <a:pt x="362331" y="620554"/>
                  </a:lnTo>
                  <a:lnTo>
                    <a:pt x="362331" y="1370171"/>
                  </a:lnTo>
                  <a:lnTo>
                    <a:pt x="155829" y="1370171"/>
                  </a:lnTo>
                  <a:lnTo>
                    <a:pt x="155829" y="620554"/>
                  </a:lnTo>
                  <a:lnTo>
                    <a:pt x="0" y="620554"/>
                  </a:lnTo>
                  <a:lnTo>
                    <a:pt x="0" y="458534"/>
                  </a:lnTo>
                  <a:lnTo>
                    <a:pt x="155829" y="458534"/>
                  </a:lnTo>
                  <a:lnTo>
                    <a:pt x="155829" y="310706"/>
                  </a:lnTo>
                  <a:cubicBezTo>
                    <a:pt x="155829" y="214598"/>
                    <a:pt x="187261" y="138779"/>
                    <a:pt x="250222" y="83249"/>
                  </a:cubicBezTo>
                  <a:cubicBezTo>
                    <a:pt x="313087" y="27718"/>
                    <a:pt x="391763" y="0"/>
                    <a:pt x="486156" y="0"/>
                  </a:cubicBezTo>
                  <a:cubicBezTo>
                    <a:pt x="537210" y="0"/>
                    <a:pt x="577501" y="5620"/>
                    <a:pt x="607219" y="16955"/>
                  </a:cubicBezTo>
                  <a:lnTo>
                    <a:pt x="607219" y="188786"/>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1" name="Freeform: Shape 30">
              <a:extLst>
                <a:ext uri="{FF2B5EF4-FFF2-40B4-BE49-F238E27FC236}">
                  <a16:creationId xmlns:a16="http://schemas.microsoft.com/office/drawing/2014/main" id="{4479E827-C57E-CA20-149D-7272F492FA52}"/>
                </a:ext>
              </a:extLst>
            </p:cNvPr>
            <p:cNvSpPr/>
            <p:nvPr/>
          </p:nvSpPr>
          <p:spPr bwMode="white">
            <a:xfrm>
              <a:off x="7398638" y="2095993"/>
              <a:ext cx="576929" cy="1201864"/>
            </a:xfrm>
            <a:custGeom>
              <a:avLst/>
              <a:gdLst>
                <a:gd name="connsiteX0" fmla="*/ 576834 w 576929"/>
                <a:gd name="connsiteY0" fmla="*/ 1171575 h 1201864"/>
                <a:gd name="connsiteX1" fmla="*/ 417481 w 576929"/>
                <a:gd name="connsiteY1" fmla="*/ 1201865 h 1201864"/>
                <a:gd name="connsiteX2" fmla="*/ 152209 w 576929"/>
                <a:gd name="connsiteY2" fmla="*/ 947261 h 1201864"/>
                <a:gd name="connsiteX3" fmla="*/ 152209 w 576929"/>
                <a:gd name="connsiteY3" fmla="*/ 431768 h 1201864"/>
                <a:gd name="connsiteX4" fmla="*/ 0 w 576929"/>
                <a:gd name="connsiteY4" fmla="*/ 431768 h 1201864"/>
                <a:gd name="connsiteX5" fmla="*/ 0 w 576929"/>
                <a:gd name="connsiteY5" fmla="*/ 269748 h 1201864"/>
                <a:gd name="connsiteX6" fmla="*/ 152209 w 576929"/>
                <a:gd name="connsiteY6" fmla="*/ 269748 h 1201864"/>
                <a:gd name="connsiteX7" fmla="*/ 152209 w 576929"/>
                <a:gd name="connsiteY7" fmla="*/ 58769 h 1201864"/>
                <a:gd name="connsiteX8" fmla="*/ 358807 w 576929"/>
                <a:gd name="connsiteY8" fmla="*/ 0 h 1201864"/>
                <a:gd name="connsiteX9" fmla="*/ 358807 w 576929"/>
                <a:gd name="connsiteY9" fmla="*/ 269748 h 1201864"/>
                <a:gd name="connsiteX10" fmla="*/ 576929 w 576929"/>
                <a:gd name="connsiteY10" fmla="*/ 269748 h 1201864"/>
                <a:gd name="connsiteX11" fmla="*/ 576929 w 576929"/>
                <a:gd name="connsiteY11" fmla="*/ 431768 h 1201864"/>
                <a:gd name="connsiteX12" fmla="*/ 358807 w 576929"/>
                <a:gd name="connsiteY12" fmla="*/ 431768 h 1201864"/>
                <a:gd name="connsiteX13" fmla="*/ 358807 w 576929"/>
                <a:gd name="connsiteY13" fmla="*/ 887635 h 1201864"/>
                <a:gd name="connsiteX14" fmla="*/ 388144 w 576929"/>
                <a:gd name="connsiteY14" fmla="*/ 1003364 h 1201864"/>
                <a:gd name="connsiteX15" fmla="*/ 486060 w 576929"/>
                <a:gd name="connsiteY15" fmla="*/ 1038035 h 1201864"/>
                <a:gd name="connsiteX16" fmla="*/ 576834 w 576929"/>
                <a:gd name="connsiteY16" fmla="*/ 1007745 h 1201864"/>
                <a:gd name="connsiteX17" fmla="*/ 576834 w 576929"/>
                <a:gd name="connsiteY17" fmla="*/ 1171575 h 1201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76929" h="1201864">
                  <a:moveTo>
                    <a:pt x="576834" y="1171575"/>
                  </a:moveTo>
                  <a:cubicBezTo>
                    <a:pt x="536448" y="1191768"/>
                    <a:pt x="483394" y="1201865"/>
                    <a:pt x="417481" y="1201865"/>
                  </a:cubicBezTo>
                  <a:cubicBezTo>
                    <a:pt x="240602" y="1201865"/>
                    <a:pt x="152209" y="1116997"/>
                    <a:pt x="152209" y="947261"/>
                  </a:cubicBezTo>
                  <a:lnTo>
                    <a:pt x="152209" y="431768"/>
                  </a:lnTo>
                  <a:lnTo>
                    <a:pt x="0" y="431768"/>
                  </a:lnTo>
                  <a:lnTo>
                    <a:pt x="0" y="269748"/>
                  </a:lnTo>
                  <a:lnTo>
                    <a:pt x="152209" y="269748"/>
                  </a:lnTo>
                  <a:lnTo>
                    <a:pt x="152209" y="58769"/>
                  </a:lnTo>
                  <a:lnTo>
                    <a:pt x="358807" y="0"/>
                  </a:lnTo>
                  <a:lnTo>
                    <a:pt x="358807" y="269748"/>
                  </a:lnTo>
                  <a:lnTo>
                    <a:pt x="576929" y="269748"/>
                  </a:lnTo>
                  <a:lnTo>
                    <a:pt x="576929" y="431768"/>
                  </a:lnTo>
                  <a:lnTo>
                    <a:pt x="358807" y="431768"/>
                  </a:lnTo>
                  <a:lnTo>
                    <a:pt x="358807" y="887635"/>
                  </a:lnTo>
                  <a:cubicBezTo>
                    <a:pt x="358807" y="941642"/>
                    <a:pt x="368618" y="980218"/>
                    <a:pt x="388144" y="1003364"/>
                  </a:cubicBezTo>
                  <a:cubicBezTo>
                    <a:pt x="407765" y="1026509"/>
                    <a:pt x="440341" y="1038035"/>
                    <a:pt x="486060" y="1038035"/>
                  </a:cubicBezTo>
                  <a:cubicBezTo>
                    <a:pt x="521112" y="1038035"/>
                    <a:pt x="551307" y="1027938"/>
                    <a:pt x="576834" y="1007745"/>
                  </a:cubicBezTo>
                  <a:lnTo>
                    <a:pt x="576834" y="1171575"/>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2" name="Freeform: Shape 31">
              <a:extLst>
                <a:ext uri="{FF2B5EF4-FFF2-40B4-BE49-F238E27FC236}">
                  <a16:creationId xmlns:a16="http://schemas.microsoft.com/office/drawing/2014/main" id="{89685AAF-E6CE-0A10-EBE5-9642E5DF5F7E}"/>
                </a:ext>
              </a:extLst>
            </p:cNvPr>
            <p:cNvSpPr/>
            <p:nvPr/>
          </p:nvSpPr>
          <p:spPr bwMode="white">
            <a:xfrm>
              <a:off x="747712" y="3824019"/>
              <a:ext cx="864584" cy="1276730"/>
            </a:xfrm>
            <a:custGeom>
              <a:avLst/>
              <a:gdLst>
                <a:gd name="connsiteX0" fmla="*/ 0 w 864584"/>
                <a:gd name="connsiteY0" fmla="*/ 1276636 h 1276730"/>
                <a:gd name="connsiteX1" fmla="*/ 0 w 864584"/>
                <a:gd name="connsiteY1" fmla="*/ 0 h 1276730"/>
                <a:gd name="connsiteX2" fmla="*/ 405098 w 864584"/>
                <a:gd name="connsiteY2" fmla="*/ 0 h 1276730"/>
                <a:gd name="connsiteX3" fmla="*/ 698468 w 864584"/>
                <a:gd name="connsiteY3" fmla="*/ 81058 h 1276730"/>
                <a:gd name="connsiteX4" fmla="*/ 806672 w 864584"/>
                <a:gd name="connsiteY4" fmla="*/ 292036 h 1276730"/>
                <a:gd name="connsiteX5" fmla="*/ 745236 w 864584"/>
                <a:gd name="connsiteY5" fmla="*/ 480822 h 1276730"/>
                <a:gd name="connsiteX6" fmla="*/ 575215 w 864584"/>
                <a:gd name="connsiteY6" fmla="*/ 594741 h 1276730"/>
                <a:gd name="connsiteX7" fmla="*/ 575215 w 864584"/>
                <a:gd name="connsiteY7" fmla="*/ 598265 h 1276730"/>
                <a:gd name="connsiteX8" fmla="*/ 785813 w 864584"/>
                <a:gd name="connsiteY8" fmla="*/ 695801 h 1276730"/>
                <a:gd name="connsiteX9" fmla="*/ 864584 w 864584"/>
                <a:gd name="connsiteY9" fmla="*/ 909923 h 1276730"/>
                <a:gd name="connsiteX10" fmla="*/ 735521 w 864584"/>
                <a:gd name="connsiteY10" fmla="*/ 1175194 h 1276730"/>
                <a:gd name="connsiteX11" fmla="*/ 409670 w 864584"/>
                <a:gd name="connsiteY11" fmla="*/ 1276731 h 1276730"/>
                <a:gd name="connsiteX12" fmla="*/ 0 w 864584"/>
                <a:gd name="connsiteY12" fmla="*/ 1276731 h 1276730"/>
                <a:gd name="connsiteX13" fmla="*/ 210979 w 864584"/>
                <a:gd name="connsiteY13" fmla="*/ 170021 h 1276730"/>
                <a:gd name="connsiteX14" fmla="*/ 210979 w 864584"/>
                <a:gd name="connsiteY14" fmla="*/ 533209 h 1276730"/>
                <a:gd name="connsiteX15" fmla="*/ 348044 w 864584"/>
                <a:gd name="connsiteY15" fmla="*/ 533209 h 1276730"/>
                <a:gd name="connsiteX16" fmla="*/ 521208 w 864584"/>
                <a:gd name="connsiteY16" fmla="*/ 481108 h 1276730"/>
                <a:gd name="connsiteX17" fmla="*/ 583978 w 864584"/>
                <a:gd name="connsiteY17" fmla="*/ 333756 h 1276730"/>
                <a:gd name="connsiteX18" fmla="*/ 364998 w 864584"/>
                <a:gd name="connsiteY18" fmla="*/ 169926 h 1276730"/>
                <a:gd name="connsiteX19" fmla="*/ 210979 w 864584"/>
                <a:gd name="connsiteY19" fmla="*/ 169926 h 1276730"/>
                <a:gd name="connsiteX20" fmla="*/ 210979 w 864584"/>
                <a:gd name="connsiteY20" fmla="*/ 703326 h 1276730"/>
                <a:gd name="connsiteX21" fmla="*/ 210979 w 864584"/>
                <a:gd name="connsiteY21" fmla="*/ 1107567 h 1276730"/>
                <a:gd name="connsiteX22" fmla="*/ 391668 w 864584"/>
                <a:gd name="connsiteY22" fmla="*/ 1107567 h 1276730"/>
                <a:gd name="connsiteX23" fmla="*/ 574643 w 864584"/>
                <a:gd name="connsiteY23" fmla="*/ 1052798 h 1276730"/>
                <a:gd name="connsiteX24" fmla="*/ 639223 w 864584"/>
                <a:gd name="connsiteY24" fmla="*/ 901922 h 1276730"/>
                <a:gd name="connsiteX25" fmla="*/ 364141 w 864584"/>
                <a:gd name="connsiteY25" fmla="*/ 703421 h 1276730"/>
                <a:gd name="connsiteX26" fmla="*/ 210979 w 864584"/>
                <a:gd name="connsiteY26" fmla="*/ 703421 h 1276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64584" h="1276730">
                  <a:moveTo>
                    <a:pt x="0" y="1276636"/>
                  </a:moveTo>
                  <a:lnTo>
                    <a:pt x="0" y="0"/>
                  </a:lnTo>
                  <a:lnTo>
                    <a:pt x="405098" y="0"/>
                  </a:lnTo>
                  <a:cubicBezTo>
                    <a:pt x="528542" y="0"/>
                    <a:pt x="626364" y="27051"/>
                    <a:pt x="698468" y="81058"/>
                  </a:cubicBezTo>
                  <a:cubicBezTo>
                    <a:pt x="770573" y="135064"/>
                    <a:pt x="806672" y="205359"/>
                    <a:pt x="806672" y="292036"/>
                  </a:cubicBezTo>
                  <a:cubicBezTo>
                    <a:pt x="806672" y="364426"/>
                    <a:pt x="786194" y="427387"/>
                    <a:pt x="745236" y="480822"/>
                  </a:cubicBezTo>
                  <a:cubicBezTo>
                    <a:pt x="704279" y="534257"/>
                    <a:pt x="647605" y="572262"/>
                    <a:pt x="575215" y="594741"/>
                  </a:cubicBezTo>
                  <a:lnTo>
                    <a:pt x="575215" y="598265"/>
                  </a:lnTo>
                  <a:cubicBezTo>
                    <a:pt x="663035" y="608362"/>
                    <a:pt x="733235" y="640842"/>
                    <a:pt x="785813" y="695801"/>
                  </a:cubicBezTo>
                  <a:cubicBezTo>
                    <a:pt x="838295" y="750665"/>
                    <a:pt x="864584" y="822103"/>
                    <a:pt x="864584" y="909923"/>
                  </a:cubicBezTo>
                  <a:cubicBezTo>
                    <a:pt x="864584" y="1019175"/>
                    <a:pt x="821531" y="1107567"/>
                    <a:pt x="735521" y="1175194"/>
                  </a:cubicBezTo>
                  <a:cubicBezTo>
                    <a:pt x="649415" y="1242822"/>
                    <a:pt x="540830" y="1276731"/>
                    <a:pt x="409670" y="1276731"/>
                  </a:cubicBezTo>
                  <a:lnTo>
                    <a:pt x="0" y="1276731"/>
                  </a:lnTo>
                  <a:close/>
                  <a:moveTo>
                    <a:pt x="210979" y="170021"/>
                  </a:moveTo>
                  <a:lnTo>
                    <a:pt x="210979" y="533209"/>
                  </a:lnTo>
                  <a:lnTo>
                    <a:pt x="348044" y="533209"/>
                  </a:lnTo>
                  <a:cubicBezTo>
                    <a:pt x="421672" y="533209"/>
                    <a:pt x="479393" y="515874"/>
                    <a:pt x="521208" y="481108"/>
                  </a:cubicBezTo>
                  <a:cubicBezTo>
                    <a:pt x="563023" y="446342"/>
                    <a:pt x="583978" y="397288"/>
                    <a:pt x="583978" y="333756"/>
                  </a:cubicBezTo>
                  <a:cubicBezTo>
                    <a:pt x="583978" y="224600"/>
                    <a:pt x="511016" y="169926"/>
                    <a:pt x="364998" y="169926"/>
                  </a:cubicBezTo>
                  <a:lnTo>
                    <a:pt x="210979" y="169926"/>
                  </a:lnTo>
                  <a:close/>
                  <a:moveTo>
                    <a:pt x="210979" y="703326"/>
                  </a:moveTo>
                  <a:lnTo>
                    <a:pt x="210979" y="1107567"/>
                  </a:lnTo>
                  <a:lnTo>
                    <a:pt x="391668" y="1107567"/>
                  </a:lnTo>
                  <a:cubicBezTo>
                    <a:pt x="470630" y="1107567"/>
                    <a:pt x="531590" y="1089279"/>
                    <a:pt x="574643" y="1052798"/>
                  </a:cubicBezTo>
                  <a:cubicBezTo>
                    <a:pt x="617696" y="1016318"/>
                    <a:pt x="639223" y="966026"/>
                    <a:pt x="639223" y="901922"/>
                  </a:cubicBezTo>
                  <a:cubicBezTo>
                    <a:pt x="639223" y="769620"/>
                    <a:pt x="547497" y="703421"/>
                    <a:pt x="364141" y="703421"/>
                  </a:cubicBezTo>
                  <a:lnTo>
                    <a:pt x="210979" y="703421"/>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3" name="Freeform: Shape 32">
              <a:extLst>
                <a:ext uri="{FF2B5EF4-FFF2-40B4-BE49-F238E27FC236}">
                  <a16:creationId xmlns:a16="http://schemas.microsoft.com/office/drawing/2014/main" id="{6D47342F-6E33-C310-3B4A-6DB6948CD42C}"/>
                </a:ext>
              </a:extLst>
            </p:cNvPr>
            <p:cNvSpPr/>
            <p:nvPr/>
          </p:nvSpPr>
          <p:spPr bwMode="white">
            <a:xfrm>
              <a:off x="1753361" y="4189016"/>
              <a:ext cx="812863" cy="932973"/>
            </a:xfrm>
            <a:custGeom>
              <a:avLst/>
              <a:gdLst>
                <a:gd name="connsiteX0" fmla="*/ 812863 w 812863"/>
                <a:gd name="connsiteY0" fmla="*/ 911638 h 932973"/>
                <a:gd name="connsiteX1" fmla="*/ 606362 w 812863"/>
                <a:gd name="connsiteY1" fmla="*/ 911638 h 932973"/>
                <a:gd name="connsiteX2" fmla="*/ 606362 w 812863"/>
                <a:gd name="connsiteY2" fmla="*/ 767429 h 932973"/>
                <a:gd name="connsiteX3" fmla="*/ 602742 w 812863"/>
                <a:gd name="connsiteY3" fmla="*/ 767429 h 932973"/>
                <a:gd name="connsiteX4" fmla="*/ 323183 w 812863"/>
                <a:gd name="connsiteY4" fmla="*/ 932974 h 932973"/>
                <a:gd name="connsiteX5" fmla="*/ 0 w 812863"/>
                <a:gd name="connsiteY5" fmla="*/ 544830 h 932973"/>
                <a:gd name="connsiteX6" fmla="*/ 0 w 812863"/>
                <a:gd name="connsiteY6" fmla="*/ 0 h 932973"/>
                <a:gd name="connsiteX7" fmla="*/ 206502 w 812863"/>
                <a:gd name="connsiteY7" fmla="*/ 0 h 932973"/>
                <a:gd name="connsiteX8" fmla="*/ 206502 w 812863"/>
                <a:gd name="connsiteY8" fmla="*/ 523494 h 932973"/>
                <a:gd name="connsiteX9" fmla="*/ 396145 w 812863"/>
                <a:gd name="connsiteY9" fmla="*/ 769239 h 932973"/>
                <a:gd name="connsiteX10" fmla="*/ 547021 w 812863"/>
                <a:gd name="connsiteY10" fmla="*/ 701612 h 932973"/>
                <a:gd name="connsiteX11" fmla="*/ 606266 w 812863"/>
                <a:gd name="connsiteY11" fmla="*/ 524447 h 932973"/>
                <a:gd name="connsiteX12" fmla="*/ 606266 w 812863"/>
                <a:gd name="connsiteY12" fmla="*/ 95 h 932973"/>
                <a:gd name="connsiteX13" fmla="*/ 812768 w 812863"/>
                <a:gd name="connsiteY13" fmla="*/ 95 h 932973"/>
                <a:gd name="connsiteX14" fmla="*/ 812768 w 812863"/>
                <a:gd name="connsiteY14" fmla="*/ 911733 h 9329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2863" h="932973">
                  <a:moveTo>
                    <a:pt x="812863" y="911638"/>
                  </a:moveTo>
                  <a:lnTo>
                    <a:pt x="606362" y="911638"/>
                  </a:lnTo>
                  <a:lnTo>
                    <a:pt x="606362" y="767429"/>
                  </a:lnTo>
                  <a:lnTo>
                    <a:pt x="602742" y="767429"/>
                  </a:lnTo>
                  <a:cubicBezTo>
                    <a:pt x="542830" y="877824"/>
                    <a:pt x="449580" y="932974"/>
                    <a:pt x="323183" y="932974"/>
                  </a:cubicBezTo>
                  <a:cubicBezTo>
                    <a:pt x="107728" y="932974"/>
                    <a:pt x="0" y="803624"/>
                    <a:pt x="0" y="544830"/>
                  </a:cubicBezTo>
                  <a:lnTo>
                    <a:pt x="0" y="0"/>
                  </a:lnTo>
                  <a:lnTo>
                    <a:pt x="206502" y="0"/>
                  </a:lnTo>
                  <a:lnTo>
                    <a:pt x="206502" y="523494"/>
                  </a:lnTo>
                  <a:cubicBezTo>
                    <a:pt x="206502" y="687324"/>
                    <a:pt x="269748" y="769239"/>
                    <a:pt x="396145" y="769239"/>
                  </a:cubicBezTo>
                  <a:cubicBezTo>
                    <a:pt x="457295" y="769239"/>
                    <a:pt x="507587" y="746665"/>
                    <a:pt x="547021" y="701612"/>
                  </a:cubicBezTo>
                  <a:cubicBezTo>
                    <a:pt x="586454" y="656558"/>
                    <a:pt x="606266" y="597408"/>
                    <a:pt x="606266" y="524447"/>
                  </a:cubicBezTo>
                  <a:lnTo>
                    <a:pt x="606266" y="95"/>
                  </a:lnTo>
                  <a:lnTo>
                    <a:pt x="812768" y="95"/>
                  </a:lnTo>
                  <a:lnTo>
                    <a:pt x="812768" y="911733"/>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4" name="Freeform: Shape 33">
              <a:extLst>
                <a:ext uri="{FF2B5EF4-FFF2-40B4-BE49-F238E27FC236}">
                  <a16:creationId xmlns:a16="http://schemas.microsoft.com/office/drawing/2014/main" id="{80420E76-AEB3-65EE-FDCE-6D201AB9FA24}"/>
                </a:ext>
              </a:extLst>
            </p:cNvPr>
            <p:cNvSpPr/>
            <p:nvPr/>
          </p:nvSpPr>
          <p:spPr bwMode="white">
            <a:xfrm>
              <a:off x="2761678" y="3762487"/>
              <a:ext cx="248412" cy="1338167"/>
            </a:xfrm>
            <a:custGeom>
              <a:avLst/>
              <a:gdLst>
                <a:gd name="connsiteX0" fmla="*/ 122872 w 248412"/>
                <a:gd name="connsiteY0" fmla="*/ 235077 h 1338167"/>
                <a:gd name="connsiteX1" fmla="*/ 36100 w 248412"/>
                <a:gd name="connsiteY1" fmla="*/ 202121 h 1338167"/>
                <a:gd name="connsiteX2" fmla="*/ 0 w 248412"/>
                <a:gd name="connsiteY2" fmla="*/ 118396 h 1338167"/>
                <a:gd name="connsiteX3" fmla="*/ 36100 w 248412"/>
                <a:gd name="connsiteY3" fmla="*/ 33814 h 1338167"/>
                <a:gd name="connsiteX4" fmla="*/ 122872 w 248412"/>
                <a:gd name="connsiteY4" fmla="*/ 0 h 1338167"/>
                <a:gd name="connsiteX5" fmla="*/ 211931 w 248412"/>
                <a:gd name="connsiteY5" fmla="*/ 33814 h 1338167"/>
                <a:gd name="connsiteX6" fmla="*/ 248412 w 248412"/>
                <a:gd name="connsiteY6" fmla="*/ 118396 h 1338167"/>
                <a:gd name="connsiteX7" fmla="*/ 211931 w 248412"/>
                <a:gd name="connsiteY7" fmla="*/ 200787 h 1338167"/>
                <a:gd name="connsiteX8" fmla="*/ 122872 w 248412"/>
                <a:gd name="connsiteY8" fmla="*/ 235077 h 1338167"/>
                <a:gd name="connsiteX9" fmla="*/ 225266 w 248412"/>
                <a:gd name="connsiteY9" fmla="*/ 1338167 h 1338167"/>
                <a:gd name="connsiteX10" fmla="*/ 18764 w 248412"/>
                <a:gd name="connsiteY10" fmla="*/ 1338167 h 1338167"/>
                <a:gd name="connsiteX11" fmla="*/ 18764 w 248412"/>
                <a:gd name="connsiteY11" fmla="*/ 426530 h 1338167"/>
                <a:gd name="connsiteX12" fmla="*/ 225266 w 248412"/>
                <a:gd name="connsiteY12" fmla="*/ 426530 h 1338167"/>
                <a:gd name="connsiteX13" fmla="*/ 225266 w 248412"/>
                <a:gd name="connsiteY13" fmla="*/ 1338167 h 13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8412" h="1338167">
                  <a:moveTo>
                    <a:pt x="122872" y="235077"/>
                  </a:moveTo>
                  <a:cubicBezTo>
                    <a:pt x="89059" y="235077"/>
                    <a:pt x="60103" y="224123"/>
                    <a:pt x="36100" y="202121"/>
                  </a:cubicBezTo>
                  <a:cubicBezTo>
                    <a:pt x="12097" y="180213"/>
                    <a:pt x="0" y="152305"/>
                    <a:pt x="0" y="118396"/>
                  </a:cubicBezTo>
                  <a:cubicBezTo>
                    <a:pt x="0" y="84487"/>
                    <a:pt x="12001" y="56388"/>
                    <a:pt x="36100" y="33814"/>
                  </a:cubicBezTo>
                  <a:cubicBezTo>
                    <a:pt x="60103" y="11240"/>
                    <a:pt x="89059" y="0"/>
                    <a:pt x="122872" y="0"/>
                  </a:cubicBezTo>
                  <a:cubicBezTo>
                    <a:pt x="156686" y="0"/>
                    <a:pt x="187547" y="11240"/>
                    <a:pt x="211931" y="33814"/>
                  </a:cubicBezTo>
                  <a:cubicBezTo>
                    <a:pt x="236220" y="56388"/>
                    <a:pt x="248412" y="84582"/>
                    <a:pt x="248412" y="118396"/>
                  </a:cubicBezTo>
                  <a:cubicBezTo>
                    <a:pt x="248412" y="150495"/>
                    <a:pt x="236220" y="177927"/>
                    <a:pt x="211931" y="200787"/>
                  </a:cubicBezTo>
                  <a:cubicBezTo>
                    <a:pt x="187547" y="223647"/>
                    <a:pt x="157925" y="235077"/>
                    <a:pt x="122872" y="235077"/>
                  </a:cubicBezTo>
                  <a:close/>
                  <a:moveTo>
                    <a:pt x="225266" y="1338167"/>
                  </a:moveTo>
                  <a:lnTo>
                    <a:pt x="18764" y="1338167"/>
                  </a:lnTo>
                  <a:lnTo>
                    <a:pt x="18764" y="426530"/>
                  </a:lnTo>
                  <a:lnTo>
                    <a:pt x="225266" y="426530"/>
                  </a:lnTo>
                  <a:lnTo>
                    <a:pt x="225266" y="1338167"/>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5" name="Freeform: Shape 34">
              <a:extLst>
                <a:ext uri="{FF2B5EF4-FFF2-40B4-BE49-F238E27FC236}">
                  <a16:creationId xmlns:a16="http://schemas.microsoft.com/office/drawing/2014/main" id="{9279EA27-BDCF-7F8B-7B2D-C206ABC3C20D}"/>
                </a:ext>
              </a:extLst>
            </p:cNvPr>
            <p:cNvSpPr/>
            <p:nvPr/>
          </p:nvSpPr>
          <p:spPr bwMode="white">
            <a:xfrm>
              <a:off x="3201923" y="3750962"/>
              <a:ext cx="207454" cy="1349692"/>
            </a:xfrm>
            <a:custGeom>
              <a:avLst/>
              <a:gdLst>
                <a:gd name="connsiteX0" fmla="*/ 207454 w 207454"/>
                <a:gd name="connsiteY0" fmla="*/ 1349692 h 1349692"/>
                <a:gd name="connsiteX1" fmla="*/ 0 w 207454"/>
                <a:gd name="connsiteY1" fmla="*/ 1349692 h 1349692"/>
                <a:gd name="connsiteX2" fmla="*/ 0 w 207454"/>
                <a:gd name="connsiteY2" fmla="*/ 0 h 1349692"/>
                <a:gd name="connsiteX3" fmla="*/ 207454 w 207454"/>
                <a:gd name="connsiteY3" fmla="*/ 0 h 1349692"/>
                <a:gd name="connsiteX4" fmla="*/ 207454 w 207454"/>
                <a:gd name="connsiteY4" fmla="*/ 1349692 h 13496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7454" h="1349692">
                  <a:moveTo>
                    <a:pt x="207454" y="1349692"/>
                  </a:moveTo>
                  <a:lnTo>
                    <a:pt x="0" y="1349692"/>
                  </a:lnTo>
                  <a:lnTo>
                    <a:pt x="0" y="0"/>
                  </a:lnTo>
                  <a:lnTo>
                    <a:pt x="207454" y="0"/>
                  </a:lnTo>
                  <a:lnTo>
                    <a:pt x="207454" y="1349692"/>
                  </a:ln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6" name="Freeform: Shape 35">
              <a:extLst>
                <a:ext uri="{FF2B5EF4-FFF2-40B4-BE49-F238E27FC236}">
                  <a16:creationId xmlns:a16="http://schemas.microsoft.com/office/drawing/2014/main" id="{02A0F44C-FB10-0AF7-02B0-8BFF25C72AF1}"/>
                </a:ext>
              </a:extLst>
            </p:cNvPr>
            <p:cNvSpPr/>
            <p:nvPr/>
          </p:nvSpPr>
          <p:spPr bwMode="white">
            <a:xfrm>
              <a:off x="3564826" y="3751152"/>
              <a:ext cx="887634" cy="1370933"/>
            </a:xfrm>
            <a:custGeom>
              <a:avLst/>
              <a:gdLst>
                <a:gd name="connsiteX0" fmla="*/ 887635 w 887634"/>
                <a:gd name="connsiteY0" fmla="*/ 1349502 h 1370933"/>
                <a:gd name="connsiteX1" fmla="*/ 681038 w 887634"/>
                <a:gd name="connsiteY1" fmla="*/ 1349502 h 1370933"/>
                <a:gd name="connsiteX2" fmla="*/ 681038 w 887634"/>
                <a:gd name="connsiteY2" fmla="*/ 1194626 h 1370933"/>
                <a:gd name="connsiteX3" fmla="*/ 677513 w 887634"/>
                <a:gd name="connsiteY3" fmla="*/ 1194626 h 1370933"/>
                <a:gd name="connsiteX4" fmla="*/ 370332 w 887634"/>
                <a:gd name="connsiteY4" fmla="*/ 1370933 h 1370933"/>
                <a:gd name="connsiteX5" fmla="*/ 101060 w 887634"/>
                <a:gd name="connsiteY5" fmla="*/ 1248537 h 1370933"/>
                <a:gd name="connsiteX6" fmla="*/ 0 w 887634"/>
                <a:gd name="connsiteY6" fmla="*/ 915162 h 1370933"/>
                <a:gd name="connsiteX7" fmla="*/ 111728 w 887634"/>
                <a:gd name="connsiteY7" fmla="*/ 552831 h 1370933"/>
                <a:gd name="connsiteX8" fmla="*/ 409575 w 887634"/>
                <a:gd name="connsiteY8" fmla="*/ 416624 h 1370933"/>
                <a:gd name="connsiteX9" fmla="*/ 677513 w 887634"/>
                <a:gd name="connsiteY9" fmla="*/ 564452 h 1370933"/>
                <a:gd name="connsiteX10" fmla="*/ 681038 w 887634"/>
                <a:gd name="connsiteY10" fmla="*/ 564452 h 1370933"/>
                <a:gd name="connsiteX11" fmla="*/ 681038 w 887634"/>
                <a:gd name="connsiteY11" fmla="*/ 0 h 1370933"/>
                <a:gd name="connsiteX12" fmla="*/ 887635 w 887634"/>
                <a:gd name="connsiteY12" fmla="*/ 0 h 1370933"/>
                <a:gd name="connsiteX13" fmla="*/ 887635 w 887634"/>
                <a:gd name="connsiteY13" fmla="*/ 1349693 h 1370933"/>
                <a:gd name="connsiteX14" fmla="*/ 683705 w 887634"/>
                <a:gd name="connsiteY14" fmla="*/ 932879 h 1370933"/>
                <a:gd name="connsiteX15" fmla="*/ 683705 w 887634"/>
                <a:gd name="connsiteY15" fmla="*/ 813530 h 1370933"/>
                <a:gd name="connsiteX16" fmla="*/ 620458 w 887634"/>
                <a:gd name="connsiteY16" fmla="*/ 648843 h 1370933"/>
                <a:gd name="connsiteX17" fmla="*/ 459296 w 887634"/>
                <a:gd name="connsiteY17" fmla="*/ 581216 h 1370933"/>
                <a:gd name="connsiteX18" fmla="*/ 277273 w 887634"/>
                <a:gd name="connsiteY18" fmla="*/ 667607 h 1370933"/>
                <a:gd name="connsiteX19" fmla="*/ 210979 w 887634"/>
                <a:gd name="connsiteY19" fmla="*/ 907066 h 1370933"/>
                <a:gd name="connsiteX20" fmla="*/ 274606 w 887634"/>
                <a:gd name="connsiteY20" fmla="*/ 1126522 h 1370933"/>
                <a:gd name="connsiteX21" fmla="*/ 445960 w 887634"/>
                <a:gd name="connsiteY21" fmla="*/ 1207103 h 1370933"/>
                <a:gd name="connsiteX22" fmla="*/ 617791 w 887634"/>
                <a:gd name="connsiteY22" fmla="*/ 1129189 h 1370933"/>
                <a:gd name="connsiteX23" fmla="*/ 683705 w 887634"/>
                <a:gd name="connsiteY23" fmla="*/ 932879 h 137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87634" h="1370933">
                  <a:moveTo>
                    <a:pt x="887635" y="1349502"/>
                  </a:moveTo>
                  <a:lnTo>
                    <a:pt x="681038" y="1349502"/>
                  </a:lnTo>
                  <a:lnTo>
                    <a:pt x="681038" y="1194626"/>
                  </a:lnTo>
                  <a:lnTo>
                    <a:pt x="677513" y="1194626"/>
                  </a:lnTo>
                  <a:cubicBezTo>
                    <a:pt x="611029" y="1312164"/>
                    <a:pt x="508635" y="1370933"/>
                    <a:pt x="370332" y="1370933"/>
                  </a:cubicBezTo>
                  <a:cubicBezTo>
                    <a:pt x="258127" y="1370933"/>
                    <a:pt x="168402" y="1330166"/>
                    <a:pt x="101060" y="1248537"/>
                  </a:cubicBezTo>
                  <a:cubicBezTo>
                    <a:pt x="33718" y="1166908"/>
                    <a:pt x="0" y="1055751"/>
                    <a:pt x="0" y="915162"/>
                  </a:cubicBezTo>
                  <a:cubicBezTo>
                    <a:pt x="0" y="764381"/>
                    <a:pt x="37243" y="643604"/>
                    <a:pt x="111728" y="552831"/>
                  </a:cubicBezTo>
                  <a:cubicBezTo>
                    <a:pt x="186214" y="462058"/>
                    <a:pt x="285464" y="416624"/>
                    <a:pt x="409575" y="416624"/>
                  </a:cubicBezTo>
                  <a:cubicBezTo>
                    <a:pt x="533686" y="416624"/>
                    <a:pt x="621792" y="465868"/>
                    <a:pt x="677513" y="564452"/>
                  </a:cubicBezTo>
                  <a:lnTo>
                    <a:pt x="681038" y="564452"/>
                  </a:lnTo>
                  <a:lnTo>
                    <a:pt x="681038" y="0"/>
                  </a:lnTo>
                  <a:lnTo>
                    <a:pt x="887635" y="0"/>
                  </a:lnTo>
                  <a:lnTo>
                    <a:pt x="887635" y="1349693"/>
                  </a:lnTo>
                  <a:close/>
                  <a:moveTo>
                    <a:pt x="683705" y="932879"/>
                  </a:moveTo>
                  <a:lnTo>
                    <a:pt x="683705" y="813530"/>
                  </a:lnTo>
                  <a:cubicBezTo>
                    <a:pt x="683705" y="748855"/>
                    <a:pt x="662654" y="693896"/>
                    <a:pt x="620458" y="648843"/>
                  </a:cubicBezTo>
                  <a:cubicBezTo>
                    <a:pt x="578358" y="603695"/>
                    <a:pt x="524637" y="581216"/>
                    <a:pt x="459296" y="581216"/>
                  </a:cubicBezTo>
                  <a:cubicBezTo>
                    <a:pt x="382143" y="581216"/>
                    <a:pt x="321469" y="609981"/>
                    <a:pt x="277273" y="667607"/>
                  </a:cubicBezTo>
                  <a:cubicBezTo>
                    <a:pt x="233077" y="725138"/>
                    <a:pt x="210979" y="805053"/>
                    <a:pt x="210979" y="907066"/>
                  </a:cubicBezTo>
                  <a:cubicBezTo>
                    <a:pt x="210979" y="999649"/>
                    <a:pt x="232220" y="1072801"/>
                    <a:pt x="274606" y="1126522"/>
                  </a:cubicBezTo>
                  <a:cubicBezTo>
                    <a:pt x="316992" y="1180243"/>
                    <a:pt x="374142" y="1207103"/>
                    <a:pt x="445960" y="1207103"/>
                  </a:cubicBezTo>
                  <a:cubicBezTo>
                    <a:pt x="517779" y="1207103"/>
                    <a:pt x="573881" y="1181100"/>
                    <a:pt x="617791" y="1129189"/>
                  </a:cubicBezTo>
                  <a:cubicBezTo>
                    <a:pt x="661702" y="1077278"/>
                    <a:pt x="683705" y="1011841"/>
                    <a:pt x="683705" y="932879"/>
                  </a:cubicBezTo>
                  <a:close/>
                </a:path>
              </a:pathLst>
            </a:custGeom>
            <a:grpFill/>
            <a:ln w="9525" cap="flat">
              <a:noFill/>
              <a:prstDash val="solid"/>
              <a:miter/>
            </a:ln>
          </p:spPr>
          <p:txBody>
            <a:bodyPr rtlCol="0" anchor="ctr"/>
            <a:lstStyle/>
            <a:p>
              <a:pPr marL="0" marR="0" lvl="0" indent="0" algn="l" defTabSz="914192"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grpSp>
    </p:spTree>
    <p:extLst>
      <p:ext uri="{BB962C8B-B14F-4D97-AF65-F5344CB8AC3E}">
        <p14:creationId xmlns:p14="http://schemas.microsoft.com/office/powerpoint/2010/main" val="112675758"/>
      </p:ext>
    </p:extLst>
  </p:cSld>
  <p:clrMapOvr>
    <a:masterClrMapping/>
  </p:clrMapOvr>
  <p:transition>
    <p:fade/>
  </p:transition>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5B8EF10-4115-7EE6-1249-D6DC0A94D9B0}"/>
              </a:ext>
            </a:extLst>
          </p:cNvPr>
          <p:cNvPicPr>
            <a:picLocks noChangeAspect="1"/>
          </p:cNvPicPr>
          <p:nvPr userDrawn="1"/>
        </p:nvPicPr>
        <p:blipFill>
          <a:blip r:embed="rId2"/>
          <a:srcRect/>
          <a:stretch/>
        </p:blipFill>
        <p:spPr>
          <a:xfrm>
            <a:off x="1" y="1"/>
            <a:ext cx="12191998" cy="6857999"/>
          </a:xfrm>
          <a:prstGeom prst="rect">
            <a:avLst/>
          </a:prstGeom>
        </p:spPr>
      </p:pic>
      <p:sp>
        <p:nvSpPr>
          <p:cNvPr id="9" name="Title 1"/>
          <p:cNvSpPr>
            <a:spLocks noGrp="1"/>
          </p:cNvSpPr>
          <p:nvPr>
            <p:ph type="title" hasCustomPrompt="1"/>
          </p:nvPr>
        </p:nvSpPr>
        <p:spPr bwMode="white">
          <a:xfrm>
            <a:off x="584200" y="2918224"/>
            <a:ext cx="9144000" cy="615553"/>
          </a:xfrm>
          <a:noFill/>
        </p:spPr>
        <p:txBody>
          <a:bodyPr vert="horz" wrap="square" lIns="0" tIns="0" rIns="0" bIns="0" rtlCol="0" anchor="b" anchorCtr="0">
            <a:spAutoFit/>
          </a:bodyPr>
          <a:lstStyle>
            <a:lvl1pPr>
              <a:defRPr lang="en-US" sz="4000" dirty="0">
                <a:solidFill>
                  <a:srgbClr val="D4EC8E"/>
                </a:solidFill>
              </a:defRPr>
            </a:lvl1pPr>
          </a:lstStyle>
          <a:p>
            <a:pPr lvl="0"/>
            <a:r>
              <a:rPr lang="en-US"/>
              <a:t>Event name or presentation title </a:t>
            </a:r>
          </a:p>
        </p:txBody>
      </p:sp>
      <p:sp>
        <p:nvSpPr>
          <p:cNvPr id="5" name="Text Placeholder 4"/>
          <p:cNvSpPr>
            <a:spLocks noGrp="1"/>
          </p:cNvSpPr>
          <p:nvPr>
            <p:ph type="body" sz="quarter" idx="12" hasCustomPrompt="1"/>
          </p:nvPr>
        </p:nvSpPr>
        <p:spPr bwMode="white">
          <a:xfrm>
            <a:off x="584200" y="3962401"/>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white">
          <a:xfrm>
            <a:off x="584201" y="585789"/>
            <a:ext cx="1366245" cy="292608"/>
          </a:xfrm>
          <a:prstGeom prst="rect">
            <a:avLst/>
          </a:prstGeom>
        </p:spPr>
      </p:pic>
    </p:spTree>
    <p:extLst>
      <p:ext uri="{BB962C8B-B14F-4D97-AF65-F5344CB8AC3E}">
        <p14:creationId xmlns:p14="http://schemas.microsoft.com/office/powerpoint/2010/main" val="5634381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4"/>
            <a:ext cx="9144000" cy="615553"/>
          </a:xfrm>
          <a:noFill/>
        </p:spPr>
        <p:txBody>
          <a:bodyPr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1"/>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white - EMF" descr="Microsoft logo white text version">
            <a:extLst>
              <a:ext uri="{FF2B5EF4-FFF2-40B4-BE49-F238E27FC236}">
                <a16:creationId xmlns:a16="http://schemas.microsoft.com/office/drawing/2014/main" id="{74FE235F-02A3-CF25-8716-2552AE84423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black">
          <a:xfrm>
            <a:off x="584201" y="585789"/>
            <a:ext cx="1366245" cy="292608"/>
          </a:xfrm>
          <a:prstGeom prst="rect">
            <a:avLst/>
          </a:prstGeom>
        </p:spPr>
      </p:pic>
    </p:spTree>
    <p:extLst>
      <p:ext uri="{BB962C8B-B14F-4D97-AF65-F5344CB8AC3E}">
        <p14:creationId xmlns:p14="http://schemas.microsoft.com/office/powerpoint/2010/main" val="24825393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161276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802071820"/>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69"/>
            <a:ext cx="11018520" cy="1612768"/>
          </a:xfrm>
        </p:spPr>
        <p:txBody>
          <a:bodyPr wrap="square">
            <a:spAutoFit/>
          </a:bodyPr>
          <a:lstStyle>
            <a:lvl1pPr marL="0" indent="0">
              <a:buNone/>
              <a:defRPr/>
            </a:lvl1pPr>
            <a:lvl2pPr marL="228556" indent="0">
              <a:buNone/>
              <a:defRPr/>
            </a:lvl2pPr>
            <a:lvl3pPr marL="457112" indent="0">
              <a:buNone/>
              <a:defRPr/>
            </a:lvl3pPr>
            <a:lvl4pPr marL="685668" indent="0">
              <a:buNone/>
              <a:defRPr/>
            </a:lvl4pPr>
            <a:lvl5pPr marL="914225"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9039312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1" y="1435100"/>
            <a:ext cx="5211763" cy="1612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1612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22865264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3"/>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39" indent="0">
              <a:buFont typeface="Wingdings" panose="05000000000000000000" pitchFamily="2" charset="2"/>
              <a:buNone/>
              <a:defRPr sz="2000" b="0"/>
            </a:lvl2pPr>
            <a:lvl3pPr marL="450764" indent="0">
              <a:buFont typeface="Wingdings" panose="05000000000000000000" pitchFamily="2" charset="2"/>
              <a:buNone/>
              <a:tabLst/>
              <a:defRPr sz="1600" b="0"/>
            </a:lvl3pPr>
            <a:lvl4pPr marL="652337" indent="0">
              <a:buFont typeface="Wingdings" panose="05000000000000000000" pitchFamily="2" charset="2"/>
              <a:buNone/>
              <a:defRPr sz="1400" b="0"/>
            </a:lvl4pPr>
            <a:lvl5pPr marL="853911"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2" y="1435100"/>
            <a:ext cx="5212080" cy="1649682"/>
          </a:xfrm>
        </p:spPr>
        <p:txBody>
          <a:bodyPr wrap="square">
            <a:spAutoFit/>
          </a:bodyPr>
          <a:lstStyle>
            <a:lvl1pPr marL="0" indent="0">
              <a:spcBef>
                <a:spcPts val="1223"/>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39" indent="0">
              <a:buFont typeface="Wingdings" panose="05000000000000000000" pitchFamily="2" charset="2"/>
              <a:buNone/>
              <a:defRPr sz="2000" b="0"/>
            </a:lvl2pPr>
            <a:lvl3pPr marL="450764" indent="0">
              <a:buFont typeface="Wingdings" panose="05000000000000000000" pitchFamily="2" charset="2"/>
              <a:buNone/>
              <a:tabLst/>
              <a:defRPr sz="1600" b="0"/>
            </a:lvl3pPr>
            <a:lvl4pPr marL="652337" indent="0">
              <a:buFont typeface="Wingdings" panose="05000000000000000000" pitchFamily="2" charset="2"/>
              <a:buNone/>
              <a:defRPr sz="1400" b="0"/>
            </a:lvl4pPr>
            <a:lvl5pPr marL="853911"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830294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9"/>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9"/>
            <a:ext cx="5219700" cy="1612749"/>
          </a:xfrm>
        </p:spPr>
        <p:txBody>
          <a:bodyPr>
            <a:spAutoFit/>
          </a:bodyPr>
          <a:lstStyle>
            <a:lvl1pPr marL="171417" indent="-171417">
              <a:defRPr lang="en-US" sz="2400" dirty="0"/>
            </a:lvl1pPr>
            <a:lvl2pPr marL="342834" indent="-171417">
              <a:defRPr lang="en-US" dirty="0"/>
            </a:lvl2pPr>
            <a:lvl3pPr marL="514252" indent="-171417">
              <a:defRPr lang="en-US" dirty="0"/>
            </a:lvl3pPr>
            <a:lvl4pPr marL="666622" indent="-152371">
              <a:defRPr lang="en-US" dirty="0"/>
            </a:lvl4pPr>
            <a:lvl5pPr marL="793598" indent="-120627">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9"/>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9"/>
            <a:ext cx="5219700" cy="1612749"/>
          </a:xfrm>
        </p:spPr>
        <p:txBody>
          <a:bodyPr>
            <a:spAutoFit/>
          </a:bodyPr>
          <a:lstStyle>
            <a:lvl1pPr marL="171417" indent="-171417">
              <a:defRPr lang="en-US" sz="2400" dirty="0"/>
            </a:lvl1pPr>
            <a:lvl2pPr marL="342834" indent="-171417">
              <a:defRPr lang="en-US" dirty="0"/>
            </a:lvl2pPr>
            <a:lvl3pPr marL="514252" indent="-171417">
              <a:defRPr lang="en-US" dirty="0"/>
            </a:lvl3pPr>
            <a:lvl4pPr marL="685668" indent="-136499">
              <a:defRPr lang="en-US" dirty="0"/>
            </a:lvl4pPr>
            <a:lvl5pPr marL="793598" indent="-120627">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2347166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9"/>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4" y="2081213"/>
            <a:ext cx="5214937" cy="1551219"/>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9"/>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2" y="2081213"/>
            <a:ext cx="5214937" cy="1551219"/>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Box 2">
            <a:extLst>
              <a:ext uri="{FF2B5EF4-FFF2-40B4-BE49-F238E27FC236}">
                <a16:creationId xmlns:a16="http://schemas.microsoft.com/office/drawing/2014/main" id="{807CBEB8-AFEF-362F-CB36-DC00FA4C6C8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52739764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6"/>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6"/>
            <a:ext cx="3264408" cy="1760482"/>
          </a:xfrm>
        </p:spPr>
        <p:txBody>
          <a:bodyPr wrap="square">
            <a:spAutoFit/>
          </a:bodyPr>
          <a:lstStyle>
            <a:lvl1pPr marL="176180" indent="-176180">
              <a:defRPr lang="en-US" sz="2000" dirty="0"/>
            </a:lvl1pPr>
            <a:lvl2pPr marL="322201" indent="-150784">
              <a:defRPr lang="en-US" sz="1800" dirty="0"/>
            </a:lvl2pPr>
            <a:lvl3pPr marL="466636" indent="-138086">
              <a:defRPr lang="en-US" dirty="0"/>
            </a:lvl3pPr>
            <a:lvl4pPr marL="595199" indent="-128563">
              <a:defRPr lang="en-US" dirty="0"/>
            </a:lvl4pPr>
            <a:lvl5pPr marL="731698" indent="-12221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6"/>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6"/>
            <a:ext cx="3264408" cy="1760482"/>
          </a:xfrm>
        </p:spPr>
        <p:txBody>
          <a:bodyPr wrap="square">
            <a:spAutoFit/>
          </a:bodyPr>
          <a:lstStyle>
            <a:lvl1pPr marL="176180" indent="-176180">
              <a:defRPr lang="en-US" sz="2000" dirty="0"/>
            </a:lvl1pPr>
            <a:lvl2pPr marL="398386" indent="-169830">
              <a:defRPr lang="en-US" sz="1800" dirty="0"/>
            </a:lvl2pPr>
            <a:lvl3pPr marL="555518" indent="-157133">
              <a:defRPr lang="en-US" dirty="0"/>
            </a:lvl3pPr>
            <a:lvl4pPr marL="685668" indent="-136499">
              <a:defRPr lang="en-US" dirty="0"/>
            </a:lvl4pPr>
            <a:lvl5pPr marL="799946" indent="-111103">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6"/>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6"/>
            <a:ext cx="3264408" cy="1760482"/>
          </a:xfrm>
        </p:spPr>
        <p:txBody>
          <a:bodyPr wrap="square">
            <a:spAutoFit/>
          </a:bodyPr>
          <a:lstStyle>
            <a:lvl1pPr marL="176180" indent="-176180">
              <a:defRPr lang="en-US" sz="2000" dirty="0"/>
            </a:lvl1pPr>
            <a:lvl2pPr marL="398386" indent="-169830">
              <a:defRPr lang="en-US" sz="1800" dirty="0"/>
            </a:lvl2pPr>
            <a:lvl3pPr marL="555518" indent="-157133">
              <a:defRPr lang="en-US" dirty="0"/>
            </a:lvl3pPr>
            <a:lvl4pPr marL="685668" indent="-136499">
              <a:defRPr lang="en-US" dirty="0"/>
            </a:lvl4pPr>
            <a:lvl5pPr marL="799946" indent="-111103">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01530781"/>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6"/>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6"/>
            <a:ext cx="2532063" cy="1698927"/>
          </a:xfrm>
        </p:spPr>
        <p:txBody>
          <a:bodyPr wrap="square">
            <a:spAutoFit/>
          </a:bodyPr>
          <a:lstStyle>
            <a:lvl1pPr marL="141261" indent="-141261">
              <a:defRPr lang="en-US" sz="1800" dirty="0"/>
            </a:lvl1pPr>
            <a:lvl2pPr marL="285695" indent="-125389">
              <a:defRPr lang="en-US" sz="1600" dirty="0"/>
            </a:lvl2pPr>
            <a:lvl3pPr marL="438066" indent="-133325">
              <a:defRPr lang="en-US" dirty="0"/>
            </a:lvl3pPr>
            <a:lvl4pPr marL="566629" indent="-114278">
              <a:defRPr lang="en-US" dirty="0"/>
            </a:lvl4pPr>
            <a:lvl5pPr marL="685668" indent="-109517">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6"/>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6" y="2276475"/>
            <a:ext cx="2532063" cy="1698927"/>
          </a:xfrm>
        </p:spPr>
        <p:txBody>
          <a:bodyPr wrap="square">
            <a:spAutoFit/>
          </a:bodyPr>
          <a:lstStyle>
            <a:lvl1pPr marL="141261" indent="-141261">
              <a:defRPr lang="en-US" sz="1800" dirty="0"/>
            </a:lvl1pPr>
            <a:lvl2pPr marL="285695" indent="-125389">
              <a:defRPr lang="en-US" sz="1600" dirty="0"/>
            </a:lvl2pPr>
            <a:lvl3pPr marL="438066" indent="-133325">
              <a:defRPr lang="en-US" dirty="0"/>
            </a:lvl3pPr>
            <a:lvl4pPr marL="566629" indent="-114278">
              <a:defRPr lang="en-US" dirty="0"/>
            </a:lvl4pPr>
            <a:lvl5pPr marL="685668" indent="-109517">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9" y="1438276"/>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9" y="2283116"/>
            <a:ext cx="2532063" cy="1698927"/>
          </a:xfrm>
        </p:spPr>
        <p:txBody>
          <a:bodyPr wrap="square">
            <a:spAutoFit/>
          </a:bodyPr>
          <a:lstStyle>
            <a:lvl1pPr marL="141261" indent="-141261">
              <a:defRPr lang="en-US" sz="1800" dirty="0"/>
            </a:lvl1pPr>
            <a:lvl2pPr marL="285695" indent="-125389">
              <a:defRPr lang="en-US" sz="1600" dirty="0"/>
            </a:lvl2pPr>
            <a:lvl3pPr marL="438066" indent="-133325">
              <a:defRPr lang="en-US" dirty="0"/>
            </a:lvl3pPr>
            <a:lvl4pPr marL="566629" indent="-114278">
              <a:defRPr lang="en-US" dirty="0"/>
            </a:lvl4pPr>
            <a:lvl5pPr marL="685668" indent="-109517">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6"/>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4" y="2276475"/>
            <a:ext cx="2532063" cy="1698927"/>
          </a:xfrm>
        </p:spPr>
        <p:txBody>
          <a:bodyPr wrap="square">
            <a:spAutoFit/>
          </a:bodyPr>
          <a:lstStyle>
            <a:lvl1pPr marL="141261" indent="-141261">
              <a:defRPr lang="en-US" sz="1800" dirty="0"/>
            </a:lvl1pPr>
            <a:lvl2pPr marL="285695" indent="-125389">
              <a:defRPr lang="en-US" sz="1600" dirty="0"/>
            </a:lvl2pPr>
            <a:lvl3pPr marL="438066" indent="-133325">
              <a:defRPr lang="en-US" dirty="0"/>
            </a:lvl3pPr>
            <a:lvl4pPr marL="566629" indent="-114278">
              <a:defRPr lang="en-US" dirty="0"/>
            </a:lvl4pPr>
            <a:lvl5pPr marL="685668" indent="-109517">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70122067"/>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6"/>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6"/>
            <a:ext cx="1965960" cy="1452705"/>
          </a:xfrm>
        </p:spPr>
        <p:txBody>
          <a:bodyPr wrap="square">
            <a:spAutoFit/>
          </a:bodyPr>
          <a:lstStyle>
            <a:lvl1pPr marL="141261" indent="-141261">
              <a:defRPr lang="en-US" sz="1500" dirty="0"/>
            </a:lvl1pPr>
            <a:lvl2pPr marL="285695" indent="-125389">
              <a:defRPr lang="en-US" sz="1400" dirty="0"/>
            </a:lvl2pPr>
            <a:lvl3pPr marL="438066" indent="-133325">
              <a:defRPr lang="en-US" sz="1400" dirty="0"/>
            </a:lvl3pPr>
            <a:lvl4pPr marL="566629" indent="-114278">
              <a:defRPr lang="en-US" sz="1200" dirty="0"/>
            </a:lvl4pPr>
            <a:lvl5pPr marL="685668" indent="-109517">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6"/>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6"/>
            <a:ext cx="1965960" cy="1452705"/>
          </a:xfrm>
        </p:spPr>
        <p:txBody>
          <a:bodyPr wrap="square">
            <a:spAutoFit/>
          </a:bodyPr>
          <a:lstStyle>
            <a:lvl1pPr marL="141261" indent="-141261">
              <a:defRPr lang="en-US" sz="1500" dirty="0"/>
            </a:lvl1pPr>
            <a:lvl2pPr marL="285695" indent="-125389">
              <a:defRPr lang="en-US" sz="1400" dirty="0"/>
            </a:lvl2pPr>
            <a:lvl3pPr marL="438066" indent="-133325">
              <a:defRPr lang="en-US" sz="1400" dirty="0"/>
            </a:lvl3pPr>
            <a:lvl4pPr marL="566629" indent="-114278">
              <a:defRPr lang="en-US" sz="1200" dirty="0"/>
            </a:lvl4pPr>
            <a:lvl5pPr marL="685668" indent="-109517">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6"/>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6"/>
            <a:ext cx="1965960" cy="1452705"/>
          </a:xfrm>
        </p:spPr>
        <p:txBody>
          <a:bodyPr wrap="square">
            <a:spAutoFit/>
          </a:bodyPr>
          <a:lstStyle>
            <a:lvl1pPr marL="141261" indent="-141261">
              <a:defRPr lang="en-US" sz="1500" dirty="0"/>
            </a:lvl1pPr>
            <a:lvl2pPr marL="285695" indent="-125389">
              <a:defRPr lang="en-US" sz="1400" dirty="0"/>
            </a:lvl2pPr>
            <a:lvl3pPr marL="438066" indent="-133325">
              <a:defRPr lang="en-US" sz="1400" dirty="0"/>
            </a:lvl3pPr>
            <a:lvl4pPr marL="566629" indent="-114278">
              <a:defRPr lang="en-US" sz="1200" dirty="0"/>
            </a:lvl4pPr>
            <a:lvl5pPr marL="685668" indent="-109517">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6"/>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6"/>
            <a:ext cx="1965960" cy="1452705"/>
          </a:xfrm>
        </p:spPr>
        <p:txBody>
          <a:bodyPr wrap="square">
            <a:spAutoFit/>
          </a:bodyPr>
          <a:lstStyle>
            <a:lvl1pPr marL="141261" indent="-141261">
              <a:defRPr lang="en-US" sz="1500" dirty="0"/>
            </a:lvl1pPr>
            <a:lvl2pPr marL="285695" indent="-125389">
              <a:defRPr lang="en-US" sz="1400" dirty="0"/>
            </a:lvl2pPr>
            <a:lvl3pPr marL="438066" indent="-133325">
              <a:defRPr lang="en-US" sz="1400" dirty="0"/>
            </a:lvl3pPr>
            <a:lvl4pPr marL="566629" indent="-114278">
              <a:defRPr lang="en-US" sz="1200" dirty="0"/>
            </a:lvl4pPr>
            <a:lvl5pPr marL="685668" indent="-109517">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6"/>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6"/>
            <a:ext cx="1965960" cy="1452705"/>
          </a:xfrm>
        </p:spPr>
        <p:txBody>
          <a:bodyPr wrap="square">
            <a:spAutoFit/>
          </a:bodyPr>
          <a:lstStyle>
            <a:lvl1pPr marL="141261" indent="-141261">
              <a:defRPr lang="en-US" sz="1500" dirty="0"/>
            </a:lvl1pPr>
            <a:lvl2pPr marL="285695" indent="-125389">
              <a:defRPr lang="en-US" sz="1400" dirty="0"/>
            </a:lvl2pPr>
            <a:lvl3pPr marL="438066" indent="-133325">
              <a:defRPr lang="en-US" sz="1400" dirty="0"/>
            </a:lvl3pPr>
            <a:lvl4pPr marL="566629" indent="-114278">
              <a:defRPr lang="en-US" sz="1200" dirty="0"/>
            </a:lvl4pPr>
            <a:lvl5pPr marL="685668" indent="-109517">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256697"/>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8227732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5"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395125833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405205025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2016079"/>
            <a:ext cx="4158362" cy="1108121"/>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38610"/>
          </a:xfrm>
        </p:spPr>
        <p:txBody>
          <a:bodyPr/>
          <a:lstStyle>
            <a:lvl1pPr marL="0" indent="0">
              <a:buNone/>
              <a:defRPr sz="2200">
                <a:latin typeface="+mn-lt"/>
              </a:defRPr>
            </a:lvl1pPr>
            <a:lvl2pPr marL="228556" indent="0">
              <a:buNone/>
              <a:defRPr/>
            </a:lvl2pPr>
            <a:lvl3pPr marL="457112" indent="0">
              <a:buNone/>
              <a:defRPr/>
            </a:lvl3pPr>
            <a:lvl4pPr marL="661861" indent="0">
              <a:buNone/>
              <a:defRPr/>
            </a:lvl4pPr>
            <a:lvl5pPr marL="855499"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1"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039499619"/>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2873353"/>
            <a:ext cx="4159950" cy="1108121"/>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1"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252923789"/>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4" y="2979739"/>
            <a:ext cx="4163125" cy="861803"/>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1"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180050197"/>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758602631"/>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2"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844511149"/>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161133245"/>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436097"/>
            <a:ext cx="11018520" cy="554061"/>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1"/>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556" lvl="0" indent="-228556"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639380648"/>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866256"/>
            <a:ext cx="11018520" cy="554061"/>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556" lvl="0" indent="-228556"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159499329"/>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554061"/>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556" lvl="0" indent="-228556"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556" lvl="0" indent="-228556"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285976910"/>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4061"/>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4" y="5689600"/>
            <a:ext cx="3475037"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1" y="5689600"/>
            <a:ext cx="3475037"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2" y="5689600"/>
            <a:ext cx="3475037" cy="276999"/>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260297107"/>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4061"/>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553997"/>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553997"/>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1"/>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553997"/>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1"/>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553997"/>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1"/>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711359593"/>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42"/>
            <a:ext cx="11018520" cy="554061"/>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1"/>
            <a:ext cx="4892040" cy="276999"/>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276999"/>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9"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424558431"/>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41"/>
            <a:ext cx="11018520" cy="554061"/>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7" y="4800601"/>
            <a:ext cx="2852928"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1"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24422645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42"/>
            <a:ext cx="11018520" cy="554061"/>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7" y="4800601"/>
            <a:ext cx="1828800"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1"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3" y="4799409"/>
            <a:ext cx="1828800"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7"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110604728"/>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866542"/>
            <a:ext cx="11018520" cy="554061"/>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1" y="4799409"/>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5" y="4799409"/>
            <a:ext cx="1801368"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31866071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869716"/>
            <a:ext cx="11018520" cy="554061"/>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4"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4" y="4800600"/>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97806732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863760"/>
            <a:ext cx="11018520" cy="554061"/>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1"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1" y="4800600"/>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1"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1" y="4800600"/>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553997"/>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187253652"/>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863760"/>
            <a:ext cx="11018520" cy="554061"/>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830997"/>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571054338"/>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7" y="2309813"/>
            <a:ext cx="3182027" cy="554061"/>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3"/>
            <a:ext cx="7253288" cy="430901"/>
          </a:xfrm>
        </p:spPr>
        <p:txBody>
          <a:bodyPr anchor="t"/>
          <a:lstStyle>
            <a:lvl1pPr marL="231730" indent="-231730">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4"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2299753"/>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4" y="3150383"/>
            <a:ext cx="3182027" cy="554061"/>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3211963"/>
            <a:ext cx="6667500" cy="430901"/>
          </a:xfrm>
        </p:spPr>
        <p:txBody>
          <a:bodyPr anchor="ctr"/>
          <a:lstStyle>
            <a:lvl1pPr marL="231730" indent="-231730">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206175887"/>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86" indent="0">
              <a:buNone/>
              <a:tabLst>
                <a:tab pos="344422" algn="l"/>
              </a:tabLst>
              <a:defRPr sz="2400">
                <a:solidFill>
                  <a:schemeClr val="tx1"/>
                </a:solidFill>
                <a:latin typeface="Consolas" panose="020B0609020204030204" pitchFamily="49" charset="0"/>
                <a:cs typeface="Consolas" panose="020B0609020204030204" pitchFamily="49" charset="0"/>
              </a:defRPr>
            </a:lvl2pPr>
            <a:lvl3pPr marL="584495" indent="0">
              <a:buNone/>
              <a:tabLst>
                <a:tab pos="569803" algn="l"/>
              </a:tabLst>
              <a:defRPr sz="2400">
                <a:solidFill>
                  <a:schemeClr val="tx1"/>
                </a:solidFill>
                <a:latin typeface="Consolas" panose="020B0609020204030204" pitchFamily="49" charset="0"/>
                <a:cs typeface="Consolas" panose="020B0609020204030204" pitchFamily="49" charset="0"/>
              </a:defRPr>
            </a:lvl3pPr>
            <a:lvl4pPr marL="814407" indent="0">
              <a:buNone/>
              <a:tabLst>
                <a:tab pos="799946" algn="l"/>
              </a:tabLst>
              <a:defRPr sz="2400">
                <a:solidFill>
                  <a:schemeClr val="tx1"/>
                </a:solidFill>
                <a:latin typeface="Consolas" panose="020B0609020204030204" pitchFamily="49" charset="0"/>
                <a:cs typeface="Consolas" panose="020B0609020204030204" pitchFamily="49" charset="0"/>
              </a:defRPr>
            </a:lvl4pPr>
            <a:lvl5pPr marL="1050795" indent="0">
              <a:buNone/>
              <a:tabLst>
                <a:tab pos="1028502"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401297434"/>
      </p:ext>
    </p:extLst>
  </p:cSld>
  <p:clrMapOvr>
    <a:masterClrMapping/>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p:cSld name="Code Bottom">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487" indent="0">
              <a:buNone/>
              <a:defRPr sz="2400">
                <a:solidFill>
                  <a:srgbClr val="2F2F2F"/>
                </a:solidFill>
                <a:latin typeface="Segoe UI" panose="020B0502040204020203" pitchFamily="34" charset="0"/>
                <a:cs typeface="Segoe UI" panose="020B0502040204020203" pitchFamily="34" charset="0"/>
              </a:defRPr>
            </a:lvl2pPr>
            <a:lvl3pPr marL="456976" indent="0">
              <a:buNone/>
              <a:defRPr/>
            </a:lvl3pPr>
            <a:lvl4pPr marL="685462" indent="0">
              <a:buNone/>
              <a:defRPr/>
            </a:lvl4pPr>
            <a:lvl5pPr marL="913950"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382"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320"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163"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481"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414570497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p:cSld name="Code Top">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382"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320"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163"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481"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487" indent="0">
              <a:buNone/>
              <a:defRPr sz="2400">
                <a:solidFill>
                  <a:srgbClr val="2F2F2F"/>
                </a:solidFill>
                <a:latin typeface="Segoe UI" panose="020B0502040204020203" pitchFamily="34" charset="0"/>
                <a:cs typeface="Segoe UI" panose="020B0502040204020203" pitchFamily="34" charset="0"/>
              </a:defRPr>
            </a:lvl2pPr>
            <a:lvl3pPr marL="456976" indent="0">
              <a:buNone/>
              <a:defRPr/>
            </a:lvl3pPr>
            <a:lvl4pPr marL="685462" indent="0">
              <a:buNone/>
              <a:defRPr/>
            </a:lvl4pPr>
            <a:lvl5pPr marL="913950" indent="0">
              <a:buNone/>
              <a:defRPr/>
            </a:lvl5pPr>
          </a:lstStyle>
          <a:p>
            <a:pPr lvl="0"/>
            <a:r>
              <a:rPr lang="en-US"/>
              <a:t>Click to edit text</a:t>
            </a:r>
          </a:p>
        </p:txBody>
      </p:sp>
    </p:spTree>
    <p:extLst>
      <p:ext uri="{BB962C8B-B14F-4D97-AF65-F5344CB8AC3E}">
        <p14:creationId xmlns:p14="http://schemas.microsoft.com/office/powerpoint/2010/main" val="190967535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p:cSld name="Code Right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4"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6"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6976" indent="0">
              <a:buNone/>
              <a:defRPr/>
            </a:lvl3pPr>
            <a:lvl4pPr marL="685462" indent="0">
              <a:buNone/>
              <a:defRPr/>
            </a:lvl4pPr>
            <a:lvl5pPr marL="913950"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1"/>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382"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320"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163"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481"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54760140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p:cSld name="Code Left s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50"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1"/>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200"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382"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320"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163"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481"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6976" indent="0">
              <a:buNone/>
              <a:defRPr/>
            </a:lvl3pPr>
            <a:lvl4pPr marL="685462" indent="0">
              <a:buNone/>
              <a:defRPr/>
            </a:lvl4pPr>
            <a:lvl5pPr marL="913950" indent="0">
              <a:buNone/>
              <a:defRPr/>
            </a:lvl5pPr>
          </a:lstStyle>
          <a:p>
            <a:pPr lvl="0"/>
            <a:r>
              <a:rPr lang="en-US"/>
              <a:t>Click to edit text</a:t>
            </a:r>
          </a:p>
        </p:txBody>
      </p:sp>
    </p:spTree>
    <p:extLst>
      <p:ext uri="{BB962C8B-B14F-4D97-AF65-F5344CB8AC3E}">
        <p14:creationId xmlns:p14="http://schemas.microsoft.com/office/powerpoint/2010/main" val="248921606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p:cSld name="Demo slide">
    <p:bg>
      <p:bgPr>
        <a:solidFill>
          <a:srgbClr val="2A446F"/>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1F64A13-1480-A771-C5E0-989748C7DB46}"/>
              </a:ext>
            </a:extLst>
          </p:cNvPr>
          <p:cNvPicPr>
            <a:picLocks noChangeAspect="1"/>
          </p:cNvPicPr>
          <p:nvPr userDrawn="1"/>
        </p:nvPicPr>
        <p:blipFill>
          <a:blip r:embed="rId2"/>
          <a:srcRect/>
          <a:stretch/>
        </p:blipFill>
        <p:spPr>
          <a:xfrm>
            <a:off x="8449366" y="688"/>
            <a:ext cx="3742634" cy="6856622"/>
          </a:xfrm>
          <a:prstGeom prst="rect">
            <a:avLst/>
          </a:prstGeom>
        </p:spPr>
      </p:pic>
      <p:sp>
        <p:nvSpPr>
          <p:cNvPr id="2" name="Title 1"/>
          <p:cNvSpPr>
            <a:spLocks noGrp="1"/>
          </p:cNvSpPr>
          <p:nvPr>
            <p:ph type="title" hasCustomPrompt="1"/>
          </p:nvPr>
        </p:nvSpPr>
        <p:spPr>
          <a:xfrm>
            <a:off x="585216" y="2977824"/>
            <a:ext cx="9144000" cy="553998"/>
          </a:xfrm>
          <a:noFill/>
        </p:spPr>
        <p:txBody>
          <a:bodyPr lIns="0" tIns="0" rIns="0" bIns="0" anchor="b" anchorCtr="0">
            <a:spAutoFit/>
          </a:bodyPr>
          <a:lstStyle>
            <a:lvl1pPr algn="l" defTabSz="932563"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20"/>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3331630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p:cSld name="Demo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4"/>
            <a:ext cx="9144000" cy="553998"/>
          </a:xfrm>
          <a:noFill/>
        </p:spPr>
        <p:txBody>
          <a:bodyPr lIns="0" tIns="0" rIns="0" bIns="0" anchor="b" anchorCtr="0">
            <a:spAutoFit/>
          </a:bodyPr>
          <a:lstStyle>
            <a:lvl1pPr algn="l" defTabSz="932563"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20"/>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4827027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p:cSld name="Section Title">
    <p:bg>
      <p:bgPr>
        <a:solidFill>
          <a:srgbClr val="2A446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0D0199-9B4A-EF92-5063-6750098BCE42}"/>
              </a:ext>
            </a:extLst>
          </p:cNvPr>
          <p:cNvPicPr>
            <a:picLocks noChangeAspect="1"/>
          </p:cNvPicPr>
          <p:nvPr userDrawn="1"/>
        </p:nvPicPr>
        <p:blipFill>
          <a:blip r:embed="rId2"/>
          <a:srcRect/>
          <a:stretch/>
        </p:blipFill>
        <p:spPr>
          <a:xfrm>
            <a:off x="9700718" y="0"/>
            <a:ext cx="2490825" cy="6858000"/>
          </a:xfrm>
          <a:prstGeom prst="rect">
            <a:avLst/>
          </a:prstGeom>
        </p:spPr>
      </p:pic>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563"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92870994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p:cSld name="Section Titl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563"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4092538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966590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30483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marL="0" marR="0" lvl="0" indent="0" algn="l" defTabSz="932111" rtl="0" eaLnBrk="0" fontAlgn="auto" latinLnBrk="0" hangingPunct="0">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FFFFFF"/>
                </a:solidFill>
                <a:effectLst/>
                <a:uLnTx/>
                <a:uFillTx/>
                <a:latin typeface="Segoe UI"/>
                <a:ea typeface="+mn-ea"/>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1" y="585789"/>
            <a:ext cx="1366245" cy="292608"/>
          </a:xfrm>
          <a:prstGeom prst="rect">
            <a:avLst/>
          </a:prstGeom>
        </p:spPr>
      </p:pic>
    </p:spTree>
    <p:extLst>
      <p:ext uri="{BB962C8B-B14F-4D97-AF65-F5344CB8AC3E}">
        <p14:creationId xmlns:p14="http://schemas.microsoft.com/office/powerpoint/2010/main" val="20950939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2" y="6269039"/>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2647616065"/>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159.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38650-56F0-68CB-C138-894DCB476C27}"/>
              </a:ext>
            </a:extLst>
          </p:cNvPr>
          <p:cNvSpPr>
            <a:spLocks noGrp="1"/>
          </p:cNvSpPr>
          <p:nvPr>
            <p:ph type="ctrTitle"/>
          </p:nvPr>
        </p:nvSpPr>
        <p:spPr>
          <a:xfrm>
            <a:off x="1524000" y="1663388"/>
            <a:ext cx="9144000" cy="1846575"/>
          </a:xfrm>
        </p:spPr>
        <p:txBody>
          <a:bodyPr anchor="b"/>
          <a:lstStyle>
            <a:lvl1pPr algn="ctr">
              <a:defRPr sz="5998"/>
            </a:lvl1pPr>
          </a:lstStyle>
          <a:p>
            <a:r>
              <a:rPr lang="en-US"/>
              <a:t>Click to edit Master title style</a:t>
            </a:r>
          </a:p>
        </p:txBody>
      </p:sp>
      <p:sp>
        <p:nvSpPr>
          <p:cNvPr id="3" name="Subtitle 2">
            <a:extLst>
              <a:ext uri="{FF2B5EF4-FFF2-40B4-BE49-F238E27FC236}">
                <a16:creationId xmlns:a16="http://schemas.microsoft.com/office/drawing/2014/main" id="{23FE6D98-AAF1-F1DD-E090-879E19AD9C00}"/>
              </a:ext>
            </a:extLst>
          </p:cNvPr>
          <p:cNvSpPr>
            <a:spLocks noGrp="1"/>
          </p:cNvSpPr>
          <p:nvPr>
            <p:ph type="subTitle" idx="1"/>
          </p:nvPr>
        </p:nvSpPr>
        <p:spPr>
          <a:xfrm>
            <a:off x="1524000" y="3602038"/>
            <a:ext cx="9144000" cy="369353"/>
          </a:xfrm>
        </p:spPr>
        <p:txBody>
          <a:bodyPr/>
          <a:lstStyle>
            <a:lvl1pPr marL="0" indent="0" algn="ctr">
              <a:buNone/>
              <a:defRPr sz="2400"/>
            </a:lvl1pPr>
            <a:lvl2pPr marL="457112" indent="0" algn="ctr">
              <a:buNone/>
              <a:defRPr sz="2000"/>
            </a:lvl2pPr>
            <a:lvl3pPr marL="914225" indent="0" algn="ctr">
              <a:buNone/>
              <a:defRPr sz="1800"/>
            </a:lvl3pPr>
            <a:lvl4pPr marL="1371337" indent="0" algn="ctr">
              <a:buNone/>
              <a:defRPr sz="1600"/>
            </a:lvl4pPr>
            <a:lvl5pPr marL="1828449" indent="0" algn="ctr">
              <a:buNone/>
              <a:defRPr sz="1600"/>
            </a:lvl5pPr>
            <a:lvl6pPr marL="2285561" indent="0" algn="ctr">
              <a:buNone/>
              <a:defRPr sz="1600"/>
            </a:lvl6pPr>
            <a:lvl7pPr marL="2742674" indent="0" algn="ctr">
              <a:buNone/>
              <a:defRPr sz="1600"/>
            </a:lvl7pPr>
            <a:lvl8pPr marL="3199785" indent="0" algn="ctr">
              <a:buNone/>
              <a:defRPr sz="1600"/>
            </a:lvl8pPr>
            <a:lvl9pPr marL="3656897"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131BB77-9610-29D8-A007-222F812725BE}"/>
              </a:ext>
            </a:extLst>
          </p:cNvPr>
          <p:cNvSpPr>
            <a:spLocks noGrp="1"/>
          </p:cNvSpPr>
          <p:nvPr>
            <p:ph type="dt" sz="half" idx="10"/>
          </p:nvPr>
        </p:nvSpPr>
        <p:spPr/>
        <p:txBody>
          <a:bodyPr/>
          <a:lstStyle/>
          <a:p>
            <a:pPr defTabSz="914225">
              <a:defRPr/>
            </a:pPr>
            <a:fld id="{DB8F75B8-0206-4047-A67E-213EEEB5FDEC}" type="datetimeFigureOut">
              <a:rPr lang="en-US" smtClean="0">
                <a:solidFill>
                  <a:srgbClr val="FFFFFF"/>
                </a:solidFill>
              </a:rPr>
              <a:pPr defTabSz="914225">
                <a:defRPr/>
              </a:pPr>
              <a:t>9/28/2026</a:t>
            </a:fld>
            <a:endParaRPr lang="en-US">
              <a:solidFill>
                <a:srgbClr val="FFFFFF"/>
              </a:solidFill>
            </a:endParaRPr>
          </a:p>
        </p:txBody>
      </p:sp>
      <p:sp>
        <p:nvSpPr>
          <p:cNvPr id="5" name="Footer Placeholder 4">
            <a:extLst>
              <a:ext uri="{FF2B5EF4-FFF2-40B4-BE49-F238E27FC236}">
                <a16:creationId xmlns:a16="http://schemas.microsoft.com/office/drawing/2014/main" id="{A7E5F1FF-FBD1-DFE9-0D16-EF671E8F6B3B}"/>
              </a:ext>
            </a:extLst>
          </p:cNvPr>
          <p:cNvSpPr>
            <a:spLocks noGrp="1"/>
          </p:cNvSpPr>
          <p:nvPr>
            <p:ph type="ftr" sz="quarter" idx="11"/>
          </p:nvPr>
        </p:nvSpPr>
        <p:spPr/>
        <p:txBody>
          <a:bodyPr/>
          <a:lstStyle/>
          <a:p>
            <a:pPr defTabSz="914225">
              <a:defRPr/>
            </a:pPr>
            <a:endParaRPr lang="en-US">
              <a:solidFill>
                <a:srgbClr val="FFFFFF"/>
              </a:solidFill>
            </a:endParaRPr>
          </a:p>
        </p:txBody>
      </p:sp>
      <p:sp>
        <p:nvSpPr>
          <p:cNvPr id="6" name="Slide Number Placeholder 5">
            <a:extLst>
              <a:ext uri="{FF2B5EF4-FFF2-40B4-BE49-F238E27FC236}">
                <a16:creationId xmlns:a16="http://schemas.microsoft.com/office/drawing/2014/main" id="{9A037BAD-D5BB-6DA2-7F22-89917C98CEF5}"/>
              </a:ext>
            </a:extLst>
          </p:cNvPr>
          <p:cNvSpPr>
            <a:spLocks noGrp="1"/>
          </p:cNvSpPr>
          <p:nvPr>
            <p:ph type="sldNum" sz="quarter" idx="12"/>
          </p:nvPr>
        </p:nvSpPr>
        <p:spPr/>
        <p:txBody>
          <a:bodyPr/>
          <a:lstStyle/>
          <a:p>
            <a:pPr defTabSz="914225">
              <a:defRPr/>
            </a:pPr>
            <a:fld id="{0A44C6BE-DF8D-4FD8-8300-CB623C48072B}" type="slidenum">
              <a:rPr lang="en-US" smtClean="0">
                <a:solidFill>
                  <a:srgbClr val="FFFFFF"/>
                </a:solidFill>
              </a:rPr>
              <a:pPr defTabSz="914225">
                <a:defRPr/>
              </a:pPr>
              <a:t>‹#›</a:t>
            </a:fld>
            <a:endParaRPr lang="en-US">
              <a:solidFill>
                <a:srgbClr val="FFFFFF"/>
              </a:solidFill>
            </a:endParaRPr>
          </a:p>
        </p:txBody>
      </p:sp>
    </p:spTree>
    <p:extLst>
      <p:ext uri="{BB962C8B-B14F-4D97-AF65-F5344CB8AC3E}">
        <p14:creationId xmlns:p14="http://schemas.microsoft.com/office/powerpoint/2010/main" val="721022907"/>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plain white">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43805"/>
      </p:ext>
    </p:extLst>
  </p:cSld>
  <p:clrMapOvr>
    <a:overrideClrMapping bg1="dk1" tx1="lt1" bg2="dk2" tx2="lt2" accent1="accent1" accent2="accent2" accent3="accent3" accent4="accent4" accent5="accent5" accent6="accent6" hlink="hlink" folHlink="folHlink"/>
  </p:clrMapOvr>
  <p:transition spd="slow">
    <p:fade/>
  </p:transition>
  <p:extLst>
    <p:ext uri="{DCECCB84-F9BA-43D5-87BE-67443E8EF086}">
      <p15:sldGuideLst xmlns:p15="http://schemas.microsoft.com/office/powerpoint/2012/main">
        <p15:guide id="2" orient="horz" pos="2496">
          <p15:clr>
            <a:srgbClr val="5ACBF0"/>
          </p15:clr>
        </p15:guide>
        <p15:guide id="3" pos="3355">
          <p15:clr>
            <a:srgbClr val="FBAE4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161.xml><?xml version="1.0" encoding="utf-8"?>
<p:sldLayout xmlns:a="http://schemas.openxmlformats.org/drawingml/2006/main" xmlns:r="http://schemas.openxmlformats.org/officeDocument/2006/relationships" xmlns:p="http://schemas.openxmlformats.org/presentationml/2006/main" userDrawn="1">
  <p:cSld name="1_Tex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Heading Segoe UI </a:t>
            </a:r>
            <a:r>
              <a:rPr lang="en-US" err="1"/>
              <a:t>Semibold</a:t>
            </a:r>
            <a:r>
              <a:rPr lang="en-US"/>
              <a:t> 28/32</a:t>
            </a:r>
          </a:p>
        </p:txBody>
      </p:sp>
      <p:sp>
        <p:nvSpPr>
          <p:cNvPr id="18" name="Text Box 3">
            <a:extLst>
              <a:ext uri="{FF2B5EF4-FFF2-40B4-BE49-F238E27FC236}">
                <a16:creationId xmlns:a16="http://schemas.microsoft.com/office/drawing/2014/main" id="{19F02595-114B-2D46-ABDC-5E65D166807C}"/>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7" name="Text Placeholder 3">
            <a:extLst>
              <a:ext uri="{FF2B5EF4-FFF2-40B4-BE49-F238E27FC236}">
                <a16:creationId xmlns:a16="http://schemas.microsoft.com/office/drawing/2014/main" id="{FEE1E43F-C091-614B-AA20-F39D0AACAA1C}"/>
              </a:ext>
            </a:extLst>
          </p:cNvPr>
          <p:cNvSpPr>
            <a:spLocks noGrp="1"/>
          </p:cNvSpPr>
          <p:nvPr>
            <p:ph type="body" sz="quarter" idx="10" hasCustomPrompt="1"/>
          </p:nvPr>
        </p:nvSpPr>
        <p:spPr>
          <a:xfrm>
            <a:off x="455995" y="1922586"/>
            <a:ext cx="9384447" cy="3365537"/>
          </a:xfrm>
          <a:prstGeom prst="rect">
            <a:avLst/>
          </a:prstGeom>
        </p:spPr>
        <p:txBody>
          <a:bodyPr wrap="square" lIns="0" tIns="0" rIns="0" bIns="0">
            <a:spAutoFit/>
          </a:bodyPr>
          <a:lstStyle>
            <a:lvl1pPr marL="336145" marR="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lang="en-US" sz="1961" kern="1200" spc="0" baseline="0" dirty="0">
                <a:solidFill>
                  <a:srgbClr val="000000"/>
                </a:solidFill>
                <a:latin typeface="+mn-lt"/>
                <a:ea typeface="+mn-ea"/>
                <a:cs typeface="+mn-cs"/>
              </a:defRPr>
            </a:lvl1pPr>
            <a:lvl2pPr marL="224097" indent="0">
              <a:buNone/>
              <a:defRPr/>
            </a:lvl2pPr>
            <a:lvl3pPr marL="448193" indent="0">
              <a:buNone/>
              <a:defRPr/>
            </a:lvl3pPr>
            <a:lvl4pPr marL="672290" indent="0">
              <a:buNone/>
              <a:defRPr/>
            </a:lvl4pPr>
            <a:lvl5pPr marL="896386" indent="0">
              <a:buNone/>
              <a:defRPr/>
            </a:lvl5pPr>
          </a:lstStyle>
          <a:p>
            <a:pPr lvl="0"/>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br>
              <a:rPr lang="en-US"/>
            </a:br>
            <a:endParaRPr lang="en-US"/>
          </a:p>
          <a:p>
            <a:pPr marL="336145" marR="0" lvl="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a:pPr>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br>
              <a:rPr lang="en-US"/>
            </a:br>
            <a:endParaRPr lang="en-US"/>
          </a:p>
          <a:p>
            <a:pPr marL="336145" marR="0" lvl="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a:pPr>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endParaRPr lang="en-US"/>
          </a:p>
          <a:p>
            <a:pPr lvl="0"/>
            <a:endParaRPr lang="en-US"/>
          </a:p>
          <a:p>
            <a:pPr lvl="0"/>
            <a:endParaRPr lang="en-US"/>
          </a:p>
          <a:p>
            <a:pPr lvl="0"/>
            <a:endParaRPr lang="en-US"/>
          </a:p>
        </p:txBody>
      </p:sp>
    </p:spTree>
    <p:extLst>
      <p:ext uri="{BB962C8B-B14F-4D97-AF65-F5344CB8AC3E}">
        <p14:creationId xmlns:p14="http://schemas.microsoft.com/office/powerpoint/2010/main" val="3954546350"/>
      </p:ext>
    </p:extLst>
  </p:cSld>
  <p:clrMapOvr>
    <a:masterClrMapping/>
  </p:clrMapOvr>
  <p:transition>
    <p:fade/>
  </p:transition>
</p:sldLayout>
</file>

<file path=ppt/slideLayouts/slideLayout162.xml><?xml version="1.0" encoding="utf-8"?>
<p:sldLayout xmlns:a="http://schemas.openxmlformats.org/drawingml/2006/main" xmlns:r="http://schemas.openxmlformats.org/officeDocument/2006/relationships" xmlns:p="http://schemas.openxmlformats.org/presentationml/2006/main" userDrawn="1">
  <p:cSld name="1_Stats - 4 stats">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6408263" y="2593912"/>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 name="Text Placeholder 4">
            <a:extLst>
              <a:ext uri="{FF2B5EF4-FFF2-40B4-BE49-F238E27FC236}">
                <a16:creationId xmlns:a16="http://schemas.microsoft.com/office/drawing/2014/main" id="{C8B2DAB2-E406-C226-C7A1-F55EFB60C685}"/>
              </a:ext>
            </a:extLst>
          </p:cNvPr>
          <p:cNvSpPr>
            <a:spLocks noGrp="1"/>
          </p:cNvSpPr>
          <p:nvPr>
            <p:ph type="body" sz="quarter" idx="13" hasCustomPrompt="1"/>
          </p:nvPr>
        </p:nvSpPr>
        <p:spPr>
          <a:xfrm>
            <a:off x="584200" y="6138442"/>
            <a:ext cx="9144000" cy="169277"/>
          </a:xfrm>
          <a:noFill/>
        </p:spPr>
        <p:txBody>
          <a:bodyPr wrap="square" lIns="0" tIns="0" rIns="0" bIns="0">
            <a:spAutoFit/>
          </a:bodyPr>
          <a:lstStyle>
            <a:lvl1pPr marL="0" indent="0">
              <a:spcBef>
                <a:spcPts val="0"/>
              </a:spcBef>
              <a:buNone/>
              <a:defRPr sz="1100" spc="0" baseline="0">
                <a:solidFill>
                  <a:schemeClr val="tx1"/>
                </a:solidFill>
                <a:latin typeface="+mn-lt"/>
                <a:cs typeface="Segoe UI" panose="020B0502040204020203" pitchFamily="34" charset="0"/>
              </a:defRPr>
            </a:lvl1pPr>
          </a:lstStyle>
          <a:p>
            <a:pPr lvl="0"/>
            <a:r>
              <a:rPr lang="en-US"/>
              <a:t>Source:  Footnote</a:t>
            </a:r>
          </a:p>
        </p:txBody>
      </p:sp>
      <p:sp>
        <p:nvSpPr>
          <p:cNvPr id="9" name="Title 1"/>
          <p:cNvSpPr>
            <a:spLocks noGrp="1"/>
          </p:cNvSpPr>
          <p:nvPr userDrawn="1">
            <p:ph type="title" hasCustomPrompt="1"/>
          </p:nvPr>
        </p:nvSpPr>
        <p:spPr>
          <a:xfrm>
            <a:off x="584201" y="1949505"/>
            <a:ext cx="4001052" cy="2708434"/>
          </a:xfrm>
          <a:noFill/>
        </p:spPr>
        <p:txBody>
          <a:bodyPr vert="horz" wrap="square" lIns="0" tIns="0" rIns="0" bIns="0" rtlCol="0" anchor="ctr" anchorCtr="0">
            <a:spAutoFit/>
          </a:bodyPr>
          <a:lstStyle>
            <a:lvl1pPr>
              <a:defRPr lang="en-US" sz="4400" dirty="0">
                <a:solidFill>
                  <a:schemeClr val="tx1"/>
                </a:solidFill>
                <a:latin typeface="Segoe UI Semibold" panose="020B0702040204020203" pitchFamily="34" charset="0"/>
                <a:cs typeface="Segoe UI Semibold" panose="020B0702040204020203" pitchFamily="34" charset="0"/>
              </a:defRPr>
            </a:lvl1pPr>
          </a:lstStyle>
          <a:p>
            <a:pPr lvl="0"/>
            <a:r>
              <a:rPr lang="en-US"/>
              <a:t>Insert subheading</a:t>
            </a:r>
            <a:br>
              <a:rPr lang="en-US"/>
            </a:br>
            <a:r>
              <a:rPr lang="en-US"/>
              <a:t>related to these</a:t>
            </a:r>
            <a:br>
              <a:rPr lang="en-US"/>
            </a:br>
            <a:r>
              <a:rPr lang="en-US"/>
              <a:t>four stats</a:t>
            </a:r>
          </a:p>
        </p:txBody>
      </p:sp>
      <p:sp>
        <p:nvSpPr>
          <p:cNvPr id="21" name="Text Placeholder 4">
            <a:extLst>
              <a:ext uri="{FF2B5EF4-FFF2-40B4-BE49-F238E27FC236}">
                <a16:creationId xmlns:a16="http://schemas.microsoft.com/office/drawing/2014/main" id="{813099B2-2129-039A-2767-165420C12524}"/>
              </a:ext>
            </a:extLst>
          </p:cNvPr>
          <p:cNvSpPr>
            <a:spLocks noGrp="1"/>
          </p:cNvSpPr>
          <p:nvPr>
            <p:ph type="body" sz="quarter" idx="14" hasCustomPrompt="1"/>
          </p:nvPr>
        </p:nvSpPr>
        <p:spPr>
          <a:xfrm>
            <a:off x="6408264" y="1497079"/>
            <a:ext cx="1986441" cy="1107996"/>
          </a:xfrm>
          <a:noFill/>
        </p:spPr>
        <p:txBody>
          <a:bodyPr wrap="square" lIns="0" tIns="0" rIns="0" bIns="0">
            <a:spAutoFit/>
          </a:bodyPr>
          <a:lstStyle>
            <a:lvl1pPr marL="0" indent="0">
              <a:spcBef>
                <a:spcPts val="0"/>
              </a:spcBef>
              <a:buNone/>
              <a:defRPr sz="7198"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25%</a:t>
            </a:r>
          </a:p>
        </p:txBody>
      </p:sp>
      <p:sp>
        <p:nvSpPr>
          <p:cNvPr id="25" name="Text Placeholder 4">
            <a:extLst>
              <a:ext uri="{FF2B5EF4-FFF2-40B4-BE49-F238E27FC236}">
                <a16:creationId xmlns:a16="http://schemas.microsoft.com/office/drawing/2014/main" id="{409B7551-B84E-357E-0A6D-3D01BC60F254}"/>
              </a:ext>
            </a:extLst>
          </p:cNvPr>
          <p:cNvSpPr>
            <a:spLocks noGrp="1"/>
          </p:cNvSpPr>
          <p:nvPr>
            <p:ph type="body" sz="quarter" idx="15" hasCustomPrompt="1"/>
          </p:nvPr>
        </p:nvSpPr>
        <p:spPr>
          <a:xfrm>
            <a:off x="9148843" y="2593912"/>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6" name="Text Placeholder 4">
            <a:extLst>
              <a:ext uri="{FF2B5EF4-FFF2-40B4-BE49-F238E27FC236}">
                <a16:creationId xmlns:a16="http://schemas.microsoft.com/office/drawing/2014/main" id="{EFF06BA3-3BAA-1074-85B9-B606438A8F9E}"/>
              </a:ext>
            </a:extLst>
          </p:cNvPr>
          <p:cNvSpPr>
            <a:spLocks noGrp="1"/>
          </p:cNvSpPr>
          <p:nvPr>
            <p:ph type="body" sz="quarter" idx="16" hasCustomPrompt="1"/>
          </p:nvPr>
        </p:nvSpPr>
        <p:spPr>
          <a:xfrm>
            <a:off x="9148844" y="1497079"/>
            <a:ext cx="1986441" cy="1107996"/>
          </a:xfrm>
          <a:noFill/>
        </p:spPr>
        <p:txBody>
          <a:bodyPr wrap="square" lIns="0" tIns="0" rIns="0" bIns="0">
            <a:spAutoFit/>
          </a:bodyPr>
          <a:lstStyle>
            <a:lvl1pPr marL="0" indent="0">
              <a:spcBef>
                <a:spcPts val="0"/>
              </a:spcBef>
              <a:buNone/>
              <a:defRPr sz="7198"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62%</a:t>
            </a:r>
          </a:p>
        </p:txBody>
      </p:sp>
      <p:sp>
        <p:nvSpPr>
          <p:cNvPr id="27" name="Text Placeholder 4">
            <a:extLst>
              <a:ext uri="{FF2B5EF4-FFF2-40B4-BE49-F238E27FC236}">
                <a16:creationId xmlns:a16="http://schemas.microsoft.com/office/drawing/2014/main" id="{DAF3389C-C772-F76C-525F-79C9628C93DA}"/>
              </a:ext>
            </a:extLst>
          </p:cNvPr>
          <p:cNvSpPr>
            <a:spLocks noGrp="1"/>
          </p:cNvSpPr>
          <p:nvPr>
            <p:ph type="body" sz="quarter" idx="17" hasCustomPrompt="1"/>
          </p:nvPr>
        </p:nvSpPr>
        <p:spPr>
          <a:xfrm>
            <a:off x="6408263" y="4732299"/>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8" name="Text Placeholder 4">
            <a:extLst>
              <a:ext uri="{FF2B5EF4-FFF2-40B4-BE49-F238E27FC236}">
                <a16:creationId xmlns:a16="http://schemas.microsoft.com/office/drawing/2014/main" id="{583FBD10-C4E7-6215-D18A-853EF9F8360A}"/>
              </a:ext>
            </a:extLst>
          </p:cNvPr>
          <p:cNvSpPr>
            <a:spLocks noGrp="1"/>
          </p:cNvSpPr>
          <p:nvPr>
            <p:ph type="body" sz="quarter" idx="18" hasCustomPrompt="1"/>
          </p:nvPr>
        </p:nvSpPr>
        <p:spPr>
          <a:xfrm>
            <a:off x="6408264" y="3635466"/>
            <a:ext cx="1986441" cy="1107996"/>
          </a:xfrm>
          <a:noFill/>
        </p:spPr>
        <p:txBody>
          <a:bodyPr wrap="square" lIns="0" tIns="0" rIns="0" bIns="0">
            <a:spAutoFit/>
          </a:bodyPr>
          <a:lstStyle>
            <a:lvl1pPr marL="0" indent="0">
              <a:spcBef>
                <a:spcPts val="0"/>
              </a:spcBef>
              <a:buNone/>
              <a:defRPr sz="7198"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98%</a:t>
            </a:r>
          </a:p>
        </p:txBody>
      </p:sp>
      <p:sp>
        <p:nvSpPr>
          <p:cNvPr id="29" name="Text Placeholder 4">
            <a:extLst>
              <a:ext uri="{FF2B5EF4-FFF2-40B4-BE49-F238E27FC236}">
                <a16:creationId xmlns:a16="http://schemas.microsoft.com/office/drawing/2014/main" id="{66F2B96E-2D44-A7BB-8BF0-282A68FE1CC9}"/>
              </a:ext>
            </a:extLst>
          </p:cNvPr>
          <p:cNvSpPr>
            <a:spLocks noGrp="1"/>
          </p:cNvSpPr>
          <p:nvPr>
            <p:ph type="body" sz="quarter" idx="19" hasCustomPrompt="1"/>
          </p:nvPr>
        </p:nvSpPr>
        <p:spPr>
          <a:xfrm>
            <a:off x="9148843" y="4732299"/>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0" name="Text Placeholder 4">
            <a:extLst>
              <a:ext uri="{FF2B5EF4-FFF2-40B4-BE49-F238E27FC236}">
                <a16:creationId xmlns:a16="http://schemas.microsoft.com/office/drawing/2014/main" id="{659B3A17-0571-55CB-4C15-3E3B6424B5FC}"/>
              </a:ext>
            </a:extLst>
          </p:cNvPr>
          <p:cNvSpPr>
            <a:spLocks noGrp="1"/>
          </p:cNvSpPr>
          <p:nvPr>
            <p:ph type="body" sz="quarter" idx="20" hasCustomPrompt="1"/>
          </p:nvPr>
        </p:nvSpPr>
        <p:spPr>
          <a:xfrm>
            <a:off x="9148844" y="3635466"/>
            <a:ext cx="1986441" cy="1107996"/>
          </a:xfrm>
          <a:noFill/>
        </p:spPr>
        <p:txBody>
          <a:bodyPr wrap="square" lIns="0" tIns="0" rIns="0" bIns="0">
            <a:spAutoFit/>
          </a:bodyPr>
          <a:lstStyle>
            <a:lvl1pPr marL="0" indent="0">
              <a:spcBef>
                <a:spcPts val="0"/>
              </a:spcBef>
              <a:buNone/>
              <a:defRPr sz="7198"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35%</a:t>
            </a:r>
          </a:p>
        </p:txBody>
      </p:sp>
    </p:spTree>
    <p:extLst>
      <p:ext uri="{BB962C8B-B14F-4D97-AF65-F5344CB8AC3E}">
        <p14:creationId xmlns:p14="http://schemas.microsoft.com/office/powerpoint/2010/main" val="26078325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63.xml><?xml version="1.0" encoding="utf-8"?>
<p:sldLayout xmlns:a="http://schemas.openxmlformats.org/drawingml/2006/main" xmlns:r="http://schemas.openxmlformats.org/officeDocument/2006/relationships" xmlns:p="http://schemas.openxmlformats.org/presentationml/2006/main" userDrawn="1">
  <p:cSld name="1_Title and text side by side 2">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B8A973F1-C54B-4D68-8CD3-42603664BB73}"/>
              </a:ext>
            </a:extLst>
          </p:cNvPr>
          <p:cNvSpPr>
            <a:spLocks noGrp="1"/>
          </p:cNvSpPr>
          <p:nvPr>
            <p:ph type="title"/>
          </p:nvPr>
        </p:nvSpPr>
        <p:spPr>
          <a:xfrm>
            <a:off x="584201" y="1878182"/>
            <a:ext cx="3701553" cy="1108121"/>
          </a:xfrm>
        </p:spPr>
        <p:txBody>
          <a:bodyPr anchor="b"/>
          <a:lstStyle>
            <a:lvl1pPr algn="l">
              <a:defRPr>
                <a:solidFill>
                  <a:schemeClr val="tx1"/>
                </a:solidFill>
              </a:defRPr>
            </a:lvl1pPr>
          </a:lstStyle>
          <a:p>
            <a:r>
              <a:rPr lang="en-US"/>
              <a:t>Click to edit Master</a:t>
            </a:r>
          </a:p>
        </p:txBody>
      </p:sp>
      <p:sp>
        <p:nvSpPr>
          <p:cNvPr id="6" name="TextBox 5">
            <a:extLst>
              <a:ext uri="{FF2B5EF4-FFF2-40B4-BE49-F238E27FC236}">
                <a16:creationId xmlns:a16="http://schemas.microsoft.com/office/drawing/2014/main" id="{A1DC2181-37AB-40A3-B61C-1DE7DBB57D6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8" name="Text Placeholder 6">
            <a:extLst>
              <a:ext uri="{FF2B5EF4-FFF2-40B4-BE49-F238E27FC236}">
                <a16:creationId xmlns:a16="http://schemas.microsoft.com/office/drawing/2014/main" id="{F0A611E8-C659-47FB-BDFD-0961C0B8A0E4}"/>
              </a:ext>
            </a:extLst>
          </p:cNvPr>
          <p:cNvSpPr>
            <a:spLocks noGrp="1"/>
          </p:cNvSpPr>
          <p:nvPr>
            <p:ph type="body" sz="quarter" idx="12"/>
          </p:nvPr>
        </p:nvSpPr>
        <p:spPr>
          <a:xfrm>
            <a:off x="4941889" y="2548710"/>
            <a:ext cx="6667497" cy="1757404"/>
          </a:xfrm>
        </p:spPr>
        <p:txBody>
          <a:bodyPr anchor="ctr"/>
          <a:lstStyle>
            <a:lvl1pPr>
              <a:spcBef>
                <a:spcPts val="1200"/>
              </a:spcBef>
              <a:defRPr sz="2000">
                <a:solidFill>
                  <a:schemeClr val="accent2">
                    <a:lumMod val="60000"/>
                    <a:lumOff val="40000"/>
                  </a:schemeClr>
                </a:solidFill>
              </a:defRPr>
            </a:lvl1pPr>
            <a:lvl2pPr>
              <a:spcBef>
                <a:spcPts val="0"/>
              </a:spcBef>
              <a:spcAft>
                <a:spcPts val="600"/>
              </a:spcAft>
              <a:defRPr sz="1400">
                <a:solidFill>
                  <a:schemeClr val="tx1"/>
                </a:solidFill>
              </a:defRPr>
            </a:lvl2pPr>
            <a:lvl3pPr marL="173004" indent="-173004">
              <a:spcBef>
                <a:spcPts val="600"/>
              </a:spcBef>
              <a:spcAft>
                <a:spcPts val="600"/>
              </a:spcAft>
              <a:buFont typeface="Arial" panose="020B0604020202020204" pitchFamily="34" charset="0"/>
              <a:buChar char="•"/>
              <a:defRPr sz="1400">
                <a:solidFill>
                  <a:schemeClr val="tx1"/>
                </a:solidFill>
              </a:defRPr>
            </a:lvl3pPr>
            <a:lvl4pPr>
              <a:spcBef>
                <a:spcPts val="2400"/>
              </a:spcBef>
              <a:defRPr sz="1400">
                <a:solidFill>
                  <a:schemeClr val="accent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65007963"/>
      </p:ext>
    </p:extLst>
  </p:cSld>
  <p:clrMapOvr>
    <a:masterClrMapping/>
  </p:clrMapOvr>
  <p:transition>
    <p:fade/>
  </p:transition>
  <p:extLst>
    <p:ext uri="{DCECCB84-F9BA-43D5-87BE-67443E8EF086}">
      <p15:sldGuideLst xmlns:p15="http://schemas.microsoft.com/office/powerpoint/2012/main">
        <p15:guide id="13" pos="2736">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userDrawn="1">
  <p:cSld name="8_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C52D44-16D8-419F-8260-91CB57C5C457}"/>
              </a:ext>
            </a:extLst>
          </p:cNvPr>
          <p:cNvSpPr>
            <a:spLocks noGrp="1"/>
          </p:cNvSpPr>
          <p:nvPr>
            <p:ph type="title"/>
          </p:nvPr>
        </p:nvSpPr>
        <p:spPr/>
        <p:txBody>
          <a:bodyPr/>
          <a:lstStyle/>
          <a:p>
            <a:r>
              <a:rPr lang="en-US"/>
              <a:t>Click to edit Master title style</a:t>
            </a:r>
          </a:p>
        </p:txBody>
      </p:sp>
      <p:sp>
        <p:nvSpPr>
          <p:cNvPr id="6" name="TextBox 5">
            <a:extLst>
              <a:ext uri="{FF2B5EF4-FFF2-40B4-BE49-F238E27FC236}">
                <a16:creationId xmlns:a16="http://schemas.microsoft.com/office/drawing/2014/main" id="{2A8B3ECF-E4A4-4BBE-8FC7-9B89BFA966A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6">
            <a:extLst>
              <a:ext uri="{FF2B5EF4-FFF2-40B4-BE49-F238E27FC236}">
                <a16:creationId xmlns:a16="http://schemas.microsoft.com/office/drawing/2014/main" id="{0FDE2D20-95F6-4556-9D7B-553EF22926E5}"/>
              </a:ext>
            </a:extLst>
          </p:cNvPr>
          <p:cNvSpPr>
            <a:spLocks noGrp="1"/>
          </p:cNvSpPr>
          <p:nvPr>
            <p:ph type="body" sz="quarter" idx="12"/>
          </p:nvPr>
        </p:nvSpPr>
        <p:spPr>
          <a:xfrm>
            <a:off x="584200" y="1435101"/>
            <a:ext cx="5040313" cy="2117503"/>
          </a:xfrm>
        </p:spPr>
        <p:txBody>
          <a:bodyPr>
            <a:noAutofit/>
          </a:bodyPr>
          <a:lstStyle>
            <a:lvl1pPr>
              <a:spcBef>
                <a:spcPts val="600"/>
              </a:spcBef>
              <a:spcAft>
                <a:spcPts val="600"/>
              </a:spcAft>
              <a:defRPr sz="2000">
                <a:solidFill>
                  <a:schemeClr val="accent2">
                    <a:lumMod val="60000"/>
                    <a:lumOff val="40000"/>
                  </a:schemeClr>
                </a:solidFill>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1800"/>
              </a:spcBef>
              <a:defRPr sz="1800">
                <a:solidFill>
                  <a:schemeClr val="accent1"/>
                </a:solidFill>
              </a:defRPr>
            </a:lvl4pPr>
            <a:lvl5pPr>
              <a:defRPr sz="18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5588109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65.xml><?xml version="1.0" encoding="utf-8"?>
<p:sldLayout xmlns:a="http://schemas.openxmlformats.org/drawingml/2006/main" xmlns:r="http://schemas.openxmlformats.org/officeDocument/2006/relationships" xmlns:p="http://schemas.openxmlformats.org/presentationml/2006/main" userDrawn="1">
  <p:cSld name="10_Title - Square Photo ">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A8B3ECF-E4A4-4BBE-8FC7-9B89BFA966A3}"/>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6">
            <a:extLst>
              <a:ext uri="{FF2B5EF4-FFF2-40B4-BE49-F238E27FC236}">
                <a16:creationId xmlns:a16="http://schemas.microsoft.com/office/drawing/2014/main" id="{0FDE2D20-95F6-4556-9D7B-553EF22926E5}"/>
              </a:ext>
            </a:extLst>
          </p:cNvPr>
          <p:cNvSpPr>
            <a:spLocks noGrp="1"/>
          </p:cNvSpPr>
          <p:nvPr>
            <p:ph type="body" sz="quarter" idx="12"/>
          </p:nvPr>
        </p:nvSpPr>
        <p:spPr>
          <a:xfrm>
            <a:off x="584200" y="3533776"/>
            <a:ext cx="2194560" cy="2117503"/>
          </a:xfrm>
        </p:spPr>
        <p:txBody>
          <a:bodyPr>
            <a:noAutofit/>
          </a:bodyPr>
          <a:lstStyle>
            <a:lvl1pPr>
              <a:spcBef>
                <a:spcPts val="0"/>
              </a:spcBef>
              <a:spcAft>
                <a:spcPts val="1200"/>
              </a:spcAft>
              <a:defRPr sz="1800">
                <a:solidFill>
                  <a:schemeClr val="accent1"/>
                </a:solidFill>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3" name="Title 2">
            <a:extLst>
              <a:ext uri="{FF2B5EF4-FFF2-40B4-BE49-F238E27FC236}">
                <a16:creationId xmlns:a16="http://schemas.microsoft.com/office/drawing/2014/main" id="{2DC52D44-16D8-419F-8260-91CB57C5C457}"/>
              </a:ext>
            </a:extLst>
          </p:cNvPr>
          <p:cNvSpPr>
            <a:spLocks noGrp="1"/>
          </p:cNvSpPr>
          <p:nvPr>
            <p:ph type="title"/>
          </p:nvPr>
        </p:nvSpPr>
        <p:spPr/>
        <p:txBody>
          <a:bodyPr/>
          <a:lstStyle/>
          <a:p>
            <a:r>
              <a:rPr lang="en-US"/>
              <a:t>Click to edit Master title style</a:t>
            </a:r>
          </a:p>
        </p:txBody>
      </p:sp>
      <p:sp>
        <p:nvSpPr>
          <p:cNvPr id="11" name="Text Placeholder 6">
            <a:extLst>
              <a:ext uri="{FF2B5EF4-FFF2-40B4-BE49-F238E27FC236}">
                <a16:creationId xmlns:a16="http://schemas.microsoft.com/office/drawing/2014/main" id="{AA87BA51-719F-4C7D-AB1F-F0BF0D06CC60}"/>
              </a:ext>
            </a:extLst>
          </p:cNvPr>
          <p:cNvSpPr>
            <a:spLocks noGrp="1"/>
          </p:cNvSpPr>
          <p:nvPr>
            <p:ph type="body" sz="quarter" idx="13"/>
          </p:nvPr>
        </p:nvSpPr>
        <p:spPr>
          <a:xfrm>
            <a:off x="2864088" y="3533776"/>
            <a:ext cx="2194560" cy="2117503"/>
          </a:xfrm>
        </p:spPr>
        <p:txBody>
          <a:bodyPr>
            <a:noAutofit/>
          </a:bodyPr>
          <a:lstStyle>
            <a:lvl1pPr>
              <a:spcBef>
                <a:spcPts val="0"/>
              </a:spcBef>
              <a:spcAft>
                <a:spcPts val="1200"/>
              </a:spcAft>
              <a:defRPr sz="1800">
                <a:solidFill>
                  <a:schemeClr val="accent1"/>
                </a:solidFill>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12" name="Text Placeholder 6">
            <a:extLst>
              <a:ext uri="{FF2B5EF4-FFF2-40B4-BE49-F238E27FC236}">
                <a16:creationId xmlns:a16="http://schemas.microsoft.com/office/drawing/2014/main" id="{79B0A182-6219-4A2F-9348-2F9095865122}"/>
              </a:ext>
            </a:extLst>
          </p:cNvPr>
          <p:cNvSpPr>
            <a:spLocks noGrp="1"/>
          </p:cNvSpPr>
          <p:nvPr>
            <p:ph type="body" sz="quarter" idx="14"/>
          </p:nvPr>
        </p:nvSpPr>
        <p:spPr>
          <a:xfrm>
            <a:off x="5143976" y="3533776"/>
            <a:ext cx="2194560" cy="2117503"/>
          </a:xfrm>
        </p:spPr>
        <p:txBody>
          <a:bodyPr>
            <a:noAutofit/>
          </a:bodyPr>
          <a:lstStyle>
            <a:lvl1pPr>
              <a:spcBef>
                <a:spcPts val="0"/>
              </a:spcBef>
              <a:spcAft>
                <a:spcPts val="1200"/>
              </a:spcAft>
              <a:defRPr sz="1800">
                <a:solidFill>
                  <a:schemeClr val="accent1"/>
                </a:solidFill>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13" name="Text Placeholder 6">
            <a:extLst>
              <a:ext uri="{FF2B5EF4-FFF2-40B4-BE49-F238E27FC236}">
                <a16:creationId xmlns:a16="http://schemas.microsoft.com/office/drawing/2014/main" id="{C65CE251-3C30-41D1-8C74-AA8184A83456}"/>
              </a:ext>
            </a:extLst>
          </p:cNvPr>
          <p:cNvSpPr>
            <a:spLocks noGrp="1"/>
          </p:cNvSpPr>
          <p:nvPr>
            <p:ph type="body" sz="quarter" idx="15"/>
          </p:nvPr>
        </p:nvSpPr>
        <p:spPr>
          <a:xfrm>
            <a:off x="7423864" y="3533776"/>
            <a:ext cx="2194560" cy="2117503"/>
          </a:xfrm>
        </p:spPr>
        <p:txBody>
          <a:bodyPr>
            <a:noAutofit/>
          </a:bodyPr>
          <a:lstStyle>
            <a:lvl1pPr>
              <a:spcBef>
                <a:spcPts val="0"/>
              </a:spcBef>
              <a:spcAft>
                <a:spcPts val="1200"/>
              </a:spcAft>
              <a:defRPr sz="1800">
                <a:solidFill>
                  <a:schemeClr val="accent1"/>
                </a:solidFill>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14" name="Text Placeholder 6">
            <a:extLst>
              <a:ext uri="{FF2B5EF4-FFF2-40B4-BE49-F238E27FC236}">
                <a16:creationId xmlns:a16="http://schemas.microsoft.com/office/drawing/2014/main" id="{94987D1C-B243-4EEE-BC02-A9A9C27512FD}"/>
              </a:ext>
            </a:extLst>
          </p:cNvPr>
          <p:cNvSpPr>
            <a:spLocks noGrp="1"/>
          </p:cNvSpPr>
          <p:nvPr>
            <p:ph type="body" sz="quarter" idx="16"/>
          </p:nvPr>
        </p:nvSpPr>
        <p:spPr>
          <a:xfrm>
            <a:off x="9703753" y="3533776"/>
            <a:ext cx="2194560" cy="2117503"/>
          </a:xfrm>
        </p:spPr>
        <p:txBody>
          <a:bodyPr>
            <a:noAutofit/>
          </a:bodyPr>
          <a:lstStyle>
            <a:lvl1pPr>
              <a:spcBef>
                <a:spcPts val="0"/>
              </a:spcBef>
              <a:spcAft>
                <a:spcPts val="1200"/>
              </a:spcAft>
              <a:defRPr sz="1800">
                <a:solidFill>
                  <a:schemeClr val="accent1"/>
                </a:solidFill>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15" name="Text Placeholder 6">
            <a:extLst>
              <a:ext uri="{FF2B5EF4-FFF2-40B4-BE49-F238E27FC236}">
                <a16:creationId xmlns:a16="http://schemas.microsoft.com/office/drawing/2014/main" id="{D45D8E1D-1FBA-459D-A4BE-CC38544B48DF}"/>
              </a:ext>
            </a:extLst>
          </p:cNvPr>
          <p:cNvSpPr>
            <a:spLocks noGrp="1"/>
          </p:cNvSpPr>
          <p:nvPr>
            <p:ph type="body" sz="quarter" idx="17" hasCustomPrompt="1"/>
          </p:nvPr>
        </p:nvSpPr>
        <p:spPr>
          <a:xfrm>
            <a:off x="584200" y="4283298"/>
            <a:ext cx="2194560" cy="2117503"/>
          </a:xfrm>
        </p:spPr>
        <p:txBody>
          <a:bodyPr>
            <a:noAutofit/>
          </a:bodyPr>
          <a:lstStyle>
            <a:lvl1pPr>
              <a:spcBef>
                <a:spcPts val="0"/>
              </a:spcBef>
              <a:spcAft>
                <a:spcPts val="1200"/>
              </a:spcAft>
              <a:defRPr sz="1600">
                <a:solidFill>
                  <a:schemeClr val="accent1"/>
                </a:solidFill>
              </a:defRPr>
            </a:lvl1pPr>
            <a:lvl2pPr>
              <a:spcBef>
                <a:spcPts val="0"/>
              </a:spcBef>
              <a:spcAft>
                <a:spcPts val="1200"/>
              </a:spcAft>
              <a:defRPr sz="1400">
                <a:solidFill>
                  <a:schemeClr val="tx1"/>
                </a:solidFill>
              </a:defRPr>
            </a:lvl2pPr>
            <a:lvl3pPr marL="173004" indent="-173004">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DEFD8564-72B3-4749-8351-32B73F388B65}"/>
              </a:ext>
            </a:extLst>
          </p:cNvPr>
          <p:cNvSpPr>
            <a:spLocks noGrp="1"/>
          </p:cNvSpPr>
          <p:nvPr>
            <p:ph type="body" sz="quarter" idx="18" hasCustomPrompt="1"/>
          </p:nvPr>
        </p:nvSpPr>
        <p:spPr>
          <a:xfrm>
            <a:off x="2864088" y="4283298"/>
            <a:ext cx="2194560" cy="2117503"/>
          </a:xfrm>
        </p:spPr>
        <p:txBody>
          <a:bodyPr>
            <a:noAutofit/>
          </a:bodyPr>
          <a:lstStyle>
            <a:lvl1pPr>
              <a:spcBef>
                <a:spcPts val="0"/>
              </a:spcBef>
              <a:spcAft>
                <a:spcPts val="1200"/>
              </a:spcAft>
              <a:defRPr sz="2000">
                <a:solidFill>
                  <a:schemeClr val="accent1"/>
                </a:solidFill>
              </a:defRPr>
            </a:lvl1pPr>
            <a:lvl2pPr>
              <a:spcBef>
                <a:spcPts val="0"/>
              </a:spcBef>
              <a:spcAft>
                <a:spcPts val="1200"/>
              </a:spcAft>
              <a:defRPr sz="1400">
                <a:solidFill>
                  <a:schemeClr val="tx1"/>
                </a:solidFill>
              </a:defRPr>
            </a:lvl2pPr>
            <a:lvl3pPr marL="173004" indent="-173004">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712083B0-4636-4019-9A5F-03034238CDE1}"/>
              </a:ext>
            </a:extLst>
          </p:cNvPr>
          <p:cNvSpPr>
            <a:spLocks noGrp="1"/>
          </p:cNvSpPr>
          <p:nvPr>
            <p:ph type="body" sz="quarter" idx="19" hasCustomPrompt="1"/>
          </p:nvPr>
        </p:nvSpPr>
        <p:spPr>
          <a:xfrm>
            <a:off x="5143976" y="4283298"/>
            <a:ext cx="2194560" cy="2117503"/>
          </a:xfrm>
        </p:spPr>
        <p:txBody>
          <a:bodyPr>
            <a:noAutofit/>
          </a:bodyPr>
          <a:lstStyle>
            <a:lvl1pPr>
              <a:spcBef>
                <a:spcPts val="0"/>
              </a:spcBef>
              <a:spcAft>
                <a:spcPts val="1200"/>
              </a:spcAft>
              <a:defRPr sz="2000">
                <a:solidFill>
                  <a:schemeClr val="accent1"/>
                </a:solidFill>
              </a:defRPr>
            </a:lvl1pPr>
            <a:lvl2pPr>
              <a:spcBef>
                <a:spcPts val="0"/>
              </a:spcBef>
              <a:spcAft>
                <a:spcPts val="1200"/>
              </a:spcAft>
              <a:defRPr sz="1400">
                <a:solidFill>
                  <a:schemeClr val="tx1"/>
                </a:solidFill>
              </a:defRPr>
            </a:lvl2pPr>
            <a:lvl3pPr marL="173004" indent="-173004">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C38AD36D-F42B-4960-B8C3-82F03DD1A7EF}"/>
              </a:ext>
            </a:extLst>
          </p:cNvPr>
          <p:cNvSpPr>
            <a:spLocks noGrp="1"/>
          </p:cNvSpPr>
          <p:nvPr>
            <p:ph type="body" sz="quarter" idx="20" hasCustomPrompt="1"/>
          </p:nvPr>
        </p:nvSpPr>
        <p:spPr>
          <a:xfrm>
            <a:off x="7423864" y="4283298"/>
            <a:ext cx="2194560" cy="2117503"/>
          </a:xfrm>
        </p:spPr>
        <p:txBody>
          <a:bodyPr>
            <a:noAutofit/>
          </a:bodyPr>
          <a:lstStyle>
            <a:lvl1pPr>
              <a:spcBef>
                <a:spcPts val="0"/>
              </a:spcBef>
              <a:spcAft>
                <a:spcPts val="1200"/>
              </a:spcAft>
              <a:defRPr sz="2000">
                <a:solidFill>
                  <a:schemeClr val="accent1"/>
                </a:solidFill>
              </a:defRPr>
            </a:lvl1pPr>
            <a:lvl2pPr>
              <a:spcBef>
                <a:spcPts val="0"/>
              </a:spcBef>
              <a:spcAft>
                <a:spcPts val="1200"/>
              </a:spcAft>
              <a:defRPr sz="1400">
                <a:solidFill>
                  <a:schemeClr val="tx1"/>
                </a:solidFill>
              </a:defRPr>
            </a:lvl2pPr>
            <a:lvl3pPr marL="173004" indent="-173004">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a:p>
            <a:pPr lvl="2"/>
            <a:r>
              <a:rPr lang="en-US"/>
              <a:t>Third level</a:t>
            </a:r>
          </a:p>
          <a:p>
            <a:pPr lvl="3"/>
            <a:r>
              <a:rPr lang="en-US"/>
              <a:t>Fourth level</a:t>
            </a:r>
          </a:p>
          <a:p>
            <a:pPr lvl="4"/>
            <a:r>
              <a:rPr lang="en-US"/>
              <a:t>Fifth level</a:t>
            </a:r>
          </a:p>
        </p:txBody>
      </p:sp>
      <p:sp>
        <p:nvSpPr>
          <p:cNvPr id="19" name="Text Placeholder 6">
            <a:extLst>
              <a:ext uri="{FF2B5EF4-FFF2-40B4-BE49-F238E27FC236}">
                <a16:creationId xmlns:a16="http://schemas.microsoft.com/office/drawing/2014/main" id="{4E50405A-2C8C-47E8-9370-4506359CEB39}"/>
              </a:ext>
            </a:extLst>
          </p:cNvPr>
          <p:cNvSpPr>
            <a:spLocks noGrp="1"/>
          </p:cNvSpPr>
          <p:nvPr>
            <p:ph type="body" sz="quarter" idx="21" hasCustomPrompt="1"/>
          </p:nvPr>
        </p:nvSpPr>
        <p:spPr>
          <a:xfrm>
            <a:off x="9703753" y="4283298"/>
            <a:ext cx="2194560" cy="2117503"/>
          </a:xfrm>
        </p:spPr>
        <p:txBody>
          <a:bodyPr>
            <a:noAutofit/>
          </a:bodyPr>
          <a:lstStyle>
            <a:lvl1pPr>
              <a:spcBef>
                <a:spcPts val="0"/>
              </a:spcBef>
              <a:spcAft>
                <a:spcPts val="1200"/>
              </a:spcAft>
              <a:defRPr sz="2000">
                <a:solidFill>
                  <a:schemeClr val="accent1"/>
                </a:solidFill>
              </a:defRPr>
            </a:lvl1pPr>
            <a:lvl2pPr>
              <a:spcBef>
                <a:spcPts val="0"/>
              </a:spcBef>
              <a:spcAft>
                <a:spcPts val="1200"/>
              </a:spcAft>
              <a:defRPr sz="1400">
                <a:solidFill>
                  <a:schemeClr val="tx1"/>
                </a:solidFill>
              </a:defRPr>
            </a:lvl2pPr>
            <a:lvl3pPr marL="173004" indent="-173004">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318936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66.xml><?xml version="1.0" encoding="utf-8"?>
<p:sldLayout xmlns:a="http://schemas.openxmlformats.org/drawingml/2006/main" xmlns:r="http://schemas.openxmlformats.org/officeDocument/2006/relationships" xmlns:p="http://schemas.openxmlformats.org/presentationml/2006/main" userDrawn="1">
  <p:cSld name="1_Header Background 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851162"/>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4" y="2495685"/>
            <a:ext cx="5214937" cy="1551219"/>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844676"/>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2" y="2489200"/>
            <a:ext cx="5214937" cy="1551219"/>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891472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67.xml><?xml version="1.0" encoding="utf-8"?>
<p:sldLayout xmlns:a="http://schemas.openxmlformats.org/drawingml/2006/main" xmlns:r="http://schemas.openxmlformats.org/officeDocument/2006/relationships" xmlns:p="http://schemas.openxmlformats.org/presentationml/2006/main" userDrawn="1">
  <p:cSld name="Title and subtitle">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E2C6CB3-A022-6DCF-CEF5-184BE5C2A919}"/>
              </a:ext>
            </a:extLst>
          </p:cNvPr>
          <p:cNvSpPr>
            <a:spLocks noGrp="1"/>
          </p:cNvSpPr>
          <p:nvPr>
            <p:ph type="body" sz="quarter" idx="10"/>
          </p:nvPr>
        </p:nvSpPr>
        <p:spPr>
          <a:xfrm>
            <a:off x="585787" y="1110472"/>
            <a:ext cx="11020426" cy="307777"/>
          </a:xfrm>
        </p:spPr>
        <p:txBody>
          <a:bodyPr/>
          <a:lstStyle>
            <a:lvl1pPr marL="0" indent="0">
              <a:buNone/>
              <a:defRPr sz="1961">
                <a:latin typeface="+mj-lt"/>
              </a:defRPr>
            </a:lvl1pPr>
          </a:lstStyle>
          <a:p>
            <a:pPr lvl="0"/>
            <a:r>
              <a:rPr lang="en-US"/>
              <a:t>Click to edit Master text styles</a:t>
            </a:r>
          </a:p>
        </p:txBody>
      </p:sp>
      <p:sp>
        <p:nvSpPr>
          <p:cNvPr id="5" name="Title 4">
            <a:extLst>
              <a:ext uri="{FF2B5EF4-FFF2-40B4-BE49-F238E27FC236}">
                <a16:creationId xmlns:a16="http://schemas.microsoft.com/office/drawing/2014/main" id="{53CDC6AC-8A67-9408-2214-BBCAC1D189C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9938130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68.xml><?xml version="1.0" encoding="utf-8"?>
<p:sldLayout xmlns:a="http://schemas.openxmlformats.org/drawingml/2006/main" xmlns:r="http://schemas.openxmlformats.org/officeDocument/2006/relationships" xmlns:p="http://schemas.openxmlformats.org/presentationml/2006/main">
  <p:cSld name="1_">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1785888"/>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userDrawn="1">
  <p:cSld name="1-column_Text">
    <p:bg>
      <p:bgPr>
        <a:solidFill>
          <a:schemeClr val="bg2"/>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2F9E7B99-27E1-40DA-2909-4D94A9F5277E}"/>
              </a:ext>
            </a:extLst>
          </p:cNvPr>
          <p:cNvSpPr>
            <a:spLocks noGrp="1"/>
          </p:cNvSpPr>
          <p:nvPr>
            <p:ph type="title"/>
          </p:nvPr>
        </p:nvSpPr>
        <p:spPr>
          <a:xfrm>
            <a:off x="588263" y="585217"/>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8" name="Text Placeholder 3">
            <a:extLst>
              <a:ext uri="{FF2B5EF4-FFF2-40B4-BE49-F238E27FC236}">
                <a16:creationId xmlns:a16="http://schemas.microsoft.com/office/drawing/2014/main" id="{2A76E6DB-43E3-9638-8EED-1A07351FE9B4}"/>
              </a:ext>
            </a:extLst>
          </p:cNvPr>
          <p:cNvSpPr>
            <a:spLocks noGrp="1"/>
          </p:cNvSpPr>
          <p:nvPr>
            <p:ph type="body" sz="quarter" idx="15"/>
          </p:nvPr>
        </p:nvSpPr>
        <p:spPr>
          <a:xfrm>
            <a:off x="586389" y="1614460"/>
            <a:ext cx="8193024" cy="1095737"/>
          </a:xfrm>
          <a:prstGeom prst="rect">
            <a:avLst/>
          </a:prstGeom>
        </p:spPr>
        <p:txBody>
          <a:bodyPr wrap="square">
            <a:spAutoFit/>
          </a:bodyPr>
          <a:lstStyle>
            <a:lvl1pPr marL="137133" indent="-137133">
              <a:spcAft>
                <a:spcPts val="0"/>
              </a:spcAft>
              <a:buFont typeface="Arial" panose="020B0604020202020204" pitchFamily="34" charset="0"/>
              <a:buChar char="•"/>
              <a:defRPr>
                <a:solidFill>
                  <a:schemeClr val="tx1"/>
                </a:solidFill>
              </a:defRPr>
            </a:lvl1pPr>
            <a:lvl2pPr marL="265125" indent="-127992">
              <a:spcAft>
                <a:spcPts val="0"/>
              </a:spcAft>
              <a:buFont typeface="Arial" panose="020B0604020202020204" pitchFamily="34" charset="0"/>
              <a:buChar char="•"/>
              <a:defRPr>
                <a:solidFill>
                  <a:schemeClr val="tx1"/>
                </a:solidFill>
              </a:defRPr>
            </a:lvl2pPr>
            <a:lvl3pPr marL="383975" indent="-118850">
              <a:spcAft>
                <a:spcPts val="0"/>
              </a:spcAft>
              <a:buFont typeface="Arial" panose="020B0604020202020204" pitchFamily="34" charset="0"/>
              <a:buChar char="•"/>
              <a:defRPr>
                <a:solidFill>
                  <a:schemeClr val="tx1"/>
                </a:solidFill>
              </a:defRPr>
            </a:lvl3pPr>
            <a:lvl4pPr marL="685668" indent="0">
              <a:buNone/>
              <a:defRPr/>
            </a:lvl4pPr>
            <a:lvl5pPr marL="914225"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978652341"/>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1008">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userDrawn="1">
  <p:cSld name="Title Only: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lvl1pPr>
              <a:defRPr>
                <a:solidFill>
                  <a:schemeClr val="tx2"/>
                </a:solidFill>
                <a:latin typeface="+mj-lt"/>
              </a:defRPr>
            </a:lvl1pPr>
          </a:lstStyle>
          <a:p>
            <a:r>
              <a:rPr lang="en-US"/>
              <a:t>Click to edit Master title style</a:t>
            </a:r>
          </a:p>
        </p:txBody>
      </p:sp>
    </p:spTree>
    <p:extLst>
      <p:ext uri="{BB962C8B-B14F-4D97-AF65-F5344CB8AC3E}">
        <p14:creationId xmlns:p14="http://schemas.microsoft.com/office/powerpoint/2010/main" val="392499698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71.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5138B-812C-4AE5-8E0D-7F240113019F}"/>
              </a:ext>
            </a:extLst>
          </p:cNvPr>
          <p:cNvSpPr>
            <a:spLocks noGrp="1"/>
          </p:cNvSpPr>
          <p:nvPr>
            <p:ph type="title"/>
          </p:nvPr>
        </p:nvSpPr>
        <p:spPr>
          <a:xfrm>
            <a:off x="839790" y="1072515"/>
            <a:ext cx="3932237" cy="98488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8F410AD-45D8-4D39-B669-C9CB9B02D5C2}"/>
              </a:ext>
            </a:extLst>
          </p:cNvPr>
          <p:cNvSpPr>
            <a:spLocks noGrp="1"/>
          </p:cNvSpPr>
          <p:nvPr>
            <p:ph type="pic" idx="1"/>
          </p:nvPr>
        </p:nvSpPr>
        <p:spPr>
          <a:xfrm>
            <a:off x="5183190" y="987427"/>
            <a:ext cx="6172200" cy="492443"/>
          </a:xfrm>
        </p:spPr>
        <p:txBody>
          <a:bodyPr/>
          <a:lstStyle>
            <a:lvl1pPr marL="0" indent="0">
              <a:buNone/>
              <a:defRPr sz="3200"/>
            </a:lvl1pPr>
            <a:lvl2pPr marL="457025" indent="0">
              <a:buNone/>
              <a:defRPr sz="2800"/>
            </a:lvl2pPr>
            <a:lvl3pPr marL="914049" indent="0">
              <a:buNone/>
              <a:defRPr sz="2400"/>
            </a:lvl3pPr>
            <a:lvl4pPr marL="1371074" indent="0">
              <a:buNone/>
              <a:defRPr sz="2000"/>
            </a:lvl4pPr>
            <a:lvl5pPr marL="1828098" indent="0">
              <a:buNone/>
              <a:defRPr sz="2000"/>
            </a:lvl5pPr>
            <a:lvl6pPr marL="2285122" indent="0">
              <a:buNone/>
              <a:defRPr sz="2000"/>
            </a:lvl6pPr>
            <a:lvl7pPr marL="2742147" indent="0">
              <a:buNone/>
              <a:defRPr sz="2000"/>
            </a:lvl7pPr>
            <a:lvl8pPr marL="3199171" indent="0">
              <a:buNone/>
              <a:defRPr sz="2000"/>
            </a:lvl8pPr>
            <a:lvl9pPr marL="3656195" indent="0">
              <a:buNone/>
              <a:defRPr sz="2000"/>
            </a:lvl9pPr>
          </a:lstStyle>
          <a:p>
            <a:endParaRPr lang="en-US"/>
          </a:p>
        </p:txBody>
      </p:sp>
      <p:sp>
        <p:nvSpPr>
          <p:cNvPr id="4" name="Text Placeholder 3">
            <a:extLst>
              <a:ext uri="{FF2B5EF4-FFF2-40B4-BE49-F238E27FC236}">
                <a16:creationId xmlns:a16="http://schemas.microsoft.com/office/drawing/2014/main" id="{2F1EEAA1-B0CE-4D77-A850-D9A87D90D860}"/>
              </a:ext>
            </a:extLst>
          </p:cNvPr>
          <p:cNvSpPr>
            <a:spLocks noGrp="1"/>
          </p:cNvSpPr>
          <p:nvPr>
            <p:ph type="body" sz="half" idx="2"/>
          </p:nvPr>
        </p:nvSpPr>
        <p:spPr>
          <a:xfrm>
            <a:off x="839790" y="2057401"/>
            <a:ext cx="3932237" cy="246221"/>
          </a:xfrm>
        </p:spPr>
        <p:txBody>
          <a:bodyPr/>
          <a:lstStyle>
            <a:lvl1pPr marL="0" indent="0">
              <a:buNone/>
              <a:defRPr sz="1600"/>
            </a:lvl1pPr>
            <a:lvl2pPr marL="457025" indent="0">
              <a:buNone/>
              <a:defRPr sz="1400"/>
            </a:lvl2pPr>
            <a:lvl3pPr marL="914049" indent="0">
              <a:buNone/>
              <a:defRPr sz="1200"/>
            </a:lvl3pPr>
            <a:lvl4pPr marL="1371074" indent="0">
              <a:buNone/>
              <a:defRPr sz="1000"/>
            </a:lvl4pPr>
            <a:lvl5pPr marL="1828098" indent="0">
              <a:buNone/>
              <a:defRPr sz="1000"/>
            </a:lvl5pPr>
            <a:lvl6pPr marL="2285122" indent="0">
              <a:buNone/>
              <a:defRPr sz="1000"/>
            </a:lvl6pPr>
            <a:lvl7pPr marL="2742147" indent="0">
              <a:buNone/>
              <a:defRPr sz="1000"/>
            </a:lvl7pPr>
            <a:lvl8pPr marL="3199171" indent="0">
              <a:buNone/>
              <a:defRPr sz="1000"/>
            </a:lvl8pPr>
            <a:lvl9pPr marL="3656195"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A9A7B72-DBB1-4AA1-9012-2AE9681A2AF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23A4EC6D-A116-4F5D-92CF-BE0B0F6B915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04F9E84-6821-4814-A5DA-B421FE337506}"/>
              </a:ext>
            </a:extLst>
          </p:cNvPr>
          <p:cNvSpPr>
            <a:spLocks noGrp="1"/>
          </p:cNvSpPr>
          <p:nvPr>
            <p:ph type="sldNum" sz="quarter" idx="12"/>
          </p:nvPr>
        </p:nvSpPr>
        <p:spPr/>
        <p:txBody>
          <a:bodyPr/>
          <a:lstStyle/>
          <a:p>
            <a:endParaRPr lang="en-US"/>
          </a:p>
        </p:txBody>
      </p:sp>
    </p:spTree>
    <p:extLst>
      <p:ext uri="{BB962C8B-B14F-4D97-AF65-F5344CB8AC3E}">
        <p14:creationId xmlns:p14="http://schemas.microsoft.com/office/powerpoint/2010/main" val="2406936605"/>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userDrawn="1">
  <p:cSld name="26_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C52D44-16D8-419F-8260-91CB57C5C457}"/>
              </a:ext>
            </a:extLst>
          </p:cNvPr>
          <p:cNvSpPr>
            <a:spLocks noGrp="1"/>
          </p:cNvSpPr>
          <p:nvPr>
            <p:ph type="title"/>
          </p:nvPr>
        </p:nvSpPr>
        <p:spPr/>
        <p:txBody>
          <a:bodyPr/>
          <a:lstStyle/>
          <a:p>
            <a:r>
              <a:rPr lang="en-US"/>
              <a:t>Click to edit Master title style</a:t>
            </a:r>
          </a:p>
        </p:txBody>
      </p:sp>
      <p:sp>
        <p:nvSpPr>
          <p:cNvPr id="6" name="TextBox 5">
            <a:extLst>
              <a:ext uri="{FF2B5EF4-FFF2-40B4-BE49-F238E27FC236}">
                <a16:creationId xmlns:a16="http://schemas.microsoft.com/office/drawing/2014/main" id="{2A8B3ECF-E4A4-4BBE-8FC7-9B89BFA966A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049"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
        <p:nvSpPr>
          <p:cNvPr id="7" name="Text Placeholder 6">
            <a:extLst>
              <a:ext uri="{FF2B5EF4-FFF2-40B4-BE49-F238E27FC236}">
                <a16:creationId xmlns:a16="http://schemas.microsoft.com/office/drawing/2014/main" id="{0FDE2D20-95F6-4556-9D7B-553EF22926E5}"/>
              </a:ext>
            </a:extLst>
          </p:cNvPr>
          <p:cNvSpPr>
            <a:spLocks noGrp="1"/>
          </p:cNvSpPr>
          <p:nvPr>
            <p:ph type="body" sz="quarter" idx="12"/>
          </p:nvPr>
        </p:nvSpPr>
        <p:spPr>
          <a:xfrm>
            <a:off x="584201" y="1435102"/>
            <a:ext cx="5040313" cy="2117503"/>
          </a:xfrm>
        </p:spPr>
        <p:txBody>
          <a:bodyPr>
            <a:noAutofit/>
          </a:bodyPr>
          <a:lstStyle>
            <a:lvl1pPr>
              <a:spcBef>
                <a:spcPts val="600"/>
              </a:spcBef>
              <a:spcAft>
                <a:spcPts val="600"/>
              </a:spcAft>
              <a:defRPr sz="2000">
                <a:solidFill>
                  <a:schemeClr val="accent2">
                    <a:lumMod val="60000"/>
                    <a:lumOff val="40000"/>
                  </a:schemeClr>
                </a:solidFill>
              </a:defRPr>
            </a:lvl1pPr>
            <a:lvl2pPr>
              <a:spcBef>
                <a:spcPts val="0"/>
              </a:spcBef>
              <a:spcAft>
                <a:spcPts val="1200"/>
              </a:spcAft>
              <a:defRPr sz="1600">
                <a:solidFill>
                  <a:schemeClr val="tx1"/>
                </a:solidFill>
              </a:defRPr>
            </a:lvl2pPr>
            <a:lvl3pPr marL="172971" indent="-172971">
              <a:spcBef>
                <a:spcPts val="0"/>
              </a:spcBef>
              <a:spcAft>
                <a:spcPts val="1200"/>
              </a:spcAft>
              <a:buFont typeface="Arial" panose="020B0604020202020204" pitchFamily="34" charset="0"/>
              <a:buChar char="•"/>
              <a:defRPr sz="1400">
                <a:solidFill>
                  <a:schemeClr val="tx1"/>
                </a:solidFill>
              </a:defRPr>
            </a:lvl3pPr>
            <a:lvl4pPr>
              <a:spcBef>
                <a:spcPts val="1800"/>
              </a:spcBef>
              <a:defRPr sz="1800">
                <a:solidFill>
                  <a:schemeClr val="accent1"/>
                </a:solidFill>
              </a:defRPr>
            </a:lvl4pPr>
            <a:lvl5pPr>
              <a:defRPr sz="18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71DFB55-1377-4F2A-BD23-AF83214009C2}"/>
              </a:ext>
            </a:extLst>
          </p:cNvPr>
          <p:cNvSpPr>
            <a:spLocks noGrp="1"/>
          </p:cNvSpPr>
          <p:nvPr>
            <p:ph sz="quarter" idx="13"/>
          </p:nvPr>
        </p:nvSpPr>
        <p:spPr>
          <a:xfrm>
            <a:off x="6527800" y="4635501"/>
            <a:ext cx="711200" cy="148163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7">
            <a:extLst>
              <a:ext uri="{FF2B5EF4-FFF2-40B4-BE49-F238E27FC236}">
                <a16:creationId xmlns:a16="http://schemas.microsoft.com/office/drawing/2014/main" id="{C57B0727-AF70-4F28-9937-A4D5B83B2D81}"/>
              </a:ext>
            </a:extLst>
          </p:cNvPr>
          <p:cNvSpPr>
            <a:spLocks noGrp="1"/>
          </p:cNvSpPr>
          <p:nvPr>
            <p:ph type="body" sz="quarter" idx="14"/>
          </p:nvPr>
        </p:nvSpPr>
        <p:spPr>
          <a:xfrm>
            <a:off x="8432800" y="2603501"/>
            <a:ext cx="1485900" cy="4321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7996DC9-1A99-40BA-91EB-BEEE4ED8108B}"/>
              </a:ext>
            </a:extLst>
          </p:cNvPr>
          <p:cNvSpPr>
            <a:spLocks noGrp="1"/>
          </p:cNvSpPr>
          <p:nvPr>
            <p:ph type="body" sz="quarter" idx="15"/>
          </p:nvPr>
        </p:nvSpPr>
        <p:spPr>
          <a:xfrm>
            <a:off x="1579565" y="3706813"/>
            <a:ext cx="2763837" cy="2474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8517404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73.xml><?xml version="1.0" encoding="utf-8"?>
<p:sldLayout xmlns:a="http://schemas.openxmlformats.org/drawingml/2006/main" xmlns:r="http://schemas.openxmlformats.org/officeDocument/2006/relationships" xmlns:p="http://schemas.openxmlformats.org/presentationml/2006/main" userDrawn="1">
  <p:cSld name="1_Two Column Non-bulleted text">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A644B162-36BD-4C9E-96EE-3EEFBE3AD8F1}"/>
              </a:ext>
            </a:extLst>
          </p:cNvPr>
          <p:cNvSpPr/>
          <p:nvPr userDrawn="1"/>
        </p:nvSpPr>
        <p:spPr bwMode="auto">
          <a:xfrm>
            <a:off x="6095999" y="604838"/>
            <a:ext cx="5773737" cy="5978525"/>
          </a:xfrm>
          <a:prstGeom prst="roundRect">
            <a:avLst>
              <a:gd name="adj" fmla="val 1345"/>
            </a:avLst>
          </a:prstGeom>
          <a:solidFill>
            <a:srgbClr val="26262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l" defTabSz="932293"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4" name="Title 1">
            <a:extLst>
              <a:ext uri="{FF2B5EF4-FFF2-40B4-BE49-F238E27FC236}">
                <a16:creationId xmlns:a16="http://schemas.microsoft.com/office/drawing/2014/main" id="{B1F8BDA0-6722-4B45-AC43-F39680461120}"/>
              </a:ext>
            </a:extLst>
          </p:cNvPr>
          <p:cNvSpPr>
            <a:spLocks noGrp="1"/>
          </p:cNvSpPr>
          <p:nvPr>
            <p:ph type="title"/>
          </p:nvPr>
        </p:nvSpPr>
        <p:spPr>
          <a:xfrm>
            <a:off x="577851" y="819150"/>
            <a:ext cx="8740524" cy="369332"/>
          </a:xfrm>
        </p:spPr>
        <p:txBody>
          <a:bodyPr anchor="ctr"/>
          <a:lstStyle>
            <a:lvl1pPr>
              <a:defRPr sz="2400">
                <a:solidFill>
                  <a:schemeClr val="accent1"/>
                </a:solidFill>
              </a:defRPr>
            </a:lvl1pPr>
          </a:lstStyle>
          <a:p>
            <a:r>
              <a:rPr lang="en-US"/>
              <a:t>Click to edit Master title style</a:t>
            </a:r>
          </a:p>
        </p:txBody>
      </p:sp>
      <p:sp>
        <p:nvSpPr>
          <p:cNvPr id="5" name="Text Placeholder 3">
            <a:extLst>
              <a:ext uri="{FF2B5EF4-FFF2-40B4-BE49-F238E27FC236}">
                <a16:creationId xmlns:a16="http://schemas.microsoft.com/office/drawing/2014/main" id="{68A1B7F0-6D80-417F-828E-279BD5DEF1D4}"/>
              </a:ext>
            </a:extLst>
          </p:cNvPr>
          <p:cNvSpPr>
            <a:spLocks noGrp="1"/>
          </p:cNvSpPr>
          <p:nvPr>
            <p:ph type="body" sz="quarter" idx="10" hasCustomPrompt="1"/>
          </p:nvPr>
        </p:nvSpPr>
        <p:spPr>
          <a:xfrm>
            <a:off x="597788" y="1871889"/>
            <a:ext cx="5336287" cy="1129540"/>
          </a:xfrm>
        </p:spPr>
        <p:txBody>
          <a:bodyPr wrap="square">
            <a:noAutofit/>
          </a:bodyPr>
          <a:lstStyle>
            <a:lvl1pPr marL="0" indent="0">
              <a:lnSpc>
                <a:spcPct val="90000"/>
              </a:lnSpc>
              <a:spcBef>
                <a:spcPts val="0"/>
              </a:spcBef>
              <a:spcAft>
                <a:spcPts val="600"/>
              </a:spcAft>
              <a:buClr>
                <a:schemeClr val="tx1"/>
              </a:buClr>
              <a:buFont typeface="Arial" panose="020B0604020202020204" pitchFamily="34" charset="0"/>
              <a:buNone/>
              <a:defRPr sz="1200" b="0">
                <a:latin typeface="+mj-lt"/>
                <a:cs typeface="Segoe UI" panose="020B0502040204020203" pitchFamily="34" charset="0"/>
              </a:defRPr>
            </a:lvl1pPr>
            <a:lvl2pPr marL="255539" indent="0">
              <a:lnSpc>
                <a:spcPct val="90000"/>
              </a:lnSpc>
              <a:spcBef>
                <a:spcPts val="0"/>
              </a:spcBef>
              <a:spcAft>
                <a:spcPts val="600"/>
              </a:spcAft>
              <a:buFont typeface="Arial" panose="020B0604020202020204" pitchFamily="34" charset="0"/>
              <a:buNone/>
              <a:defRPr sz="2000" b="0"/>
            </a:lvl2pPr>
            <a:lvl3pPr marL="450764" indent="0">
              <a:buFont typeface="Wingdings" panose="05000000000000000000" pitchFamily="2" charset="2"/>
              <a:buNone/>
              <a:tabLst/>
              <a:defRPr sz="1600" b="0"/>
            </a:lvl3pPr>
            <a:lvl4pPr marL="652337" indent="0">
              <a:buFont typeface="Wingdings" panose="05000000000000000000" pitchFamily="2" charset="2"/>
              <a:buNone/>
              <a:defRPr sz="1400" b="0"/>
            </a:lvl4pPr>
            <a:lvl5pPr marL="853911" indent="0">
              <a:buFont typeface="Wingdings" panose="05000000000000000000" pitchFamily="2" charset="2"/>
              <a:buNone/>
              <a:tabLst/>
              <a:defRPr sz="1400" b="0"/>
            </a:lvl5pPr>
          </a:lstStyle>
          <a:p>
            <a:pPr lvl="0"/>
            <a:r>
              <a:rPr lang="en-US"/>
              <a:t>Click to edit Business Value text</a:t>
            </a:r>
          </a:p>
        </p:txBody>
      </p:sp>
      <p:sp>
        <p:nvSpPr>
          <p:cNvPr id="6" name="Text Placeholder 8">
            <a:extLst>
              <a:ext uri="{FF2B5EF4-FFF2-40B4-BE49-F238E27FC236}">
                <a16:creationId xmlns:a16="http://schemas.microsoft.com/office/drawing/2014/main" id="{627A17B0-7851-46E8-B34F-9C13DB18AF86}"/>
              </a:ext>
            </a:extLst>
          </p:cNvPr>
          <p:cNvSpPr>
            <a:spLocks noGrp="1"/>
          </p:cNvSpPr>
          <p:nvPr>
            <p:ph type="body" sz="quarter" idx="13" hasCustomPrompt="1"/>
          </p:nvPr>
        </p:nvSpPr>
        <p:spPr>
          <a:xfrm>
            <a:off x="9515476" y="168934"/>
            <a:ext cx="2676525" cy="941726"/>
          </a:xfrm>
          <a:solidFill>
            <a:schemeClr val="accent2"/>
          </a:solidFill>
          <a:effectLst>
            <a:outerShdw blurRad="88900" dist="38100" dir="2700000" sx="101000" sy="101000" algn="ctr" rotWithShape="0">
              <a:srgbClr val="000000">
                <a:alpha val="15000"/>
              </a:srgbClr>
            </a:outerShdw>
          </a:effectLst>
        </p:spPr>
        <p:txBody>
          <a:bodyPr wrap="square" lIns="182880" rIns="548640" anchor="ctr" anchorCtr="0">
            <a:noAutofit/>
          </a:bodyPr>
          <a:lstStyle>
            <a:lvl1pPr marL="0" indent="0">
              <a:lnSpc>
                <a:spcPct val="90000"/>
              </a:lnSpc>
              <a:spcBef>
                <a:spcPts val="0"/>
              </a:spcBef>
              <a:spcAft>
                <a:spcPts val="600"/>
              </a:spcAft>
              <a:buNone/>
              <a:defRPr lang="en-US" sz="1200" smtClean="0">
                <a:solidFill>
                  <a:schemeClr val="tx1"/>
                </a:solidFill>
                <a:latin typeface="Segoe UI Semibold"/>
                <a:cs typeface="Segoe UI Semilight" panose="020B0402040204020203" pitchFamily="34" charset="0"/>
              </a:defRPr>
            </a:lvl1pPr>
            <a:lvl2pPr marL="228539" indent="0">
              <a:buNone/>
              <a:defRPr lang="en-US" sz="1765" smtClean="0">
                <a:solidFill>
                  <a:schemeClr val="bg1"/>
                </a:solidFill>
              </a:defRPr>
            </a:lvl2pPr>
            <a:lvl3pPr marL="714204" indent="0">
              <a:buNone/>
              <a:defRPr lang="en-US" sz="1765" smtClean="0">
                <a:solidFill>
                  <a:schemeClr val="bg1"/>
                </a:solidFill>
              </a:defRPr>
            </a:lvl3pPr>
            <a:lvl4pPr marL="1190346" indent="0">
              <a:buNone/>
              <a:defRPr lang="en-US" sz="1765" smtClean="0">
                <a:solidFill>
                  <a:schemeClr val="bg1"/>
                </a:solidFill>
              </a:defRPr>
            </a:lvl4pPr>
            <a:lvl5pPr marL="1660140" indent="0">
              <a:buNone/>
              <a:defRPr lang="en-US" sz="1765">
                <a:solidFill>
                  <a:schemeClr val="bg1"/>
                </a:solidFill>
              </a:defRPr>
            </a:lvl5pPr>
          </a:lstStyle>
          <a:p>
            <a:pPr marL="0" lvl="0" defTabSz="932384"/>
            <a:r>
              <a:rPr lang="en-US"/>
              <a:t>Click to Add Cycle Information</a:t>
            </a:r>
          </a:p>
        </p:txBody>
      </p:sp>
      <p:sp>
        <p:nvSpPr>
          <p:cNvPr id="7" name="Content Placeholder 5">
            <a:extLst>
              <a:ext uri="{FF2B5EF4-FFF2-40B4-BE49-F238E27FC236}">
                <a16:creationId xmlns:a16="http://schemas.microsoft.com/office/drawing/2014/main" id="{04C43695-5495-4F79-BD5C-717B00E4679B}"/>
              </a:ext>
              <a:ext uri="{C183D7F6-B498-43B3-948B-1728B52AA6E4}">
                <adec:decorative xmlns:adec="http://schemas.microsoft.com/office/drawing/2017/decorative" val="1"/>
              </a:ext>
            </a:extLst>
          </p:cNvPr>
          <p:cNvSpPr txBox="1">
            <a:spLocks/>
          </p:cNvSpPr>
          <p:nvPr userDrawn="1"/>
        </p:nvSpPr>
        <p:spPr>
          <a:xfrm>
            <a:off x="9424036" y="168828"/>
            <a:ext cx="91440" cy="941832"/>
          </a:xfrm>
          <a:prstGeom prst="rect">
            <a:avLst/>
          </a:prstGeom>
          <a:solidFill>
            <a:srgbClr val="50E6FF"/>
          </a:solidFill>
        </p:spPr>
        <p:txBody>
          <a:bodyPr vert="horz" wrap="none" lIns="0" tIns="0" rIns="0" bIns="0" rtlCol="0">
            <a:no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28556" marR="0" lvl="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kumimoji="0" lang="en-US" sz="100" b="0" i="0" u="none" strike="noStrike" kern="1200" cap="none" spc="0" normalizeH="0" baseline="0" noProof="0">
                <a:ln>
                  <a:noFill/>
                </a:ln>
                <a:solidFill>
                  <a:srgbClr val="000000"/>
                </a:solidFill>
                <a:effectLst/>
                <a:uLnTx/>
                <a:uFillTx/>
                <a:latin typeface="Segoe UI"/>
                <a:ea typeface="+mn-ea"/>
                <a:cs typeface="Segoe UI" panose="020B0502040204020203" pitchFamily="34" charset="0"/>
              </a:rPr>
              <a:t> </a:t>
            </a:r>
          </a:p>
        </p:txBody>
      </p:sp>
      <p:sp>
        <p:nvSpPr>
          <p:cNvPr id="2" name="TextBox 1">
            <a:extLst>
              <a:ext uri="{FF2B5EF4-FFF2-40B4-BE49-F238E27FC236}">
                <a16:creationId xmlns:a16="http://schemas.microsoft.com/office/drawing/2014/main" id="{D3FD6168-5A8D-4594-A26D-98E88432C94F}"/>
              </a:ext>
            </a:extLst>
          </p:cNvPr>
          <p:cNvSpPr txBox="1"/>
          <p:nvPr userDrawn="1"/>
        </p:nvSpPr>
        <p:spPr>
          <a:xfrm>
            <a:off x="6662739" y="1352550"/>
            <a:ext cx="5111748" cy="469039"/>
          </a:xfrm>
          <a:prstGeom prst="rect">
            <a:avLst/>
          </a:prstGeom>
          <a:noFill/>
        </p:spPr>
        <p:txBody>
          <a:bodyPr wrap="square">
            <a:spAutoFit/>
          </a:bodyPr>
          <a:lstStyle/>
          <a:p>
            <a:pPr marL="0" marR="0" lvl="0" indent="0" algn="l" defTabSz="932384"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ED7D31"/>
                </a:solidFill>
                <a:effectLst/>
                <a:uLnTx/>
                <a:uFillTx/>
                <a:latin typeface="Segoe UI Semibold" panose="020B0702040204020203" pitchFamily="34" charset="0"/>
                <a:ea typeface="+mn-ea"/>
                <a:cs typeface="Segoe UI Semibold" panose="020B0702040204020203" pitchFamily="34" charset="0"/>
              </a:rPr>
              <a:t>Key user benefits</a:t>
            </a:r>
          </a:p>
        </p:txBody>
      </p:sp>
      <p:sp>
        <p:nvSpPr>
          <p:cNvPr id="16" name="Picture Placeholder 15">
            <a:extLst>
              <a:ext uri="{FF2B5EF4-FFF2-40B4-BE49-F238E27FC236}">
                <a16:creationId xmlns:a16="http://schemas.microsoft.com/office/drawing/2014/main" id="{FAF2E327-D386-4821-B6D2-8C12A55C5ED7}"/>
              </a:ext>
            </a:extLst>
          </p:cNvPr>
          <p:cNvSpPr>
            <a:spLocks noGrp="1"/>
          </p:cNvSpPr>
          <p:nvPr>
            <p:ph type="pic" sz="quarter" idx="14"/>
          </p:nvPr>
        </p:nvSpPr>
        <p:spPr>
          <a:xfrm>
            <a:off x="6765924" y="3156165"/>
            <a:ext cx="4848225" cy="430901"/>
          </a:xfrm>
        </p:spPr>
        <p:txBody>
          <a:bodyPr/>
          <a:lstStyle/>
          <a:p>
            <a:endParaRPr lang="en-US"/>
          </a:p>
        </p:txBody>
      </p:sp>
      <p:sp>
        <p:nvSpPr>
          <p:cNvPr id="18" name="Text Placeholder 17">
            <a:extLst>
              <a:ext uri="{FF2B5EF4-FFF2-40B4-BE49-F238E27FC236}">
                <a16:creationId xmlns:a16="http://schemas.microsoft.com/office/drawing/2014/main" id="{7CF5198F-91B0-4BEE-A74B-C38CC7C15FA0}"/>
              </a:ext>
            </a:extLst>
          </p:cNvPr>
          <p:cNvSpPr>
            <a:spLocks noGrp="1"/>
          </p:cNvSpPr>
          <p:nvPr>
            <p:ph type="body" sz="quarter" idx="15" hasCustomPrompt="1"/>
          </p:nvPr>
        </p:nvSpPr>
        <p:spPr>
          <a:xfrm>
            <a:off x="6765924" y="1878159"/>
            <a:ext cx="4845050" cy="627864"/>
          </a:xfrm>
        </p:spPr>
        <p:txBody>
          <a:bodyPr/>
          <a:lstStyle>
            <a:lvl1pPr marL="285695" indent="-285695">
              <a:lnSpc>
                <a:spcPct val="150000"/>
              </a:lnSpc>
              <a:buFont typeface="Arial" panose="020B0604020202020204" pitchFamily="34" charset="0"/>
              <a:buChar char="•"/>
              <a:defRPr sz="1200">
                <a:latin typeface="+mj-lt"/>
              </a:defRPr>
            </a:lvl1pPr>
          </a:lstStyle>
          <a:p>
            <a:pPr marL="228556" marR="0" lvl="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lang="en-US"/>
              <a:t>Click to edit key user benefits</a:t>
            </a:r>
          </a:p>
          <a:p>
            <a:pPr marL="228556" marR="0" lvl="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lang="en-US"/>
              <a:t>Click to edit key user benefits</a:t>
            </a:r>
          </a:p>
          <a:p>
            <a:pPr marL="228556" marR="0" lvl="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a:pPr>
            <a:r>
              <a:rPr lang="en-US"/>
              <a:t>Click to edit key user benefits</a:t>
            </a:r>
          </a:p>
        </p:txBody>
      </p:sp>
      <p:sp>
        <p:nvSpPr>
          <p:cNvPr id="20" name="Text Placeholder 19">
            <a:extLst>
              <a:ext uri="{FF2B5EF4-FFF2-40B4-BE49-F238E27FC236}">
                <a16:creationId xmlns:a16="http://schemas.microsoft.com/office/drawing/2014/main" id="{B6DE0899-B184-4EE0-92B1-D6CBEE6C224A}"/>
              </a:ext>
            </a:extLst>
          </p:cNvPr>
          <p:cNvSpPr>
            <a:spLocks noGrp="1"/>
          </p:cNvSpPr>
          <p:nvPr>
            <p:ph type="body" sz="quarter" idx="16" hasCustomPrompt="1"/>
          </p:nvPr>
        </p:nvSpPr>
        <p:spPr>
          <a:xfrm>
            <a:off x="577852" y="6343154"/>
            <a:ext cx="5336287" cy="184708"/>
          </a:xfrm>
        </p:spPr>
        <p:txBody>
          <a:bodyPr/>
          <a:lstStyle>
            <a:lvl1pPr marL="0" indent="0">
              <a:buNone/>
              <a:defRPr sz="1200">
                <a:latin typeface="+mj-lt"/>
              </a:defRPr>
            </a:lvl1pPr>
            <a:lvl2pPr marL="228556" indent="0">
              <a:buNone/>
              <a:defRPr/>
            </a:lvl2pPr>
          </a:lstStyle>
          <a:p>
            <a:pPr lvl="0"/>
            <a:r>
              <a:rPr lang="en-US"/>
              <a:t>Click to edit for more information and add hyperlink</a:t>
            </a:r>
          </a:p>
        </p:txBody>
      </p:sp>
      <p:sp>
        <p:nvSpPr>
          <p:cNvPr id="22" name="TextBox 21">
            <a:extLst>
              <a:ext uri="{FF2B5EF4-FFF2-40B4-BE49-F238E27FC236}">
                <a16:creationId xmlns:a16="http://schemas.microsoft.com/office/drawing/2014/main" id="{71CFA4E4-8C23-4D4E-9646-507AF8229040}"/>
              </a:ext>
            </a:extLst>
          </p:cNvPr>
          <p:cNvSpPr txBox="1"/>
          <p:nvPr userDrawn="1"/>
        </p:nvSpPr>
        <p:spPr>
          <a:xfrm>
            <a:off x="506414" y="1352550"/>
            <a:ext cx="5427660" cy="469039"/>
          </a:xfrm>
          <a:prstGeom prst="rect">
            <a:avLst/>
          </a:prstGeom>
          <a:noFill/>
        </p:spPr>
        <p:txBody>
          <a:bodyPr wrap="square">
            <a:spAutoFit/>
          </a:bodyPr>
          <a:lstStyle/>
          <a:p>
            <a:pPr marL="0" marR="0" lvl="0" indent="0" algn="l" defTabSz="932384"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chemeClr val="tx1"/>
                </a:solidFill>
                <a:effectLst/>
                <a:uLnTx/>
                <a:uFillTx/>
                <a:latin typeface="Segoe UI Semibold" panose="020B0702040204020203" pitchFamily="34" charset="0"/>
                <a:ea typeface="+mn-ea"/>
                <a:cs typeface="Segoe UI Semibold" panose="020B0702040204020203" pitchFamily="34" charset="0"/>
              </a:rPr>
              <a:t>Business Value</a:t>
            </a:r>
          </a:p>
        </p:txBody>
      </p:sp>
      <p:sp>
        <p:nvSpPr>
          <p:cNvPr id="23" name="Text Placeholder 3">
            <a:extLst>
              <a:ext uri="{FF2B5EF4-FFF2-40B4-BE49-F238E27FC236}">
                <a16:creationId xmlns:a16="http://schemas.microsoft.com/office/drawing/2014/main" id="{D334FFF1-A3F5-4EAE-9012-ADCB865FE601}"/>
              </a:ext>
            </a:extLst>
          </p:cNvPr>
          <p:cNvSpPr>
            <a:spLocks noGrp="1"/>
          </p:cNvSpPr>
          <p:nvPr>
            <p:ph type="body" sz="quarter" idx="17" hasCustomPrompt="1"/>
          </p:nvPr>
        </p:nvSpPr>
        <p:spPr>
          <a:xfrm>
            <a:off x="597788" y="3707469"/>
            <a:ext cx="5336287" cy="2417106"/>
          </a:xfrm>
        </p:spPr>
        <p:txBody>
          <a:bodyPr wrap="square">
            <a:noAutofit/>
          </a:bodyPr>
          <a:lstStyle>
            <a:lvl1pPr marL="0" indent="0">
              <a:lnSpc>
                <a:spcPct val="90000"/>
              </a:lnSpc>
              <a:spcBef>
                <a:spcPts val="0"/>
              </a:spcBef>
              <a:spcAft>
                <a:spcPts val="600"/>
              </a:spcAft>
              <a:buClr>
                <a:schemeClr val="tx1"/>
              </a:buClr>
              <a:buFont typeface="Arial" panose="020B0604020202020204" pitchFamily="34" charset="0"/>
              <a:buNone/>
              <a:defRPr sz="1200" b="0">
                <a:latin typeface="+mj-lt"/>
                <a:cs typeface="Segoe UI" panose="020B0502040204020203" pitchFamily="34" charset="0"/>
              </a:defRPr>
            </a:lvl1pPr>
            <a:lvl2pPr marL="255539" indent="0">
              <a:lnSpc>
                <a:spcPct val="90000"/>
              </a:lnSpc>
              <a:spcBef>
                <a:spcPts val="0"/>
              </a:spcBef>
              <a:spcAft>
                <a:spcPts val="600"/>
              </a:spcAft>
              <a:buFont typeface="Arial" panose="020B0604020202020204" pitchFamily="34" charset="0"/>
              <a:buNone/>
              <a:defRPr sz="2000" b="0"/>
            </a:lvl2pPr>
            <a:lvl3pPr marL="450764" indent="0">
              <a:buFont typeface="Wingdings" panose="05000000000000000000" pitchFamily="2" charset="2"/>
              <a:buNone/>
              <a:tabLst/>
              <a:defRPr sz="1600" b="0"/>
            </a:lvl3pPr>
            <a:lvl4pPr marL="652337" indent="0">
              <a:buFont typeface="Wingdings" panose="05000000000000000000" pitchFamily="2" charset="2"/>
              <a:buNone/>
              <a:defRPr sz="1400" b="0"/>
            </a:lvl4pPr>
            <a:lvl5pPr marL="853911" indent="0">
              <a:buFont typeface="Wingdings" panose="05000000000000000000" pitchFamily="2" charset="2"/>
              <a:buNone/>
              <a:tabLst/>
              <a:defRPr sz="1400" b="0"/>
            </a:lvl5pPr>
          </a:lstStyle>
          <a:p>
            <a:pPr lvl="0"/>
            <a:r>
              <a:rPr lang="en-US"/>
              <a:t>Click to edit Feature details text</a:t>
            </a:r>
          </a:p>
        </p:txBody>
      </p:sp>
      <p:sp>
        <p:nvSpPr>
          <p:cNvPr id="24" name="TextBox 23">
            <a:extLst>
              <a:ext uri="{FF2B5EF4-FFF2-40B4-BE49-F238E27FC236}">
                <a16:creationId xmlns:a16="http://schemas.microsoft.com/office/drawing/2014/main" id="{065AEF95-A022-479E-B613-4D8D833BDF79}"/>
              </a:ext>
            </a:extLst>
          </p:cNvPr>
          <p:cNvSpPr txBox="1"/>
          <p:nvPr userDrawn="1"/>
        </p:nvSpPr>
        <p:spPr>
          <a:xfrm>
            <a:off x="506414" y="3188130"/>
            <a:ext cx="5427660" cy="469039"/>
          </a:xfrm>
          <a:prstGeom prst="rect">
            <a:avLst/>
          </a:prstGeom>
          <a:noFill/>
        </p:spPr>
        <p:txBody>
          <a:bodyPr wrap="square">
            <a:spAutoFit/>
          </a:bodyPr>
          <a:lstStyle/>
          <a:p>
            <a:pPr marL="0" marR="0" lvl="0" indent="0" algn="l" defTabSz="932384"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chemeClr val="tx1"/>
                </a:solidFill>
                <a:effectLst/>
                <a:uLnTx/>
                <a:uFillTx/>
                <a:latin typeface="Segoe UI Semibold" panose="020B0702040204020203" pitchFamily="34" charset="0"/>
                <a:ea typeface="+mn-ea"/>
                <a:cs typeface="Segoe UI Semibold" panose="020B0702040204020203" pitchFamily="34" charset="0"/>
              </a:rPr>
              <a:t>Feature Details</a:t>
            </a:r>
          </a:p>
        </p:txBody>
      </p:sp>
      <p:sp>
        <p:nvSpPr>
          <p:cNvPr id="27" name="TextBox 26">
            <a:extLst>
              <a:ext uri="{FF2B5EF4-FFF2-40B4-BE49-F238E27FC236}">
                <a16:creationId xmlns:a16="http://schemas.microsoft.com/office/drawing/2014/main" id="{D9E67C3B-74EB-46FC-8479-075AB1F56FDE}"/>
              </a:ext>
            </a:extLst>
          </p:cNvPr>
          <p:cNvSpPr txBox="1"/>
          <p:nvPr userDrawn="1"/>
        </p:nvSpPr>
        <p:spPr>
          <a:xfrm>
            <a:off x="492216" y="295930"/>
            <a:ext cx="6762750" cy="531812"/>
          </a:xfrm>
          <a:prstGeom prst="rect">
            <a:avLst/>
          </a:prstGeom>
          <a:noFill/>
        </p:spPr>
        <p:txBody>
          <a:bodyPr wrap="square">
            <a:spAutoFit/>
          </a:bodyPr>
          <a:lstStyle/>
          <a:p>
            <a:r>
              <a:rPr lang="en-US" sz="2800">
                <a:latin typeface="+mj-lt"/>
              </a:rPr>
              <a:t>Azure Machine Learning </a:t>
            </a:r>
          </a:p>
        </p:txBody>
      </p:sp>
      <p:sp>
        <p:nvSpPr>
          <p:cNvPr id="8" name="Rectangle 7">
            <a:extLst>
              <a:ext uri="{FF2B5EF4-FFF2-40B4-BE49-F238E27FC236}">
                <a16:creationId xmlns:a16="http://schemas.microsoft.com/office/drawing/2014/main" id="{A73C90A6-726A-413C-88CC-AD25EA772416}"/>
              </a:ext>
            </a:extLst>
          </p:cNvPr>
          <p:cNvSpPr/>
          <p:nvPr userDrawn="1"/>
        </p:nvSpPr>
        <p:spPr>
          <a:xfrm>
            <a:off x="3800575" y="1"/>
            <a:ext cx="4590853" cy="195793"/>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a:solidFill>
                  <a:schemeClr val="bg1"/>
                </a:solidFill>
              </a:rPr>
              <a:t>MICROSOFT CONFIDENTIAL</a:t>
            </a:r>
          </a:p>
        </p:txBody>
      </p:sp>
    </p:spTree>
    <p:extLst>
      <p:ext uri="{BB962C8B-B14F-4D97-AF65-F5344CB8AC3E}">
        <p14:creationId xmlns:p14="http://schemas.microsoft.com/office/powerpoint/2010/main" val="1666299359"/>
      </p:ext>
    </p:extLst>
  </p:cSld>
  <p:clrMapOvr>
    <a:masterClrMapping/>
  </p:clrMapOvr>
  <p:transition>
    <p:fade/>
  </p:transition>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Blank 3">
    <p:bg>
      <p:bgPr>
        <a:solidFill>
          <a:srgbClr val="45414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36536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302431"/>
            <a:ext cx="4167887" cy="1231106"/>
          </a:xfrm>
        </p:spPr>
        <p:txBody>
          <a:bodyPr anchor="b" anchorCtr="0">
            <a:spAutoFit/>
          </a:bodyPr>
          <a:lstStyle>
            <a:lvl1pPr>
              <a:defRPr sz="4000">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pic>
        <p:nvPicPr>
          <p:cNvPr id="3" name="Picture 2" descr="Woman with Surface Studio">
            <a:extLst>
              <a:ext uri="{FF2B5EF4-FFF2-40B4-BE49-F238E27FC236}">
                <a16:creationId xmlns:a16="http://schemas.microsoft.com/office/drawing/2014/main" id="{DF420509-B374-8484-B263-30454C986927}"/>
              </a:ext>
            </a:extLst>
          </p:cNvPr>
          <p:cNvPicPr>
            <a:picLocks/>
          </p:cNvPicPr>
          <p:nvPr/>
        </p:nvPicPr>
        <p:blipFill rotWithShape="1">
          <a:blip r:embed="rId3" cstate="print">
            <a:extLst>
              <a:ext uri="{28A0092B-C50C-407E-A947-70E740481C1C}">
                <a14:useLocalDpi xmlns:a14="http://schemas.microsoft.com/office/drawing/2010/main"/>
              </a:ext>
            </a:extLst>
          </a:blip>
          <a:srcRect/>
          <a:stretch/>
        </p:blipFill>
        <p:spPr bwMode="ltGray">
          <a:xfrm>
            <a:off x="5334000" y="0"/>
            <a:ext cx="6858000" cy="6858000"/>
          </a:xfrm>
          <a:prstGeom prst="rect">
            <a:avLst/>
          </a:prstGeom>
        </p:spPr>
      </p:pic>
    </p:spTree>
    <p:extLst>
      <p:ext uri="{BB962C8B-B14F-4D97-AF65-F5344CB8AC3E}">
        <p14:creationId xmlns:p14="http://schemas.microsoft.com/office/powerpoint/2010/main" val="14680734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2" orient="horz" pos="2496">
          <p15:clr>
            <a:srgbClr val="5ACBF0"/>
          </p15:clr>
        </p15:guide>
        <p15:guide id="3" pos="3355">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p:cSld name="Title square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302431"/>
            <a:ext cx="4167887" cy="1231106"/>
          </a:xfrm>
        </p:spPr>
        <p:txBody>
          <a:bodyPr anchor="b" anchorCtr="0">
            <a:spAutoFit/>
          </a:bodyPr>
          <a:lstStyle>
            <a:lvl1pPr>
              <a:defRPr sz="4000">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a:t>
            </a:r>
          </a:p>
        </p:txBody>
      </p:sp>
      <p:pic>
        <p:nvPicPr>
          <p:cNvPr id="3" name="MS logo white - EMF" descr="Microsoft logo white text version">
            <a:extLst>
              <a:ext uri="{FF2B5EF4-FFF2-40B4-BE49-F238E27FC236}">
                <a16:creationId xmlns:a16="http://schemas.microsoft.com/office/drawing/2014/main" id="{55A1818D-42EB-ADC6-A242-215C6D8E818A}"/>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pic>
        <p:nvPicPr>
          <p:cNvPr id="4" name="Picture 3" descr="Woman with Surface Studio">
            <a:extLst>
              <a:ext uri="{FF2B5EF4-FFF2-40B4-BE49-F238E27FC236}">
                <a16:creationId xmlns:a16="http://schemas.microsoft.com/office/drawing/2014/main" id="{B9701B2D-C12B-60D0-C725-C8614FF199C7}"/>
              </a:ext>
            </a:extLst>
          </p:cNvPr>
          <p:cNvPicPr>
            <a:picLocks/>
          </p:cNvPicPr>
          <p:nvPr/>
        </p:nvPicPr>
        <p:blipFill rotWithShape="1">
          <a:blip r:embed="rId3" cstate="print">
            <a:extLst>
              <a:ext uri="{28A0092B-C50C-407E-A947-70E740481C1C}">
                <a14:useLocalDpi xmlns:a14="http://schemas.microsoft.com/office/drawing/2010/main"/>
              </a:ext>
            </a:extLst>
          </a:blip>
          <a:srcRect/>
          <a:stretch/>
        </p:blipFill>
        <p:spPr bwMode="ltGray">
          <a:xfrm>
            <a:off x="5334000" y="0"/>
            <a:ext cx="6858000" cy="6858000"/>
          </a:xfrm>
          <a:prstGeom prst="rect">
            <a:avLst/>
          </a:prstGeom>
        </p:spPr>
      </p:pic>
    </p:spTree>
    <p:extLst>
      <p:ext uri="{BB962C8B-B14F-4D97-AF65-F5344CB8AC3E}">
        <p14:creationId xmlns:p14="http://schemas.microsoft.com/office/powerpoint/2010/main" val="10295090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2" name="Picture 1" descr="Blurred colorful background event walk-in slide.">
            <a:extLst>
              <a:ext uri="{FF2B5EF4-FFF2-40B4-BE49-F238E27FC236}">
                <a16:creationId xmlns:a16="http://schemas.microsoft.com/office/drawing/2014/main" id="{4399D1A5-C9CE-ABF9-9162-DCBA64CF751B}"/>
              </a:ext>
            </a:extLst>
          </p:cNvPr>
          <p:cNvPicPr>
            <a:picLocks/>
          </p:cNvPicPr>
          <p:nvPr/>
        </p:nvPicPr>
        <p:blipFill rotWithShape="1">
          <a:blip r:embed="rId2" cstate="print">
            <a:alphaModFix amt="85000"/>
            <a:extLst>
              <a:ext uri="{BEBA8EAE-BF5A-486C-A8C5-ECC9F3942E4B}">
                <a14:imgProps xmlns:a14="http://schemas.microsoft.com/office/drawing/2010/main">
                  <a14:imgLayer r:embed="rId3">
                    <a14:imgEffect>
                      <a14:saturation sat="200000"/>
                    </a14:imgEffect>
                  </a14:imgLayer>
                </a14:imgProps>
              </a:ext>
              <a:ext uri="{28A0092B-C50C-407E-A947-70E740481C1C}">
                <a14:useLocalDpi xmlns:a14="http://schemas.microsoft.com/office/drawing/2010/main" val="0"/>
              </a:ext>
            </a:extLst>
          </a:blip>
          <a:srcRect l="12026" t="3222" r="15224" b="5597"/>
          <a:stretch/>
        </p:blipFill>
        <p:spPr bwMode="ltGray">
          <a:xfrm rot="16200000" flipH="1">
            <a:off x="2668524" y="-2665476"/>
            <a:ext cx="6858000" cy="12188952"/>
          </a:xfrm>
          <a:prstGeom prst="rect">
            <a:avLst/>
          </a:prstGeom>
        </p:spPr>
      </p:pic>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8634659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white - EMF" descr="Microsoft logo white text version">
            <a:extLst>
              <a:ext uri="{FF2B5EF4-FFF2-40B4-BE49-F238E27FC236}">
                <a16:creationId xmlns:a16="http://schemas.microsoft.com/office/drawing/2014/main" id="{74FE235F-02A3-CF25-8716-2552AE84423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529257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510649670"/>
      </p:ext>
    </p:extLst>
  </p:cSld>
  <p:clrMapOvr>
    <a:masterClrMapping/>
  </p:clrMapOvr>
  <p:transition>
    <p:fade/>
  </p:transition>
  <p:hf sldNum="0" hdr="0" ftr="0" dt="0"/>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20374163"/>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439701080"/>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7221217"/>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83794793"/>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Box 2">
            <a:extLst>
              <a:ext uri="{FF2B5EF4-FFF2-40B4-BE49-F238E27FC236}">
                <a16:creationId xmlns:a16="http://schemas.microsoft.com/office/drawing/2014/main" id="{807CBEB8-AFEF-362F-CB36-DC00FA4C6C8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994333838"/>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83115527"/>
      </p:ext>
    </p:extLst>
  </p:cSld>
  <p:clrMapOvr>
    <a:masterClrMapping/>
  </p:clrMapOvr>
  <p:transition>
    <p:fade/>
  </p:transition>
  <p:hf sldNum="0" hdr="0" ftr="0" dt="0"/>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98982228"/>
      </p:ext>
    </p:extLst>
  </p:cSld>
  <p:clrMapOvr>
    <a:masterClrMapping/>
  </p:clrMapOvr>
  <p:transition>
    <p:fade/>
  </p:transition>
  <p:hf sldNum="0" hdr="0" ftr="0" dt="0"/>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29553128"/>
      </p:ext>
    </p:extLst>
  </p:cSld>
  <p:clrMapOvr>
    <a:masterClrMapping/>
  </p:clrMapOvr>
  <p:transition>
    <p:fade/>
  </p:transition>
  <p:hf sldNum="0" hdr="0" ftr="0" dt="0"/>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90868" y="585788"/>
            <a:ext cx="11018520" cy="615553"/>
          </a:xfrm>
        </p:spPr>
        <p:txBody>
          <a:bodyPr/>
          <a:lstStyle>
            <a:lvl1pPr algn="ctr">
              <a:defRPr lang="en-US" sz="4000" b="1" kern="1200" cap="none" spc="-10" baseline="0" dirty="0" smtClean="0">
                <a:ln w="3175">
                  <a:noFill/>
                </a:ln>
                <a:gradFill>
                  <a:gsLst>
                    <a:gs pos="15000">
                      <a:srgbClr val="8DC8E8"/>
                    </a:gs>
                    <a:gs pos="85000">
                      <a:srgbClr val="D59ED7"/>
                    </a:gs>
                  </a:gsLst>
                  <a:lin ang="2700000" scaled="1"/>
                </a:gradFill>
                <a:effectLst/>
                <a:latin typeface="+mj-lt"/>
                <a:ea typeface="+mn-ea"/>
                <a:cs typeface="Segoe UI" pitchFamily="34" charset="0"/>
              </a:defRPr>
            </a:lvl1pPr>
          </a:lstStyle>
          <a:p>
            <a:r>
              <a:rPr lang="en-US"/>
              <a:t>Click to edit Master title style</a:t>
            </a:r>
          </a:p>
        </p:txBody>
      </p:sp>
    </p:spTree>
    <p:extLst>
      <p:ext uri="{BB962C8B-B14F-4D97-AF65-F5344CB8AC3E}">
        <p14:creationId xmlns:p14="http://schemas.microsoft.com/office/powerpoint/2010/main" val="234415643"/>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lvl1pPr algn="ctr">
              <a:defRPr/>
            </a:lvl1pPr>
          </a:lstStyle>
          <a:p>
            <a:r>
              <a:rPr lang="en-US"/>
              <a:t>Click to edit Master title style</a:t>
            </a:r>
          </a:p>
        </p:txBody>
      </p:sp>
    </p:spTree>
    <p:extLst>
      <p:ext uri="{BB962C8B-B14F-4D97-AF65-F5344CB8AC3E}">
        <p14:creationId xmlns:p14="http://schemas.microsoft.com/office/powerpoint/2010/main" val="3917868736"/>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525574114"/>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1555685098"/>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65899302"/>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697440631"/>
      </p:ext>
    </p:extLst>
  </p:cSld>
  <p:clrMapOvr>
    <a:masterClrMapping/>
  </p:clrMapOvr>
  <p:transition>
    <p:fade/>
  </p:transition>
  <p:hf sldNum="0" hdr="0" ftr="0" dt="0"/>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682819990"/>
      </p:ext>
    </p:extLst>
  </p:cSld>
  <p:clrMapOvr>
    <a:masterClrMapping/>
  </p:clrMapOvr>
  <p:transition>
    <p:fade/>
  </p:transition>
  <p:hf sldNum="0" hdr="0" ftr="0" dt="0"/>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367365177"/>
      </p:ext>
    </p:extLst>
  </p:cSld>
  <p:clrMapOvr>
    <a:masterClrMapping/>
  </p:clrMapOvr>
  <p:transition>
    <p:fade/>
  </p:transition>
  <p:hf sldNum="0" hdr="0" ftr="0" dt="0"/>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17475141"/>
      </p:ext>
    </p:extLst>
  </p:cSld>
  <p:clrMapOvr>
    <a:masterClrMapping/>
  </p:clrMapOvr>
  <p:transition>
    <p:fade/>
  </p:transition>
  <p:hf sldNum="0" hdr="0" ftr="0" dt="0"/>
  <p:extLst>
    <p:ext uri="{DCECCB84-F9BA-43D5-87BE-67443E8EF086}">
      <p15:sldGuideLst xmlns:p15="http://schemas.microsoft.com/office/powerpoint/2012/main">
        <p15:guide id="1" orient="horz" pos="2304">
          <p15:clr>
            <a:srgbClr val="5ACBF0"/>
          </p15:clr>
        </p15:guide>
      </p15:sldGuideLst>
    </p:ext>
  </p:extLst>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52073924"/>
      </p:ext>
    </p:extLst>
  </p:cSld>
  <p:clrMapOvr>
    <a:masterClrMapping/>
  </p:clrMapOvr>
  <p:transition>
    <p:fade/>
  </p:transition>
  <p:hf sldNum="0" hdr="0" ftr="0" dt="0"/>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52600106"/>
      </p:ext>
    </p:extLst>
  </p:cSld>
  <p:clrMapOvr>
    <a:masterClrMapping/>
  </p:clrMapOvr>
  <p:transition>
    <p:fade/>
  </p:transition>
  <p:hf sldNum="0" hdr="0" ftr="0" dt="0"/>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49694983"/>
      </p:ext>
    </p:extLst>
  </p:cSld>
  <p:clrMapOvr>
    <a:masterClrMapping/>
  </p:clrMapOvr>
  <p:transition>
    <p:fade/>
  </p:transition>
  <p:hf sldNum="0" hdr="0" ftr="0" dt="0"/>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739142756"/>
      </p:ext>
    </p:extLst>
  </p:cSld>
  <p:clrMapOvr>
    <a:masterClrMapping/>
  </p:clrMapOvr>
  <p:transition>
    <p:fade/>
  </p:transition>
  <p:hf sldNum="0" hdr="0" ftr="0" dt="0"/>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73801566"/>
      </p:ext>
    </p:extLst>
  </p:cSld>
  <p:clrMapOvr>
    <a:masterClrMapping/>
  </p:clrMapOvr>
  <p:transition>
    <p:fade/>
  </p:transition>
  <p:hf sldNum="0" hdr="0" ftr="0" dt="0"/>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151817645"/>
      </p:ext>
    </p:extLst>
  </p:cSld>
  <p:clrMapOvr>
    <a:masterClrMapping/>
  </p:clrMapOvr>
  <p:transition>
    <p:fade/>
  </p:transition>
  <p:hf sldNum="0" hdr="0" ftr="0" dt="0"/>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131814582"/>
      </p:ext>
    </p:extLst>
  </p:cSld>
  <p:clrMapOvr>
    <a:masterClrMapping/>
  </p:clrMapOvr>
  <p:transition>
    <p:fade/>
  </p:transition>
  <p:hf sldNum="0" hdr="0" ftr="0" dt="0"/>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39883208"/>
      </p:ext>
    </p:extLst>
  </p:cSld>
  <p:clrMapOvr>
    <a:masterClrMapping/>
  </p:clrMapOvr>
  <p:transition>
    <p:fade/>
  </p:transition>
  <p:hf sldNum="0" hdr="0" ftr="0" dt="0"/>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830697819"/>
      </p:ext>
    </p:extLst>
  </p:cSld>
  <p:clrMapOvr>
    <a:masterClrMapping/>
  </p:clrMapOvr>
  <p:transition>
    <p:fade/>
  </p:transition>
  <p:hf sldNum="0" hdr="0" ftr="0" dt="0"/>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585182995"/>
      </p:ext>
    </p:extLst>
  </p:cSld>
  <p:clrMapOvr>
    <a:masterClrMapping/>
  </p:clrMapOvr>
  <p:transition>
    <p:fade/>
  </p:transition>
  <p:hf sldNum="0" hdr="0" ftr="0" dt="0"/>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125897445"/>
      </p:ext>
    </p:extLst>
  </p:cSld>
  <p:clrMapOvr>
    <a:masterClrMapping/>
  </p:clrMapOvr>
  <p:transition>
    <p:fade/>
  </p:transition>
  <p:hf sldNum="0" hdr="0" ftr="0" dt="0"/>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70956761"/>
      </p:ext>
    </p:extLst>
  </p:cSld>
  <p:clrMapOvr>
    <a:masterClrMapping/>
  </p:clrMapOvr>
  <p:transition>
    <p:fade/>
  </p:transition>
  <p:hf sldNum="0" hdr="0" ftr="0" dt="0"/>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467718605"/>
      </p:ext>
    </p:extLst>
  </p:cSld>
  <p:clrMapOvr>
    <a:masterClrMapping/>
  </p:clrMapOvr>
  <p:transition>
    <p:fade/>
  </p:transition>
  <p:hf sldNum="0" hdr="0" ftr="0" dt="0"/>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768385246"/>
      </p:ext>
    </p:extLst>
  </p:cSld>
  <p:clrMapOvr>
    <a:masterClrMapping/>
  </p:clrMapOvr>
  <p:transition>
    <p:fade/>
  </p:transition>
  <p:hf sldNum="0" hdr="0" ftr="0" dt="0"/>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164728"/>
      </p:ext>
    </p:extLst>
  </p:cSld>
  <p:clrMapOvr>
    <a:masterClrMapping/>
  </p:clrMapOvr>
  <p:transition>
    <p:fade/>
  </p:transition>
  <p:hf sldNum="0" hdr="0" ftr="0" dt="0"/>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18552606"/>
      </p:ext>
    </p:extLst>
  </p:cSld>
  <p:clrMapOvr>
    <a:masterClrMapping/>
  </p:clrMapOvr>
  <p:transition>
    <p:fade/>
  </p:transition>
  <p:hf sldNum="0" hdr="0" ftr="0" dt="0"/>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2611022637"/>
      </p:ext>
    </p:extLst>
  </p:cSld>
  <p:clrMapOvr>
    <a:masterClrMapping/>
  </p:clrMapOvr>
  <p:transition>
    <p:fade/>
  </p:transition>
  <p:hf sldNum="0" hdr="0" ftr="0" dt="0"/>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p:cSld name="Code Bottom">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440446840"/>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p:cSld name="Code Top">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798037052"/>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p:cSld name="Code Right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877396977"/>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p:cSld name="Code Left s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96852737"/>
      </p:ext>
    </p:extLst>
  </p:cSld>
  <p:clrMapOvr>
    <a:masterClrMapping/>
  </p:clrMapOvr>
  <p:transition>
    <p:fade/>
  </p:transition>
  <p:hf sldNum="0" hdr="0" ftr="0" dt="0"/>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9704990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p:cSld name="Demo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202658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4377631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p:cSld name="Section Titl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211163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515872"/>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FBAE40"/>
          </p15:clr>
        </p15:guide>
      </p15:sldGuideLst>
    </p:ext>
  </p:extLst>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255316"/>
      </p:ext>
    </p:extLst>
  </p:cSld>
  <p:clrMapOvr>
    <a:overrideClrMapping bg1="dk1" tx1="lt1" bg2="dk2" tx2="lt2" accent1="accent1" accent2="accent2" accent3="accent3" accent4="accent4" accent5="accent5" accent6="accent6" hlink="hlink" folHlink="folHlink"/>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
        <p:nvSpPr>
          <p:cNvPr id="3" name="Text Box 3" descr="This is a copyright notice that should be included on the final slide.">
            <a:extLst>
              <a:ext uri="{FF2B5EF4-FFF2-40B4-BE49-F238E27FC236}">
                <a16:creationId xmlns:a16="http://schemas.microsoft.com/office/drawing/2014/main" id="{E477E949-E0D8-4538-8203-867BA736F0FC}"/>
              </a:ext>
            </a:extLst>
          </p:cNvPr>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4" name="MS logo white - EMF" descr="Microsoft logo white text version">
            <a:extLst>
              <a:ext uri="{FF2B5EF4-FFF2-40B4-BE49-F238E27FC236}">
                <a16:creationId xmlns:a16="http://schemas.microsoft.com/office/drawing/2014/main" id="{3807006D-60BB-144E-88AB-6D7B739CC6CA}"/>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36607160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p:cSld name="Black Notes slide Layout">
    <p:bg bwMode="black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4213219035"/>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226.xml><?xml version="1.0" encoding="utf-8"?>
<p:sldLayout xmlns:a="http://schemas.openxmlformats.org/drawingml/2006/main" xmlns:r="http://schemas.openxmlformats.org/officeDocument/2006/relationships" xmlns:p="http://schemas.openxmlformats.org/presentationml/2006/main" userDrawn="1">
  <p:cSld name="3_4-column">
    <p:bg>
      <p:bgPr>
        <a:gradFill>
          <a:gsLst>
            <a:gs pos="0">
              <a:srgbClr val="120D24"/>
            </a:gs>
            <a:gs pos="100000">
              <a:srgbClr val="290A46"/>
            </a:gs>
          </a:gsLst>
          <a:lin ang="2400000" scaled="0"/>
        </a:gra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9C97E917-311C-BB3D-94F2-AA5130473419}"/>
              </a:ext>
            </a:extLst>
          </p:cNvPr>
          <p:cNvSpPr/>
          <p:nvPr userDrawn="1"/>
        </p:nvSpPr>
        <p:spPr bwMode="auto">
          <a:xfrm>
            <a:off x="534766" y="1532928"/>
            <a:ext cx="665608" cy="665608"/>
          </a:xfrm>
          <a:prstGeom prst="roundRect">
            <a:avLst/>
          </a:prstGeom>
          <a:gradFill>
            <a:gsLst>
              <a:gs pos="0">
                <a:srgbClr val="50E6FF"/>
              </a:gs>
              <a:gs pos="100000">
                <a:srgbClr val="D59DFF"/>
              </a:gs>
            </a:gsLst>
            <a:lin ang="54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err="1">
              <a:solidFill>
                <a:srgbClr val="FFFFFF"/>
              </a:solidFill>
              <a:ea typeface="Segoe UI" pitchFamily="34" charset="0"/>
              <a:cs typeface="Segoe UI" pitchFamily="34" charset="0"/>
            </a:endParaRPr>
          </a:p>
        </p:txBody>
      </p:sp>
      <p:sp>
        <p:nvSpPr>
          <p:cNvPr id="16" name="Rectangle: Rounded Corners 15">
            <a:extLst>
              <a:ext uri="{FF2B5EF4-FFF2-40B4-BE49-F238E27FC236}">
                <a16:creationId xmlns:a16="http://schemas.microsoft.com/office/drawing/2014/main" id="{062C8756-582A-4F6F-DE9B-CB2F82807E4D}"/>
              </a:ext>
            </a:extLst>
          </p:cNvPr>
          <p:cNvSpPr/>
          <p:nvPr userDrawn="1"/>
        </p:nvSpPr>
        <p:spPr bwMode="auto">
          <a:xfrm>
            <a:off x="2730627" y="3780280"/>
            <a:ext cx="357632" cy="357632"/>
          </a:xfrm>
          <a:prstGeom prst="roundRect">
            <a:avLst/>
          </a:prstGeom>
          <a:solidFill>
            <a:srgbClr val="E6E6E6">
              <a:alpha val="60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err="1">
              <a:solidFill>
                <a:srgbClr val="FFFFFF"/>
              </a:solidFill>
              <a:ea typeface="Segoe UI" pitchFamily="34" charset="0"/>
              <a:cs typeface="Segoe UI" pitchFamily="34" charset="0"/>
            </a:endParaRPr>
          </a:p>
        </p:txBody>
      </p:sp>
      <p:sp>
        <p:nvSpPr>
          <p:cNvPr id="17" name="Rectangle: Rounded Corners 16">
            <a:extLst>
              <a:ext uri="{FF2B5EF4-FFF2-40B4-BE49-F238E27FC236}">
                <a16:creationId xmlns:a16="http://schemas.microsoft.com/office/drawing/2014/main" id="{2A75024A-DC8A-96CC-3E2D-532860231693}"/>
              </a:ext>
            </a:extLst>
          </p:cNvPr>
          <p:cNvSpPr/>
          <p:nvPr userDrawn="1"/>
        </p:nvSpPr>
        <p:spPr bwMode="auto">
          <a:xfrm>
            <a:off x="5333487" y="3432329"/>
            <a:ext cx="665608" cy="665608"/>
          </a:xfrm>
          <a:prstGeom prst="roundRect">
            <a:avLst/>
          </a:prstGeom>
          <a:gradFill>
            <a:gsLst>
              <a:gs pos="0">
                <a:srgbClr val="50E6FF"/>
              </a:gs>
              <a:gs pos="100000">
                <a:srgbClr val="D59DFF"/>
              </a:gs>
            </a:gsLst>
            <a:lin ang="54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err="1">
              <a:solidFill>
                <a:srgbClr val="FFFFFF"/>
              </a:solidFill>
              <a:ea typeface="Segoe UI" pitchFamily="34" charset="0"/>
              <a:cs typeface="Segoe UI" pitchFamily="34" charset="0"/>
            </a:endParaRPr>
          </a:p>
        </p:txBody>
      </p:sp>
      <p:sp>
        <p:nvSpPr>
          <p:cNvPr id="18" name="Rectangle: Rounded Corners 17">
            <a:extLst>
              <a:ext uri="{FF2B5EF4-FFF2-40B4-BE49-F238E27FC236}">
                <a16:creationId xmlns:a16="http://schemas.microsoft.com/office/drawing/2014/main" id="{A69F027A-8BBB-CB06-DAC2-355FB811D38C}"/>
              </a:ext>
            </a:extLst>
          </p:cNvPr>
          <p:cNvSpPr/>
          <p:nvPr userDrawn="1"/>
        </p:nvSpPr>
        <p:spPr bwMode="auto">
          <a:xfrm>
            <a:off x="6282037" y="1574897"/>
            <a:ext cx="500081" cy="500081"/>
          </a:xfrm>
          <a:prstGeom prst="roundRect">
            <a:avLst/>
          </a:prstGeom>
          <a:gradFill>
            <a:gsLst>
              <a:gs pos="0">
                <a:srgbClr val="50E6FF"/>
              </a:gs>
              <a:gs pos="100000">
                <a:srgbClr val="D59DFF"/>
              </a:gs>
            </a:gsLst>
            <a:lin ang="54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err="1">
              <a:solidFill>
                <a:srgbClr val="FFFFFF"/>
              </a:solidFill>
              <a:ea typeface="Segoe UI" pitchFamily="34" charset="0"/>
              <a:cs typeface="Segoe UI" pitchFamily="34" charset="0"/>
            </a:endParaRPr>
          </a:p>
        </p:txBody>
      </p:sp>
      <p:sp>
        <p:nvSpPr>
          <p:cNvPr id="19" name="Rectangle: Rounded Corners 18">
            <a:extLst>
              <a:ext uri="{FF2B5EF4-FFF2-40B4-BE49-F238E27FC236}">
                <a16:creationId xmlns:a16="http://schemas.microsoft.com/office/drawing/2014/main" id="{01CD05F5-37AD-BBE8-73AD-24112FB38B0B}"/>
              </a:ext>
            </a:extLst>
          </p:cNvPr>
          <p:cNvSpPr/>
          <p:nvPr userDrawn="1"/>
        </p:nvSpPr>
        <p:spPr bwMode="auto">
          <a:xfrm>
            <a:off x="9060815" y="3432329"/>
            <a:ext cx="665608" cy="665608"/>
          </a:xfrm>
          <a:prstGeom prst="roundRect">
            <a:avLst/>
          </a:prstGeom>
          <a:gradFill>
            <a:gsLst>
              <a:gs pos="0">
                <a:srgbClr val="50E6FF"/>
              </a:gs>
              <a:gs pos="100000">
                <a:srgbClr val="D59DFF"/>
              </a:gs>
            </a:gsLst>
            <a:lin ang="54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err="1">
              <a:solidFill>
                <a:srgbClr val="FFFFFF"/>
              </a:solidFill>
              <a:ea typeface="Segoe UI" pitchFamily="34" charset="0"/>
              <a:cs typeface="Segoe UI" pitchFamily="34" charset="0"/>
            </a:endParaRPr>
          </a:p>
        </p:txBody>
      </p:sp>
      <p:sp>
        <p:nvSpPr>
          <p:cNvPr id="22" name="Rectangle: Rounded Corners 21">
            <a:extLst>
              <a:ext uri="{FF2B5EF4-FFF2-40B4-BE49-F238E27FC236}">
                <a16:creationId xmlns:a16="http://schemas.microsoft.com/office/drawing/2014/main" id="{CEE2DF28-679D-AE21-255B-5E387917616F}"/>
              </a:ext>
            </a:extLst>
          </p:cNvPr>
          <p:cNvSpPr/>
          <p:nvPr userDrawn="1"/>
        </p:nvSpPr>
        <p:spPr bwMode="auto">
          <a:xfrm>
            <a:off x="11234158" y="1646122"/>
            <a:ext cx="357632" cy="357632"/>
          </a:xfrm>
          <a:prstGeom prst="roundRect">
            <a:avLst/>
          </a:prstGeom>
          <a:solidFill>
            <a:srgbClr val="E6E6E6">
              <a:alpha val="60000"/>
            </a:srgb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EFA85E99-F542-B24A-B446-DFECA22023E3}"/>
              </a:ext>
            </a:extLst>
          </p:cNvPr>
          <p:cNvSpPr>
            <a:spLocks noGrp="1"/>
          </p:cNvSpPr>
          <p:nvPr>
            <p:ph type="title" hasCustomPrompt="1"/>
          </p:nvPr>
        </p:nvSpPr>
        <p:spPr>
          <a:xfrm>
            <a:off x="588263" y="457200"/>
            <a:ext cx="11018520" cy="553998"/>
          </a:xfrm>
        </p:spPr>
        <p:txBody>
          <a:bodyPr>
            <a:spAutoFit/>
          </a:bodyPr>
          <a:lstStyle>
            <a:lvl1pPr>
              <a:defRPr>
                <a:gradFill>
                  <a:gsLst>
                    <a:gs pos="0">
                      <a:srgbClr val="50E6FF"/>
                    </a:gs>
                    <a:gs pos="100000">
                      <a:srgbClr val="D59DFF"/>
                    </a:gs>
                  </a:gsLst>
                  <a:lin ang="2400000" scaled="0"/>
                </a:gradFill>
              </a:defRPr>
            </a:lvl1pPr>
          </a:lstStyle>
          <a:p>
            <a:r>
              <a:rPr lang="en-US"/>
              <a:t>The Team</a:t>
            </a:r>
          </a:p>
        </p:txBody>
      </p:sp>
      <p:sp>
        <p:nvSpPr>
          <p:cNvPr id="4" name="Text Placeholder 24">
            <a:extLst>
              <a:ext uri="{FF2B5EF4-FFF2-40B4-BE49-F238E27FC236}">
                <a16:creationId xmlns:a16="http://schemas.microsoft.com/office/drawing/2014/main" id="{DAB7DD0E-9CE8-8B49-86A4-00493B0A2C63}"/>
              </a:ext>
            </a:extLst>
          </p:cNvPr>
          <p:cNvSpPr>
            <a:spLocks noGrp="1"/>
          </p:cNvSpPr>
          <p:nvPr>
            <p:ph type="body" sz="quarter" idx="11" hasCustomPrompt="1"/>
          </p:nvPr>
        </p:nvSpPr>
        <p:spPr>
          <a:xfrm>
            <a:off x="601664" y="4408341"/>
            <a:ext cx="2520950" cy="276999"/>
          </a:xfrm>
        </p:spPr>
        <p:txBody>
          <a:bodyPr/>
          <a:lstStyle>
            <a:lvl1pPr marL="0" indent="0">
              <a:buNone/>
              <a:defRPr sz="1800">
                <a:solidFill>
                  <a:schemeClr val="accent2"/>
                </a:solidFill>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5" name="Text Placeholder 26">
            <a:extLst>
              <a:ext uri="{FF2B5EF4-FFF2-40B4-BE49-F238E27FC236}">
                <a16:creationId xmlns:a16="http://schemas.microsoft.com/office/drawing/2014/main" id="{5B9FC220-0063-D14C-BAC7-29C374D5E3B9}"/>
              </a:ext>
            </a:extLst>
          </p:cNvPr>
          <p:cNvSpPr>
            <a:spLocks noGrp="1"/>
          </p:cNvSpPr>
          <p:nvPr>
            <p:ph type="body" sz="quarter" idx="12" hasCustomPrompt="1"/>
          </p:nvPr>
        </p:nvSpPr>
        <p:spPr>
          <a:xfrm>
            <a:off x="601664" y="4772925"/>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6" name="Text Placeholder 28">
            <a:extLst>
              <a:ext uri="{FF2B5EF4-FFF2-40B4-BE49-F238E27FC236}">
                <a16:creationId xmlns:a16="http://schemas.microsoft.com/office/drawing/2014/main" id="{F06C21F1-452A-864F-9F3D-BF7065232F59}"/>
              </a:ext>
            </a:extLst>
          </p:cNvPr>
          <p:cNvSpPr>
            <a:spLocks noGrp="1"/>
          </p:cNvSpPr>
          <p:nvPr>
            <p:ph type="body" sz="quarter" idx="13" hasCustomPrompt="1"/>
          </p:nvPr>
        </p:nvSpPr>
        <p:spPr>
          <a:xfrm>
            <a:off x="601664" y="5171595"/>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bg2"/>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7" name="Text Placeholder 24">
            <a:extLst>
              <a:ext uri="{FF2B5EF4-FFF2-40B4-BE49-F238E27FC236}">
                <a16:creationId xmlns:a16="http://schemas.microsoft.com/office/drawing/2014/main" id="{CBF991A4-66F2-0E4F-8612-F380FB5985B0}"/>
              </a:ext>
            </a:extLst>
          </p:cNvPr>
          <p:cNvSpPr>
            <a:spLocks noGrp="1"/>
          </p:cNvSpPr>
          <p:nvPr>
            <p:ph type="body" sz="quarter" idx="14" hasCustomPrompt="1"/>
          </p:nvPr>
        </p:nvSpPr>
        <p:spPr>
          <a:xfrm>
            <a:off x="3413125" y="4400550"/>
            <a:ext cx="2520950" cy="276999"/>
          </a:xfrm>
        </p:spPr>
        <p:txBody>
          <a:bodyPr/>
          <a:lstStyle>
            <a:lvl1pPr marL="0" indent="0">
              <a:buNone/>
              <a:defRPr sz="1800">
                <a:solidFill>
                  <a:schemeClr val="accent2"/>
                </a:solidFill>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8" name="Text Placeholder 26">
            <a:extLst>
              <a:ext uri="{FF2B5EF4-FFF2-40B4-BE49-F238E27FC236}">
                <a16:creationId xmlns:a16="http://schemas.microsoft.com/office/drawing/2014/main" id="{B204FDE1-FBCB-1E43-8DBA-A33A86502D94}"/>
              </a:ext>
            </a:extLst>
          </p:cNvPr>
          <p:cNvSpPr>
            <a:spLocks noGrp="1"/>
          </p:cNvSpPr>
          <p:nvPr>
            <p:ph type="body" sz="quarter" idx="15" hasCustomPrompt="1"/>
          </p:nvPr>
        </p:nvSpPr>
        <p:spPr>
          <a:xfrm>
            <a:off x="341312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9" name="Text Placeholder 28">
            <a:extLst>
              <a:ext uri="{FF2B5EF4-FFF2-40B4-BE49-F238E27FC236}">
                <a16:creationId xmlns:a16="http://schemas.microsoft.com/office/drawing/2014/main" id="{48D95D5C-AD2C-964E-B8BB-ECD883345B16}"/>
              </a:ext>
            </a:extLst>
          </p:cNvPr>
          <p:cNvSpPr>
            <a:spLocks noGrp="1"/>
          </p:cNvSpPr>
          <p:nvPr>
            <p:ph type="body" sz="quarter" idx="16" hasCustomPrompt="1"/>
          </p:nvPr>
        </p:nvSpPr>
        <p:spPr>
          <a:xfrm>
            <a:off x="341312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bg2"/>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0" name="Text Placeholder 24">
            <a:extLst>
              <a:ext uri="{FF2B5EF4-FFF2-40B4-BE49-F238E27FC236}">
                <a16:creationId xmlns:a16="http://schemas.microsoft.com/office/drawing/2014/main" id="{B7C50AAD-D67F-C045-84A8-3B74373D32E9}"/>
              </a:ext>
            </a:extLst>
          </p:cNvPr>
          <p:cNvSpPr>
            <a:spLocks noGrp="1"/>
          </p:cNvSpPr>
          <p:nvPr>
            <p:ph type="body" sz="quarter" idx="17" hasCustomPrompt="1"/>
          </p:nvPr>
        </p:nvSpPr>
        <p:spPr>
          <a:xfrm>
            <a:off x="6256338" y="4400550"/>
            <a:ext cx="2520950" cy="276999"/>
          </a:xfrm>
        </p:spPr>
        <p:txBody>
          <a:bodyPr/>
          <a:lstStyle>
            <a:lvl1pPr marL="0" indent="0">
              <a:buNone/>
              <a:defRPr sz="1800">
                <a:solidFill>
                  <a:schemeClr val="accent2"/>
                </a:solidFill>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1" name="Text Placeholder 26">
            <a:extLst>
              <a:ext uri="{FF2B5EF4-FFF2-40B4-BE49-F238E27FC236}">
                <a16:creationId xmlns:a16="http://schemas.microsoft.com/office/drawing/2014/main" id="{7B3F54B5-7211-D041-822C-DDBBC93FDE34}"/>
              </a:ext>
            </a:extLst>
          </p:cNvPr>
          <p:cNvSpPr>
            <a:spLocks noGrp="1"/>
          </p:cNvSpPr>
          <p:nvPr>
            <p:ph type="body" sz="quarter" idx="18" hasCustomPrompt="1"/>
          </p:nvPr>
        </p:nvSpPr>
        <p:spPr>
          <a:xfrm>
            <a:off x="6256338"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2" name="Text Placeholder 28">
            <a:extLst>
              <a:ext uri="{FF2B5EF4-FFF2-40B4-BE49-F238E27FC236}">
                <a16:creationId xmlns:a16="http://schemas.microsoft.com/office/drawing/2014/main" id="{A80F42EC-DE4B-5144-99F7-4F92622AAE27}"/>
              </a:ext>
            </a:extLst>
          </p:cNvPr>
          <p:cNvSpPr>
            <a:spLocks noGrp="1"/>
          </p:cNvSpPr>
          <p:nvPr>
            <p:ph type="body" sz="quarter" idx="19" hasCustomPrompt="1"/>
          </p:nvPr>
        </p:nvSpPr>
        <p:spPr>
          <a:xfrm>
            <a:off x="6256338"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bg2"/>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3" name="Text Placeholder 24">
            <a:extLst>
              <a:ext uri="{FF2B5EF4-FFF2-40B4-BE49-F238E27FC236}">
                <a16:creationId xmlns:a16="http://schemas.microsoft.com/office/drawing/2014/main" id="{96B9F418-E7FC-8B4D-B6DF-D05F59C88194}"/>
              </a:ext>
            </a:extLst>
          </p:cNvPr>
          <p:cNvSpPr>
            <a:spLocks noGrp="1"/>
          </p:cNvSpPr>
          <p:nvPr>
            <p:ph type="body" sz="quarter" idx="20" hasCustomPrompt="1"/>
          </p:nvPr>
        </p:nvSpPr>
        <p:spPr>
          <a:xfrm>
            <a:off x="9070975" y="4400550"/>
            <a:ext cx="2520950" cy="276999"/>
          </a:xfrm>
        </p:spPr>
        <p:txBody>
          <a:bodyPr/>
          <a:lstStyle>
            <a:lvl1pPr marL="0" indent="0">
              <a:buNone/>
              <a:defRPr sz="1800">
                <a:solidFill>
                  <a:schemeClr val="accent2"/>
                </a:solidFill>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4" name="Text Placeholder 26">
            <a:extLst>
              <a:ext uri="{FF2B5EF4-FFF2-40B4-BE49-F238E27FC236}">
                <a16:creationId xmlns:a16="http://schemas.microsoft.com/office/drawing/2014/main" id="{3C77D641-147C-1940-8BCB-2C5F61CDAA9A}"/>
              </a:ext>
            </a:extLst>
          </p:cNvPr>
          <p:cNvSpPr>
            <a:spLocks noGrp="1"/>
          </p:cNvSpPr>
          <p:nvPr>
            <p:ph type="body" sz="quarter" idx="21" hasCustomPrompt="1"/>
          </p:nvPr>
        </p:nvSpPr>
        <p:spPr>
          <a:xfrm>
            <a:off x="907097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5" name="Text Placeholder 28">
            <a:extLst>
              <a:ext uri="{FF2B5EF4-FFF2-40B4-BE49-F238E27FC236}">
                <a16:creationId xmlns:a16="http://schemas.microsoft.com/office/drawing/2014/main" id="{68B31C8F-F786-E643-88DC-4AE14C437072}"/>
              </a:ext>
            </a:extLst>
          </p:cNvPr>
          <p:cNvSpPr>
            <a:spLocks noGrp="1"/>
          </p:cNvSpPr>
          <p:nvPr>
            <p:ph type="body" sz="quarter" idx="22" hasCustomPrompt="1"/>
          </p:nvPr>
        </p:nvSpPr>
        <p:spPr>
          <a:xfrm>
            <a:off x="907097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bg2"/>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24" name="Picture Placeholder 16">
            <a:extLst>
              <a:ext uri="{FF2B5EF4-FFF2-40B4-BE49-F238E27FC236}">
                <a16:creationId xmlns:a16="http://schemas.microsoft.com/office/drawing/2014/main" id="{8644B5A4-4C62-164B-9FCA-E1A62ECDC6A0}"/>
              </a:ext>
            </a:extLst>
          </p:cNvPr>
          <p:cNvSpPr>
            <a:spLocks noGrp="1" noChangeAspect="1"/>
          </p:cNvSpPr>
          <p:nvPr>
            <p:ph type="pic" sz="quarter" idx="23"/>
          </p:nvPr>
        </p:nvSpPr>
        <p:spPr>
          <a:xfrm>
            <a:off x="774200" y="1785409"/>
            <a:ext cx="2160000" cy="2160000"/>
          </a:xfrm>
          <a:prstGeom prst="roundRect">
            <a:avLst/>
          </a:prstGeom>
          <a:solidFill>
            <a:schemeClr val="bg2">
              <a:lumMod val="25000"/>
            </a:schemeClr>
          </a:solidFill>
          <a:ln>
            <a:noFill/>
          </a:ln>
        </p:spPr>
        <p:txBody>
          <a:bodyPr>
            <a:noAutofit/>
          </a:bodyPr>
          <a:lstStyle>
            <a:lvl1pPr marL="0" indent="0" algn="ctr">
              <a:buNone/>
              <a:defRPr sz="1600">
                <a:solidFill>
                  <a:schemeClr val="bg1"/>
                </a:solidFill>
                <a:latin typeface="+mj-lt"/>
              </a:defRPr>
            </a:lvl1pPr>
          </a:lstStyle>
          <a:p>
            <a:r>
              <a:rPr lang="en-US"/>
              <a:t>Click icon to add picture</a:t>
            </a:r>
          </a:p>
        </p:txBody>
      </p:sp>
      <p:sp>
        <p:nvSpPr>
          <p:cNvPr id="26" name="Picture Placeholder 16">
            <a:extLst>
              <a:ext uri="{FF2B5EF4-FFF2-40B4-BE49-F238E27FC236}">
                <a16:creationId xmlns:a16="http://schemas.microsoft.com/office/drawing/2014/main" id="{7216C99D-59E0-D148-8FD5-A06B5D098A96}"/>
              </a:ext>
            </a:extLst>
          </p:cNvPr>
          <p:cNvSpPr>
            <a:spLocks noGrp="1" noChangeAspect="1"/>
          </p:cNvSpPr>
          <p:nvPr>
            <p:ph type="pic" sz="quarter" idx="24"/>
          </p:nvPr>
        </p:nvSpPr>
        <p:spPr>
          <a:xfrm>
            <a:off x="3603125" y="1785409"/>
            <a:ext cx="2160000" cy="2160000"/>
          </a:xfrm>
          <a:prstGeom prst="roundRect">
            <a:avLst/>
          </a:prstGeom>
          <a:solidFill>
            <a:schemeClr val="bg2">
              <a:lumMod val="25000"/>
            </a:schemeClr>
          </a:solidFill>
          <a:ln>
            <a:noFill/>
          </a:ln>
        </p:spPr>
        <p:txBody>
          <a:bodyPr>
            <a:noAutofit/>
          </a:bodyPr>
          <a:lstStyle>
            <a:lvl1pPr marL="0" indent="0" algn="ctr">
              <a:buNone/>
              <a:defRPr sz="1600">
                <a:solidFill>
                  <a:schemeClr val="bg1"/>
                </a:solidFill>
                <a:latin typeface="+mj-lt"/>
              </a:defRPr>
            </a:lvl1pPr>
          </a:lstStyle>
          <a:p>
            <a:r>
              <a:rPr lang="en-US"/>
              <a:t>Click icon to add picture</a:t>
            </a:r>
          </a:p>
        </p:txBody>
      </p:sp>
      <p:sp>
        <p:nvSpPr>
          <p:cNvPr id="28" name="Picture Placeholder 16">
            <a:extLst>
              <a:ext uri="{FF2B5EF4-FFF2-40B4-BE49-F238E27FC236}">
                <a16:creationId xmlns:a16="http://schemas.microsoft.com/office/drawing/2014/main" id="{D4B99A33-76D9-4843-8919-AD5FEF9A31F2}"/>
              </a:ext>
            </a:extLst>
          </p:cNvPr>
          <p:cNvSpPr>
            <a:spLocks noGrp="1" noChangeAspect="1"/>
          </p:cNvSpPr>
          <p:nvPr>
            <p:ph type="pic" sz="quarter" idx="25"/>
          </p:nvPr>
        </p:nvSpPr>
        <p:spPr>
          <a:xfrm>
            <a:off x="6428875" y="1785409"/>
            <a:ext cx="2160000" cy="2160000"/>
          </a:xfrm>
          <a:prstGeom prst="roundRect">
            <a:avLst/>
          </a:prstGeom>
          <a:solidFill>
            <a:schemeClr val="bg2">
              <a:lumMod val="25000"/>
            </a:schemeClr>
          </a:solidFill>
          <a:ln>
            <a:noFill/>
          </a:ln>
        </p:spPr>
        <p:txBody>
          <a:bodyPr>
            <a:noAutofit/>
          </a:bodyPr>
          <a:lstStyle>
            <a:lvl1pPr marL="0" indent="0" algn="ctr">
              <a:buNone/>
              <a:defRPr sz="1600">
                <a:solidFill>
                  <a:schemeClr val="bg1"/>
                </a:solidFill>
                <a:latin typeface="+mj-lt"/>
              </a:defRPr>
            </a:lvl1pPr>
          </a:lstStyle>
          <a:p>
            <a:r>
              <a:rPr lang="en-US"/>
              <a:t>Click icon to add picture</a:t>
            </a:r>
          </a:p>
        </p:txBody>
      </p:sp>
      <p:sp>
        <p:nvSpPr>
          <p:cNvPr id="30" name="Picture Placeholder 16">
            <a:extLst>
              <a:ext uri="{FF2B5EF4-FFF2-40B4-BE49-F238E27FC236}">
                <a16:creationId xmlns:a16="http://schemas.microsoft.com/office/drawing/2014/main" id="{961589AC-2E68-5C4F-BF84-D883C8663119}"/>
              </a:ext>
            </a:extLst>
          </p:cNvPr>
          <p:cNvSpPr>
            <a:spLocks noGrp="1" noChangeAspect="1"/>
          </p:cNvSpPr>
          <p:nvPr>
            <p:ph type="pic" sz="quarter" idx="26"/>
          </p:nvPr>
        </p:nvSpPr>
        <p:spPr>
          <a:xfrm>
            <a:off x="9260975" y="1785409"/>
            <a:ext cx="2160000" cy="2160000"/>
          </a:xfrm>
          <a:prstGeom prst="roundRect">
            <a:avLst/>
          </a:prstGeom>
          <a:solidFill>
            <a:schemeClr val="bg2">
              <a:lumMod val="25000"/>
            </a:schemeClr>
          </a:solidFill>
          <a:ln>
            <a:noFill/>
          </a:ln>
        </p:spPr>
        <p:txBody>
          <a:bodyPr>
            <a:noAutofit/>
          </a:bodyPr>
          <a:lstStyle>
            <a:lvl1pPr marL="0" indent="0" algn="ctr">
              <a:buNone/>
              <a:defRPr sz="1600">
                <a:solidFill>
                  <a:schemeClr val="bg1"/>
                </a:solidFill>
                <a:latin typeface="+mj-lt"/>
              </a:defRPr>
            </a:lvl1pPr>
          </a:lstStyle>
          <a:p>
            <a:r>
              <a:rPr lang="en-US"/>
              <a:t>Click icon to add picture</a:t>
            </a:r>
          </a:p>
        </p:txBody>
      </p:sp>
    </p:spTree>
    <p:extLst>
      <p:ext uri="{BB962C8B-B14F-4D97-AF65-F5344CB8AC3E}">
        <p14:creationId xmlns:p14="http://schemas.microsoft.com/office/powerpoint/2010/main" val="3088386221"/>
      </p:ext>
    </p:extLst>
  </p:cSld>
  <p:clrMapOvr>
    <a:masterClrMapping/>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0" pos="1967">
          <p15:clr>
            <a:srgbClr val="A4A3A4"/>
          </p15:clr>
        </p15:guide>
        <p15:guide id="11" pos="2150">
          <p15:clr>
            <a:srgbClr val="A4A3A4"/>
          </p15:clr>
        </p15:guide>
        <p15:guide id="16" pos="3749">
          <p15:clr>
            <a:srgbClr val="A4A3A4"/>
          </p15:clr>
        </p15:guide>
        <p15:guide id="17" pos="3932">
          <p15:clr>
            <a:srgbClr val="A4A3A4"/>
          </p15:clr>
        </p15:guide>
        <p15:guide id="22" pos="5529">
          <p15:clr>
            <a:srgbClr val="A4A3A4"/>
          </p15:clr>
        </p15:guide>
        <p15:guide id="23" pos="5714">
          <p15:clr>
            <a:srgbClr val="A4A3A4"/>
          </p15:clr>
        </p15:guide>
        <p15:guide id="28" pos="3840">
          <p15:clr>
            <a:srgbClr val="F26B43"/>
          </p15:clr>
        </p15:guide>
        <p15:guide id="29" pos="5576">
          <p15:clr>
            <a:srgbClr val="F26B43"/>
          </p15:clr>
        </p15:guide>
        <p15:guide id="30" pos="2105">
          <p15:clr>
            <a:srgbClr val="F26B43"/>
          </p15:clr>
        </p15:guide>
        <p15:guide id="31" orient="horz" pos="2772">
          <p15:clr>
            <a:srgbClr val="FBAE40"/>
          </p15:clr>
        </p15:guide>
      </p15:sldGuideLst>
    </p:ext>
  </p:extLst>
</p:sldLayout>
</file>

<file path=ppt/slideLayouts/slideLayout227.xml><?xml version="1.0" encoding="utf-8"?>
<p:sldLayout xmlns:a="http://schemas.openxmlformats.org/drawingml/2006/main" xmlns:r="http://schemas.openxmlformats.org/officeDocument/2006/relationships" xmlns:p="http://schemas.openxmlformats.org/presentationml/2006/main" userDrawn="1">
  <p:cSld name="Stats - 4 stats">
    <p:bg>
      <p:bgPr>
        <a:gradFill>
          <a:gsLst>
            <a:gs pos="0">
              <a:srgbClr val="120D24"/>
            </a:gs>
            <a:gs pos="100000">
              <a:srgbClr val="290A46"/>
            </a:gs>
          </a:gsLst>
          <a:lin ang="2400000" scaled="0"/>
        </a:gradFill>
        <a:effectLst/>
      </p:bgPr>
    </p:bg>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6852210" y="2593912"/>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 name="Text Placeholder 4">
            <a:extLst>
              <a:ext uri="{FF2B5EF4-FFF2-40B4-BE49-F238E27FC236}">
                <a16:creationId xmlns:a16="http://schemas.microsoft.com/office/drawing/2014/main" id="{C8B2DAB2-E406-C226-C7A1-F55EFB60C685}"/>
              </a:ext>
            </a:extLst>
          </p:cNvPr>
          <p:cNvSpPr>
            <a:spLocks noGrp="1"/>
          </p:cNvSpPr>
          <p:nvPr>
            <p:ph type="body" sz="quarter" idx="13" hasCustomPrompt="1"/>
          </p:nvPr>
        </p:nvSpPr>
        <p:spPr>
          <a:xfrm>
            <a:off x="584200" y="6138441"/>
            <a:ext cx="9144000" cy="169277"/>
          </a:xfrm>
          <a:noFill/>
        </p:spPr>
        <p:txBody>
          <a:bodyPr wrap="square" lIns="0" tIns="0" rIns="0" bIns="0">
            <a:spAutoFit/>
          </a:bodyPr>
          <a:lstStyle>
            <a:lvl1pPr marL="0" indent="0">
              <a:spcBef>
                <a:spcPts val="0"/>
              </a:spcBef>
              <a:buNone/>
              <a:defRPr sz="1100" spc="0" baseline="0">
                <a:solidFill>
                  <a:schemeClr val="tx1"/>
                </a:solidFill>
                <a:latin typeface="+mn-lt"/>
                <a:cs typeface="Segoe UI" panose="020B0502040204020203" pitchFamily="34" charset="0"/>
              </a:defRPr>
            </a:lvl1pPr>
          </a:lstStyle>
          <a:p>
            <a:pPr lvl="0"/>
            <a:r>
              <a:rPr lang="en-US"/>
              <a:t>Source:  Footnote</a:t>
            </a:r>
          </a:p>
        </p:txBody>
      </p:sp>
      <p:sp>
        <p:nvSpPr>
          <p:cNvPr id="9" name="Title 1"/>
          <p:cNvSpPr>
            <a:spLocks noGrp="1"/>
          </p:cNvSpPr>
          <p:nvPr userDrawn="1">
            <p:ph type="title" hasCustomPrompt="1"/>
          </p:nvPr>
        </p:nvSpPr>
        <p:spPr>
          <a:xfrm>
            <a:off x="584200" y="2288059"/>
            <a:ext cx="5273648" cy="2031325"/>
          </a:xfrm>
          <a:noFill/>
        </p:spPr>
        <p:txBody>
          <a:bodyPr vert="horz" wrap="square" lIns="0" tIns="0" rIns="0" bIns="0" rtlCol="0" anchor="ctr" anchorCtr="0">
            <a:spAutoFit/>
          </a:bodyPr>
          <a:lstStyle>
            <a:lvl1pPr>
              <a:defRPr lang="en-US" sz="4400" dirty="0">
                <a:solidFill>
                  <a:schemeClr val="tx1"/>
                </a:solidFill>
                <a:latin typeface="Segoe UI Semibold" panose="020B0702040204020203" pitchFamily="34" charset="0"/>
                <a:cs typeface="Segoe UI Semibold" panose="020B0702040204020203" pitchFamily="34" charset="0"/>
              </a:defRPr>
            </a:lvl1pPr>
          </a:lstStyle>
          <a:p>
            <a:pPr lvl="0"/>
            <a:r>
              <a:rPr lang="en-US"/>
              <a:t>Insert subheading</a:t>
            </a:r>
            <a:br>
              <a:rPr lang="en-US"/>
            </a:br>
            <a:r>
              <a:rPr lang="en-US"/>
              <a:t>related to these</a:t>
            </a:r>
            <a:br>
              <a:rPr lang="en-US"/>
            </a:br>
            <a:r>
              <a:rPr lang="en-US"/>
              <a:t>four stats</a:t>
            </a:r>
          </a:p>
        </p:txBody>
      </p:sp>
      <p:sp>
        <p:nvSpPr>
          <p:cNvPr id="21" name="Text Placeholder 4">
            <a:extLst>
              <a:ext uri="{FF2B5EF4-FFF2-40B4-BE49-F238E27FC236}">
                <a16:creationId xmlns:a16="http://schemas.microsoft.com/office/drawing/2014/main" id="{813099B2-2129-039A-2767-165420C12524}"/>
              </a:ext>
            </a:extLst>
          </p:cNvPr>
          <p:cNvSpPr>
            <a:spLocks noGrp="1"/>
          </p:cNvSpPr>
          <p:nvPr>
            <p:ph type="body" sz="quarter" idx="14" hasCustomPrompt="1"/>
          </p:nvPr>
        </p:nvSpPr>
        <p:spPr>
          <a:xfrm>
            <a:off x="6852210" y="1497079"/>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25%</a:t>
            </a:r>
          </a:p>
        </p:txBody>
      </p:sp>
      <p:sp>
        <p:nvSpPr>
          <p:cNvPr id="25" name="Text Placeholder 4">
            <a:extLst>
              <a:ext uri="{FF2B5EF4-FFF2-40B4-BE49-F238E27FC236}">
                <a16:creationId xmlns:a16="http://schemas.microsoft.com/office/drawing/2014/main" id="{409B7551-B84E-357E-0A6D-3D01BC60F254}"/>
              </a:ext>
            </a:extLst>
          </p:cNvPr>
          <p:cNvSpPr>
            <a:spLocks noGrp="1"/>
          </p:cNvSpPr>
          <p:nvPr>
            <p:ph type="body" sz="quarter" idx="15" hasCustomPrompt="1"/>
          </p:nvPr>
        </p:nvSpPr>
        <p:spPr>
          <a:xfrm>
            <a:off x="9592790" y="2593912"/>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6" name="Text Placeholder 4">
            <a:extLst>
              <a:ext uri="{FF2B5EF4-FFF2-40B4-BE49-F238E27FC236}">
                <a16:creationId xmlns:a16="http://schemas.microsoft.com/office/drawing/2014/main" id="{EFF06BA3-3BAA-1074-85B9-B606438A8F9E}"/>
              </a:ext>
            </a:extLst>
          </p:cNvPr>
          <p:cNvSpPr>
            <a:spLocks noGrp="1"/>
          </p:cNvSpPr>
          <p:nvPr>
            <p:ph type="body" sz="quarter" idx="16" hasCustomPrompt="1"/>
          </p:nvPr>
        </p:nvSpPr>
        <p:spPr>
          <a:xfrm>
            <a:off x="9592790" y="1497079"/>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62%</a:t>
            </a:r>
          </a:p>
        </p:txBody>
      </p:sp>
      <p:sp>
        <p:nvSpPr>
          <p:cNvPr id="27" name="Text Placeholder 4">
            <a:extLst>
              <a:ext uri="{FF2B5EF4-FFF2-40B4-BE49-F238E27FC236}">
                <a16:creationId xmlns:a16="http://schemas.microsoft.com/office/drawing/2014/main" id="{DAF3389C-C772-F76C-525F-79C9628C93DA}"/>
              </a:ext>
            </a:extLst>
          </p:cNvPr>
          <p:cNvSpPr>
            <a:spLocks noGrp="1"/>
          </p:cNvSpPr>
          <p:nvPr>
            <p:ph type="body" sz="quarter" idx="17" hasCustomPrompt="1"/>
          </p:nvPr>
        </p:nvSpPr>
        <p:spPr>
          <a:xfrm>
            <a:off x="6852210" y="4732298"/>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8" name="Text Placeholder 4">
            <a:extLst>
              <a:ext uri="{FF2B5EF4-FFF2-40B4-BE49-F238E27FC236}">
                <a16:creationId xmlns:a16="http://schemas.microsoft.com/office/drawing/2014/main" id="{583FBD10-C4E7-6215-D18A-853EF9F8360A}"/>
              </a:ext>
            </a:extLst>
          </p:cNvPr>
          <p:cNvSpPr>
            <a:spLocks noGrp="1"/>
          </p:cNvSpPr>
          <p:nvPr>
            <p:ph type="body" sz="quarter" idx="18" hasCustomPrompt="1"/>
          </p:nvPr>
        </p:nvSpPr>
        <p:spPr>
          <a:xfrm>
            <a:off x="6852210" y="3635465"/>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98%</a:t>
            </a:r>
          </a:p>
        </p:txBody>
      </p:sp>
      <p:sp>
        <p:nvSpPr>
          <p:cNvPr id="29" name="Text Placeholder 4">
            <a:extLst>
              <a:ext uri="{FF2B5EF4-FFF2-40B4-BE49-F238E27FC236}">
                <a16:creationId xmlns:a16="http://schemas.microsoft.com/office/drawing/2014/main" id="{66F2B96E-2D44-A7BB-8BF0-282A68FE1CC9}"/>
              </a:ext>
            </a:extLst>
          </p:cNvPr>
          <p:cNvSpPr>
            <a:spLocks noGrp="1"/>
          </p:cNvSpPr>
          <p:nvPr>
            <p:ph type="body" sz="quarter" idx="19" hasCustomPrompt="1"/>
          </p:nvPr>
        </p:nvSpPr>
        <p:spPr>
          <a:xfrm>
            <a:off x="9592790" y="4732298"/>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0" name="Text Placeholder 4">
            <a:extLst>
              <a:ext uri="{FF2B5EF4-FFF2-40B4-BE49-F238E27FC236}">
                <a16:creationId xmlns:a16="http://schemas.microsoft.com/office/drawing/2014/main" id="{659B3A17-0571-55CB-4C15-3E3B6424B5FC}"/>
              </a:ext>
            </a:extLst>
          </p:cNvPr>
          <p:cNvSpPr>
            <a:spLocks noGrp="1"/>
          </p:cNvSpPr>
          <p:nvPr>
            <p:ph type="body" sz="quarter" idx="20" hasCustomPrompt="1"/>
          </p:nvPr>
        </p:nvSpPr>
        <p:spPr>
          <a:xfrm>
            <a:off x="9592790" y="3635465"/>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35%</a:t>
            </a:r>
          </a:p>
        </p:txBody>
      </p:sp>
    </p:spTree>
    <p:extLst>
      <p:ext uri="{BB962C8B-B14F-4D97-AF65-F5344CB8AC3E}">
        <p14:creationId xmlns:p14="http://schemas.microsoft.com/office/powerpoint/2010/main" val="139976434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28.xml><?xml version="1.0" encoding="utf-8"?>
<p:sldLayout xmlns:a="http://schemas.openxmlformats.org/drawingml/2006/main" xmlns:r="http://schemas.openxmlformats.org/officeDocument/2006/relationships" xmlns:p="http://schemas.openxmlformats.org/presentationml/2006/main" userDrawn="1">
  <p:cSld name="Topic List">
    <p:bg>
      <p:bgPr>
        <a:gradFill>
          <a:gsLst>
            <a:gs pos="0">
              <a:srgbClr val="120D24"/>
            </a:gs>
            <a:gs pos="100000">
              <a:srgbClr val="290A46"/>
            </a:gs>
          </a:gsLst>
          <a:lin ang="2400000" scaled="0"/>
        </a:gradFill>
        <a:effectLst/>
      </p:bgPr>
    </p:bg>
    <p:spTree>
      <p:nvGrpSpPr>
        <p:cNvPr id="1" name=""/>
        <p:cNvGrpSpPr/>
        <p:nvPr/>
      </p:nvGrpSpPr>
      <p:grpSpPr>
        <a:xfrm>
          <a:off x="0" y="0"/>
          <a:ext cx="0" cy="0"/>
          <a:chOff x="0" y="0"/>
          <a:chExt cx="0" cy="0"/>
        </a:xfrm>
      </p:grpSpPr>
      <p:pic>
        <p:nvPicPr>
          <p:cNvPr id="21" name="Picture 20" descr="Background pattern&#10;&#10;Description automatically generated">
            <a:extLst>
              <a:ext uri="{FF2B5EF4-FFF2-40B4-BE49-F238E27FC236}">
                <a16:creationId xmlns:a16="http://schemas.microsoft.com/office/drawing/2014/main" id="{706E1277-0ECA-DB28-1918-BB1A87D2ABB1}"/>
              </a:ext>
            </a:extLst>
          </p:cNvPr>
          <p:cNvPicPr>
            <a:picLocks noChangeAspect="1"/>
          </p:cNvPicPr>
          <p:nvPr userDrawn="1"/>
        </p:nvPicPr>
        <p:blipFill>
          <a:blip r:embed="rId2"/>
          <a:stretch>
            <a:fillRect/>
          </a:stretch>
        </p:blipFill>
        <p:spPr>
          <a:xfrm>
            <a:off x="3770290" y="585787"/>
            <a:ext cx="7746520" cy="5683249"/>
          </a:xfrm>
          <a:prstGeom prst="roundRect">
            <a:avLst>
              <a:gd name="adj" fmla="val 1791"/>
            </a:avLst>
          </a:prstGeom>
          <a:effectLst>
            <a:outerShdw blurRad="279400" dist="38100" dir="2700000" algn="tl" rotWithShape="0">
              <a:prstClr val="black">
                <a:alpha val="67000"/>
              </a:prstClr>
            </a:outerShdw>
          </a:effectLst>
        </p:spPr>
      </p:pic>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2629499" cy="5683250"/>
          </a:xfrm>
        </p:spPr>
        <p:txBody>
          <a:bodyPr anchor="ctr">
            <a:noAutofit/>
          </a:bodyPr>
          <a:lstStyle>
            <a:lvl1pPr algn="l">
              <a:defRPr sz="3600">
                <a:gradFill flip="none" rotWithShape="1">
                  <a:gsLst>
                    <a:gs pos="0">
                      <a:schemeClr val="accent2"/>
                    </a:gs>
                    <a:gs pos="100000">
                      <a:schemeClr val="accent3"/>
                    </a:gs>
                  </a:gsLst>
                  <a:lin ang="0" scaled="1"/>
                  <a:tileRect/>
                </a:gradFill>
              </a:defRPr>
            </a:lvl1pPr>
          </a:lstStyle>
          <a:p>
            <a:r>
              <a:rPr lang="en-US"/>
              <a:t>Subheading</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5282311" y="1299377"/>
            <a:ext cx="5651006" cy="645171"/>
          </a:xfrm>
        </p:spPr>
        <p:txBody>
          <a:bodyPr anchor="ctr">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 Placeholder 2">
            <a:extLst>
              <a:ext uri="{FF2B5EF4-FFF2-40B4-BE49-F238E27FC236}">
                <a16:creationId xmlns:a16="http://schemas.microsoft.com/office/drawing/2014/main" id="{3EF51500-7F31-99F7-4E08-706B57C7B9B5}"/>
              </a:ext>
            </a:extLst>
          </p:cNvPr>
          <p:cNvSpPr>
            <a:spLocks noGrp="1"/>
          </p:cNvSpPr>
          <p:nvPr>
            <p:ph type="body" sz="quarter" idx="12"/>
          </p:nvPr>
        </p:nvSpPr>
        <p:spPr>
          <a:xfrm>
            <a:off x="5282311" y="2504069"/>
            <a:ext cx="5651006" cy="645171"/>
          </a:xfrm>
        </p:spPr>
        <p:txBody>
          <a:bodyPr anchor="ctr">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Click to edit Master text styles</a:t>
            </a:r>
          </a:p>
        </p:txBody>
      </p:sp>
      <p:sp>
        <p:nvSpPr>
          <p:cNvPr id="5" name="Text Placeholder 2">
            <a:extLst>
              <a:ext uri="{FF2B5EF4-FFF2-40B4-BE49-F238E27FC236}">
                <a16:creationId xmlns:a16="http://schemas.microsoft.com/office/drawing/2014/main" id="{7EB930E5-4B0E-6780-ADDA-04A29A46287E}"/>
              </a:ext>
            </a:extLst>
          </p:cNvPr>
          <p:cNvSpPr>
            <a:spLocks noGrp="1"/>
          </p:cNvSpPr>
          <p:nvPr>
            <p:ph type="body" sz="quarter" idx="13"/>
          </p:nvPr>
        </p:nvSpPr>
        <p:spPr>
          <a:xfrm>
            <a:off x="5282311" y="3708761"/>
            <a:ext cx="5651006" cy="645171"/>
          </a:xfrm>
        </p:spPr>
        <p:txBody>
          <a:bodyPr anchor="ctr">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Click to edit Master text styles</a:t>
            </a:r>
          </a:p>
        </p:txBody>
      </p:sp>
      <p:sp>
        <p:nvSpPr>
          <p:cNvPr id="7" name="Text Placeholder 2">
            <a:extLst>
              <a:ext uri="{FF2B5EF4-FFF2-40B4-BE49-F238E27FC236}">
                <a16:creationId xmlns:a16="http://schemas.microsoft.com/office/drawing/2014/main" id="{1C192156-0C90-14D8-779B-222D86A9A401}"/>
              </a:ext>
            </a:extLst>
          </p:cNvPr>
          <p:cNvSpPr>
            <a:spLocks noGrp="1"/>
          </p:cNvSpPr>
          <p:nvPr>
            <p:ph type="body" sz="quarter" idx="14"/>
          </p:nvPr>
        </p:nvSpPr>
        <p:spPr>
          <a:xfrm>
            <a:off x="5282311" y="4913452"/>
            <a:ext cx="5651006" cy="645171"/>
          </a:xfrm>
        </p:spPr>
        <p:txBody>
          <a:bodyPr anchor="ctr">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102699876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229.xml><?xml version="1.0" encoding="utf-8"?>
<p:sldLayout xmlns:a="http://schemas.openxmlformats.org/drawingml/2006/main" xmlns:r="http://schemas.openxmlformats.org/officeDocument/2006/relationships" xmlns:p="http://schemas.openxmlformats.org/presentationml/2006/main" userDrawn="1">
  <p:cSld name="4_4-column">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FA85E99-F542-B24A-B446-DFECA22023E3}"/>
              </a:ext>
            </a:extLst>
          </p:cNvPr>
          <p:cNvSpPr>
            <a:spLocks noGrp="1"/>
          </p:cNvSpPr>
          <p:nvPr>
            <p:ph type="title" hasCustomPrompt="1"/>
          </p:nvPr>
        </p:nvSpPr>
        <p:spPr>
          <a:xfrm>
            <a:off x="590868" y="585788"/>
            <a:ext cx="11018520" cy="553998"/>
          </a:xfrm>
        </p:spPr>
        <p:txBody>
          <a:bodyPr>
            <a:spAutoFit/>
          </a:bodyPr>
          <a:lstStyle>
            <a:lvl1pPr algn="ctr">
              <a:defRPr>
                <a:gradFill>
                  <a:gsLst>
                    <a:gs pos="0">
                      <a:srgbClr val="50E6FF"/>
                    </a:gs>
                    <a:gs pos="100000">
                      <a:srgbClr val="D59DFF"/>
                    </a:gs>
                  </a:gsLst>
                  <a:lin ang="2400000" scaled="0"/>
                </a:gradFill>
              </a:defRPr>
            </a:lvl1pPr>
          </a:lstStyle>
          <a:p>
            <a:r>
              <a:rPr lang="en-US"/>
              <a:t>The Team</a:t>
            </a:r>
          </a:p>
        </p:txBody>
      </p:sp>
      <p:sp>
        <p:nvSpPr>
          <p:cNvPr id="4" name="Text Placeholder 24">
            <a:extLst>
              <a:ext uri="{FF2B5EF4-FFF2-40B4-BE49-F238E27FC236}">
                <a16:creationId xmlns:a16="http://schemas.microsoft.com/office/drawing/2014/main" id="{DAB7DD0E-9CE8-8B49-86A4-00493B0A2C63}"/>
              </a:ext>
            </a:extLst>
          </p:cNvPr>
          <p:cNvSpPr>
            <a:spLocks noGrp="1"/>
          </p:cNvSpPr>
          <p:nvPr>
            <p:ph type="body" sz="quarter" idx="11" hasCustomPrompt="1"/>
          </p:nvPr>
        </p:nvSpPr>
        <p:spPr>
          <a:xfrm>
            <a:off x="3413125" y="4408341"/>
            <a:ext cx="2520950" cy="276999"/>
          </a:xfrm>
        </p:spPr>
        <p:txBody>
          <a:bodyPr/>
          <a:lstStyle>
            <a:lvl1pPr marL="0" indent="0">
              <a:buNone/>
              <a:defRPr sz="1800">
                <a:gradFill>
                  <a:gsLst>
                    <a:gs pos="0">
                      <a:schemeClr val="accent3">
                        <a:lumMod val="20000"/>
                        <a:lumOff val="80000"/>
                      </a:schemeClr>
                    </a:gs>
                    <a:gs pos="100000">
                      <a:schemeClr val="accent1"/>
                    </a:gs>
                  </a:gsLst>
                  <a:lin ang="2400000" scaled="0"/>
                </a:gradFill>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5" name="Text Placeholder 26">
            <a:extLst>
              <a:ext uri="{FF2B5EF4-FFF2-40B4-BE49-F238E27FC236}">
                <a16:creationId xmlns:a16="http://schemas.microsoft.com/office/drawing/2014/main" id="{5B9FC220-0063-D14C-BAC7-29C374D5E3B9}"/>
              </a:ext>
            </a:extLst>
          </p:cNvPr>
          <p:cNvSpPr>
            <a:spLocks noGrp="1"/>
          </p:cNvSpPr>
          <p:nvPr>
            <p:ph type="body" sz="quarter" idx="12" hasCustomPrompt="1"/>
          </p:nvPr>
        </p:nvSpPr>
        <p:spPr>
          <a:xfrm>
            <a:off x="3413125" y="4772925"/>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7" name="Text Placeholder 24">
            <a:extLst>
              <a:ext uri="{FF2B5EF4-FFF2-40B4-BE49-F238E27FC236}">
                <a16:creationId xmlns:a16="http://schemas.microsoft.com/office/drawing/2014/main" id="{CBF991A4-66F2-0E4F-8612-F380FB5985B0}"/>
              </a:ext>
            </a:extLst>
          </p:cNvPr>
          <p:cNvSpPr>
            <a:spLocks noGrp="1"/>
          </p:cNvSpPr>
          <p:nvPr>
            <p:ph type="body" sz="quarter" idx="14" hasCustomPrompt="1"/>
          </p:nvPr>
        </p:nvSpPr>
        <p:spPr>
          <a:xfrm>
            <a:off x="6224586" y="4400550"/>
            <a:ext cx="2520950" cy="276999"/>
          </a:xfrm>
        </p:spPr>
        <p:txBody>
          <a:bodyPr/>
          <a:lstStyle>
            <a:lvl1pPr marL="0" indent="0">
              <a:buNone/>
              <a:defRPr lang="en-US" sz="1800" kern="1200" spc="0" baseline="0" dirty="0">
                <a:gradFill>
                  <a:gsLst>
                    <a:gs pos="0">
                      <a:schemeClr val="accent3">
                        <a:lumMod val="20000"/>
                        <a:lumOff val="80000"/>
                      </a:schemeClr>
                    </a:gs>
                    <a:gs pos="100000">
                      <a:schemeClr val="accent1"/>
                    </a:gs>
                  </a:gsLst>
                  <a:lin ang="2400000" scaled="0"/>
                </a:gradFill>
                <a:latin typeface="+mj-lt"/>
                <a:ea typeface="+mn-ea"/>
                <a:cs typeface="Segoe UI" panose="020B0502040204020203" pitchFamily="34" charset="0"/>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pPr>
            <a:r>
              <a:rPr lang="en-US" err="1"/>
              <a:t>Firstname</a:t>
            </a:r>
            <a:r>
              <a:rPr lang="en-US"/>
              <a:t> </a:t>
            </a:r>
            <a:r>
              <a:rPr lang="en-US" err="1"/>
              <a:t>Lastname</a:t>
            </a:r>
            <a:endParaRPr lang="en-US"/>
          </a:p>
        </p:txBody>
      </p:sp>
      <p:sp>
        <p:nvSpPr>
          <p:cNvPr id="8" name="Text Placeholder 26">
            <a:extLst>
              <a:ext uri="{FF2B5EF4-FFF2-40B4-BE49-F238E27FC236}">
                <a16:creationId xmlns:a16="http://schemas.microsoft.com/office/drawing/2014/main" id="{B204FDE1-FBCB-1E43-8DBA-A33A86502D94}"/>
              </a:ext>
            </a:extLst>
          </p:cNvPr>
          <p:cNvSpPr>
            <a:spLocks noGrp="1"/>
          </p:cNvSpPr>
          <p:nvPr>
            <p:ph type="body" sz="quarter" idx="15" hasCustomPrompt="1"/>
          </p:nvPr>
        </p:nvSpPr>
        <p:spPr>
          <a:xfrm>
            <a:off x="6224586"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24" name="Picture Placeholder 16">
            <a:extLst>
              <a:ext uri="{FF2B5EF4-FFF2-40B4-BE49-F238E27FC236}">
                <a16:creationId xmlns:a16="http://schemas.microsoft.com/office/drawing/2014/main" id="{8644B5A4-4C62-164B-9FCA-E1A62ECDC6A0}"/>
              </a:ext>
            </a:extLst>
          </p:cNvPr>
          <p:cNvSpPr>
            <a:spLocks noGrp="1" noChangeAspect="1"/>
          </p:cNvSpPr>
          <p:nvPr>
            <p:ph type="pic" sz="quarter" idx="23"/>
          </p:nvPr>
        </p:nvSpPr>
        <p:spPr>
          <a:xfrm>
            <a:off x="3585661" y="1785409"/>
            <a:ext cx="2160000" cy="2160000"/>
          </a:xfrm>
          <a:prstGeom prst="roundRect">
            <a:avLst/>
          </a:prstGeom>
          <a:solidFill>
            <a:schemeClr val="bg2">
              <a:lumMod val="25000"/>
            </a:schemeClr>
          </a:solidFill>
          <a:ln>
            <a:noFill/>
          </a:ln>
        </p:spPr>
        <p:txBody>
          <a:bodyPr>
            <a:noAutofit/>
          </a:bodyPr>
          <a:lstStyle>
            <a:lvl1pPr marL="0" indent="0" algn="ctr">
              <a:buNone/>
              <a:defRPr sz="1600">
                <a:solidFill>
                  <a:schemeClr val="bg1"/>
                </a:solidFill>
                <a:latin typeface="+mj-lt"/>
              </a:defRPr>
            </a:lvl1pPr>
          </a:lstStyle>
          <a:p>
            <a:r>
              <a:rPr lang="en-US"/>
              <a:t>Click icon to add picture</a:t>
            </a:r>
          </a:p>
        </p:txBody>
      </p:sp>
      <p:sp>
        <p:nvSpPr>
          <p:cNvPr id="26" name="Picture Placeholder 16">
            <a:extLst>
              <a:ext uri="{FF2B5EF4-FFF2-40B4-BE49-F238E27FC236}">
                <a16:creationId xmlns:a16="http://schemas.microsoft.com/office/drawing/2014/main" id="{7216C99D-59E0-D148-8FD5-A06B5D098A96}"/>
              </a:ext>
            </a:extLst>
          </p:cNvPr>
          <p:cNvSpPr>
            <a:spLocks noGrp="1" noChangeAspect="1"/>
          </p:cNvSpPr>
          <p:nvPr>
            <p:ph type="pic" sz="quarter" idx="24"/>
          </p:nvPr>
        </p:nvSpPr>
        <p:spPr>
          <a:xfrm>
            <a:off x="6414586" y="1785409"/>
            <a:ext cx="2160000" cy="2160000"/>
          </a:xfrm>
          <a:prstGeom prst="roundRect">
            <a:avLst/>
          </a:prstGeom>
          <a:solidFill>
            <a:schemeClr val="bg2">
              <a:lumMod val="25000"/>
            </a:schemeClr>
          </a:solidFill>
          <a:ln>
            <a:noFill/>
          </a:ln>
        </p:spPr>
        <p:txBody>
          <a:bodyPr>
            <a:noAutofit/>
          </a:bodyPr>
          <a:lstStyle>
            <a:lvl1pPr marL="0" indent="0" algn="ctr">
              <a:buNone/>
              <a:defRPr sz="1600">
                <a:solidFill>
                  <a:schemeClr val="bg1"/>
                </a:solidFill>
                <a:latin typeface="+mj-lt"/>
              </a:defRPr>
            </a:lvl1pPr>
          </a:lstStyle>
          <a:p>
            <a:r>
              <a:rPr lang="en-US"/>
              <a:t>Click icon to add picture</a:t>
            </a:r>
          </a:p>
        </p:txBody>
      </p:sp>
      <p:sp>
        <p:nvSpPr>
          <p:cNvPr id="20" name="Text Placeholder 26">
            <a:extLst>
              <a:ext uri="{FF2B5EF4-FFF2-40B4-BE49-F238E27FC236}">
                <a16:creationId xmlns:a16="http://schemas.microsoft.com/office/drawing/2014/main" id="{7FC7D6E3-A9CE-DB0E-E5EB-C3DDBCED418F}"/>
              </a:ext>
            </a:extLst>
          </p:cNvPr>
          <p:cNvSpPr>
            <a:spLocks noGrp="1"/>
          </p:cNvSpPr>
          <p:nvPr>
            <p:ph type="body" sz="quarter" idx="25" hasCustomPrompt="1"/>
          </p:nvPr>
        </p:nvSpPr>
        <p:spPr>
          <a:xfrm>
            <a:off x="3413125" y="5132690"/>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Info</a:t>
            </a:r>
          </a:p>
        </p:txBody>
      </p:sp>
      <p:sp>
        <p:nvSpPr>
          <p:cNvPr id="21" name="Text Placeholder 26">
            <a:extLst>
              <a:ext uri="{FF2B5EF4-FFF2-40B4-BE49-F238E27FC236}">
                <a16:creationId xmlns:a16="http://schemas.microsoft.com/office/drawing/2014/main" id="{114D687C-73D8-E8BE-AFC9-33A255F5390E}"/>
              </a:ext>
            </a:extLst>
          </p:cNvPr>
          <p:cNvSpPr>
            <a:spLocks noGrp="1"/>
          </p:cNvSpPr>
          <p:nvPr>
            <p:ph type="body" sz="quarter" idx="26" hasCustomPrompt="1"/>
          </p:nvPr>
        </p:nvSpPr>
        <p:spPr>
          <a:xfrm>
            <a:off x="6224586" y="5124899"/>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Info</a:t>
            </a:r>
          </a:p>
        </p:txBody>
      </p:sp>
    </p:spTree>
    <p:extLst>
      <p:ext uri="{BB962C8B-B14F-4D97-AF65-F5344CB8AC3E}">
        <p14:creationId xmlns:p14="http://schemas.microsoft.com/office/powerpoint/2010/main" val="3872055066"/>
      </p:ext>
    </p:extLst>
  </p:cSld>
  <p:clrMapOvr>
    <a:masterClrMapping/>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0" pos="1967">
          <p15:clr>
            <a:srgbClr val="A4A3A4"/>
          </p15:clr>
        </p15:guide>
        <p15:guide id="11" pos="2150">
          <p15:clr>
            <a:srgbClr val="A4A3A4"/>
          </p15:clr>
        </p15:guide>
        <p15:guide id="16" pos="3749">
          <p15:clr>
            <a:srgbClr val="A4A3A4"/>
          </p15:clr>
        </p15:guide>
        <p15:guide id="17" pos="3932">
          <p15:clr>
            <a:srgbClr val="A4A3A4"/>
          </p15:clr>
        </p15:guide>
        <p15:guide id="22" pos="5529">
          <p15:clr>
            <a:srgbClr val="A4A3A4"/>
          </p15:clr>
        </p15:guide>
        <p15:guide id="23" pos="5714">
          <p15:clr>
            <a:srgbClr val="A4A3A4"/>
          </p15:clr>
        </p15:guide>
        <p15:guide id="28" pos="3840">
          <p15:clr>
            <a:srgbClr val="F26B43"/>
          </p15:clr>
        </p15:guide>
        <p15:guide id="29" pos="5576">
          <p15:clr>
            <a:srgbClr val="F26B43"/>
          </p15:clr>
        </p15:guide>
        <p15:guide id="30" pos="2105">
          <p15:clr>
            <a:srgbClr val="F26B43"/>
          </p15:clr>
        </p15:guide>
        <p15:guide id="31" orient="horz" pos="2772">
          <p15:clr>
            <a:srgbClr val="FBAE40"/>
          </p15:clr>
        </p15:guide>
      </p15:sldGuideLst>
    </p:ext>
  </p:extLst>
</p:sldLayout>
</file>

<file path=ppt/slideLayouts/slideLayout230.xml><?xml version="1.0" encoding="utf-8"?>
<p:sldLayout xmlns:a="http://schemas.openxmlformats.org/drawingml/2006/main" xmlns:r="http://schemas.openxmlformats.org/officeDocument/2006/relationships" xmlns:p="http://schemas.openxmlformats.org/presentationml/2006/main" userDrawn="1">
  <p:cSld name="1_Stats - 4 stats">
    <p:spTree>
      <p:nvGrpSpPr>
        <p:cNvPr id="1" name=""/>
        <p:cNvGrpSpPr/>
        <p:nvPr/>
      </p:nvGrpSpPr>
      <p:grpSpPr>
        <a:xfrm>
          <a:off x="0" y="0"/>
          <a:ext cx="0" cy="0"/>
          <a:chOff x="0" y="0"/>
          <a:chExt cx="0" cy="0"/>
        </a:xfrm>
      </p:grpSpPr>
      <p:sp>
        <p:nvSpPr>
          <p:cNvPr id="5" name="Text Placeholder 4"/>
          <p:cNvSpPr>
            <a:spLocks noGrp="1"/>
          </p:cNvSpPr>
          <p:nvPr>
            <p:ph type="body" sz="quarter" idx="12" hasCustomPrompt="1"/>
          </p:nvPr>
        </p:nvSpPr>
        <p:spPr>
          <a:xfrm>
            <a:off x="6408263" y="2593912"/>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 name="Text Placeholder 4">
            <a:extLst>
              <a:ext uri="{FF2B5EF4-FFF2-40B4-BE49-F238E27FC236}">
                <a16:creationId xmlns:a16="http://schemas.microsoft.com/office/drawing/2014/main" id="{C8B2DAB2-E406-C226-C7A1-F55EFB60C685}"/>
              </a:ext>
            </a:extLst>
          </p:cNvPr>
          <p:cNvSpPr>
            <a:spLocks noGrp="1"/>
          </p:cNvSpPr>
          <p:nvPr>
            <p:ph type="body" sz="quarter" idx="13" hasCustomPrompt="1"/>
          </p:nvPr>
        </p:nvSpPr>
        <p:spPr>
          <a:xfrm>
            <a:off x="584200" y="6138441"/>
            <a:ext cx="9144000" cy="169277"/>
          </a:xfrm>
          <a:noFill/>
        </p:spPr>
        <p:txBody>
          <a:bodyPr wrap="square" lIns="0" tIns="0" rIns="0" bIns="0">
            <a:spAutoFit/>
          </a:bodyPr>
          <a:lstStyle>
            <a:lvl1pPr marL="0" indent="0">
              <a:spcBef>
                <a:spcPts val="0"/>
              </a:spcBef>
              <a:buNone/>
              <a:defRPr sz="1100" spc="0" baseline="0">
                <a:solidFill>
                  <a:schemeClr val="tx1"/>
                </a:solidFill>
                <a:latin typeface="+mn-lt"/>
                <a:cs typeface="Segoe UI" panose="020B0502040204020203" pitchFamily="34" charset="0"/>
              </a:defRPr>
            </a:lvl1pPr>
          </a:lstStyle>
          <a:p>
            <a:pPr lvl="0"/>
            <a:r>
              <a:rPr lang="en-US"/>
              <a:t>Source:  Footnote</a:t>
            </a:r>
          </a:p>
        </p:txBody>
      </p:sp>
      <p:sp>
        <p:nvSpPr>
          <p:cNvPr id="9" name="Title 1"/>
          <p:cNvSpPr>
            <a:spLocks noGrp="1"/>
          </p:cNvSpPr>
          <p:nvPr userDrawn="1">
            <p:ph type="title" hasCustomPrompt="1"/>
          </p:nvPr>
        </p:nvSpPr>
        <p:spPr>
          <a:xfrm>
            <a:off x="584200" y="1949505"/>
            <a:ext cx="4001052" cy="2708434"/>
          </a:xfrm>
          <a:noFill/>
        </p:spPr>
        <p:txBody>
          <a:bodyPr vert="horz" wrap="square" lIns="0" tIns="0" rIns="0" bIns="0" rtlCol="0" anchor="ctr" anchorCtr="0">
            <a:spAutoFit/>
          </a:bodyPr>
          <a:lstStyle>
            <a:lvl1pPr>
              <a:defRPr lang="en-US" sz="4400" dirty="0">
                <a:solidFill>
                  <a:schemeClr val="tx1"/>
                </a:solidFill>
                <a:latin typeface="Segoe UI Semibold" panose="020B0702040204020203" pitchFamily="34" charset="0"/>
                <a:cs typeface="Segoe UI Semibold" panose="020B0702040204020203" pitchFamily="34" charset="0"/>
              </a:defRPr>
            </a:lvl1pPr>
          </a:lstStyle>
          <a:p>
            <a:pPr lvl="0"/>
            <a:r>
              <a:rPr lang="en-US"/>
              <a:t>Insert subheading</a:t>
            </a:r>
            <a:br>
              <a:rPr lang="en-US"/>
            </a:br>
            <a:r>
              <a:rPr lang="en-US"/>
              <a:t>related to these</a:t>
            </a:r>
            <a:br>
              <a:rPr lang="en-US"/>
            </a:br>
            <a:r>
              <a:rPr lang="en-US"/>
              <a:t>four stats</a:t>
            </a:r>
          </a:p>
        </p:txBody>
      </p:sp>
      <p:sp>
        <p:nvSpPr>
          <p:cNvPr id="21" name="Text Placeholder 4">
            <a:extLst>
              <a:ext uri="{FF2B5EF4-FFF2-40B4-BE49-F238E27FC236}">
                <a16:creationId xmlns:a16="http://schemas.microsoft.com/office/drawing/2014/main" id="{813099B2-2129-039A-2767-165420C12524}"/>
              </a:ext>
            </a:extLst>
          </p:cNvPr>
          <p:cNvSpPr>
            <a:spLocks noGrp="1"/>
          </p:cNvSpPr>
          <p:nvPr>
            <p:ph type="body" sz="quarter" idx="14" hasCustomPrompt="1"/>
          </p:nvPr>
        </p:nvSpPr>
        <p:spPr>
          <a:xfrm>
            <a:off x="6408263" y="1497079"/>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25%</a:t>
            </a:r>
          </a:p>
        </p:txBody>
      </p:sp>
      <p:sp>
        <p:nvSpPr>
          <p:cNvPr id="25" name="Text Placeholder 4">
            <a:extLst>
              <a:ext uri="{FF2B5EF4-FFF2-40B4-BE49-F238E27FC236}">
                <a16:creationId xmlns:a16="http://schemas.microsoft.com/office/drawing/2014/main" id="{409B7551-B84E-357E-0A6D-3D01BC60F254}"/>
              </a:ext>
            </a:extLst>
          </p:cNvPr>
          <p:cNvSpPr>
            <a:spLocks noGrp="1"/>
          </p:cNvSpPr>
          <p:nvPr>
            <p:ph type="body" sz="quarter" idx="15" hasCustomPrompt="1"/>
          </p:nvPr>
        </p:nvSpPr>
        <p:spPr>
          <a:xfrm>
            <a:off x="9148843" y="2593912"/>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6" name="Text Placeholder 4">
            <a:extLst>
              <a:ext uri="{FF2B5EF4-FFF2-40B4-BE49-F238E27FC236}">
                <a16:creationId xmlns:a16="http://schemas.microsoft.com/office/drawing/2014/main" id="{EFF06BA3-3BAA-1074-85B9-B606438A8F9E}"/>
              </a:ext>
            </a:extLst>
          </p:cNvPr>
          <p:cNvSpPr>
            <a:spLocks noGrp="1"/>
          </p:cNvSpPr>
          <p:nvPr>
            <p:ph type="body" sz="quarter" idx="16" hasCustomPrompt="1"/>
          </p:nvPr>
        </p:nvSpPr>
        <p:spPr>
          <a:xfrm>
            <a:off x="9148843" y="1497079"/>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62%</a:t>
            </a:r>
          </a:p>
        </p:txBody>
      </p:sp>
      <p:sp>
        <p:nvSpPr>
          <p:cNvPr id="27" name="Text Placeholder 4">
            <a:extLst>
              <a:ext uri="{FF2B5EF4-FFF2-40B4-BE49-F238E27FC236}">
                <a16:creationId xmlns:a16="http://schemas.microsoft.com/office/drawing/2014/main" id="{DAF3389C-C772-F76C-525F-79C9628C93DA}"/>
              </a:ext>
            </a:extLst>
          </p:cNvPr>
          <p:cNvSpPr>
            <a:spLocks noGrp="1"/>
          </p:cNvSpPr>
          <p:nvPr>
            <p:ph type="body" sz="quarter" idx="17" hasCustomPrompt="1"/>
          </p:nvPr>
        </p:nvSpPr>
        <p:spPr>
          <a:xfrm>
            <a:off x="6408263" y="4732298"/>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8" name="Text Placeholder 4">
            <a:extLst>
              <a:ext uri="{FF2B5EF4-FFF2-40B4-BE49-F238E27FC236}">
                <a16:creationId xmlns:a16="http://schemas.microsoft.com/office/drawing/2014/main" id="{583FBD10-C4E7-6215-D18A-853EF9F8360A}"/>
              </a:ext>
            </a:extLst>
          </p:cNvPr>
          <p:cNvSpPr>
            <a:spLocks noGrp="1"/>
          </p:cNvSpPr>
          <p:nvPr>
            <p:ph type="body" sz="quarter" idx="18" hasCustomPrompt="1"/>
          </p:nvPr>
        </p:nvSpPr>
        <p:spPr>
          <a:xfrm>
            <a:off x="6408263" y="3635465"/>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98%</a:t>
            </a:r>
          </a:p>
        </p:txBody>
      </p:sp>
      <p:sp>
        <p:nvSpPr>
          <p:cNvPr id="29" name="Text Placeholder 4">
            <a:extLst>
              <a:ext uri="{FF2B5EF4-FFF2-40B4-BE49-F238E27FC236}">
                <a16:creationId xmlns:a16="http://schemas.microsoft.com/office/drawing/2014/main" id="{66F2B96E-2D44-A7BB-8BF0-282A68FE1CC9}"/>
              </a:ext>
            </a:extLst>
          </p:cNvPr>
          <p:cNvSpPr>
            <a:spLocks noGrp="1"/>
          </p:cNvSpPr>
          <p:nvPr>
            <p:ph type="body" sz="quarter" idx="19" hasCustomPrompt="1"/>
          </p:nvPr>
        </p:nvSpPr>
        <p:spPr>
          <a:xfrm>
            <a:off x="9148843" y="4732298"/>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0" name="Text Placeholder 4">
            <a:extLst>
              <a:ext uri="{FF2B5EF4-FFF2-40B4-BE49-F238E27FC236}">
                <a16:creationId xmlns:a16="http://schemas.microsoft.com/office/drawing/2014/main" id="{659B3A17-0571-55CB-4C15-3E3B6424B5FC}"/>
              </a:ext>
            </a:extLst>
          </p:cNvPr>
          <p:cNvSpPr>
            <a:spLocks noGrp="1"/>
          </p:cNvSpPr>
          <p:nvPr>
            <p:ph type="body" sz="quarter" idx="20" hasCustomPrompt="1"/>
          </p:nvPr>
        </p:nvSpPr>
        <p:spPr>
          <a:xfrm>
            <a:off x="9148843" y="3635465"/>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D59DFF"/>
                    </a:gs>
                  </a:gsLst>
                  <a:lin ang="2400000" scaled="0"/>
                </a:gradFill>
                <a:latin typeface="+mj-lt"/>
                <a:cs typeface="Segoe UI" panose="020B0502040204020203" pitchFamily="34" charset="0"/>
              </a:defRPr>
            </a:lvl1pPr>
          </a:lstStyle>
          <a:p>
            <a:pPr lvl="0"/>
            <a:r>
              <a:rPr lang="en-US"/>
              <a:t>35%</a:t>
            </a:r>
          </a:p>
        </p:txBody>
      </p:sp>
    </p:spTree>
    <p:extLst>
      <p:ext uri="{BB962C8B-B14F-4D97-AF65-F5344CB8AC3E}">
        <p14:creationId xmlns:p14="http://schemas.microsoft.com/office/powerpoint/2010/main" val="2807365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2_Quote 02">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9B4F08D4-AD89-F67E-4C53-C6B6A6684C50}"/>
              </a:ext>
            </a:extLst>
          </p:cNvPr>
          <p:cNvSpPr/>
          <p:nvPr userDrawn="1"/>
        </p:nvSpPr>
        <p:spPr bwMode="auto">
          <a:xfrm>
            <a:off x="815830" y="857707"/>
            <a:ext cx="10614355" cy="5142585"/>
          </a:xfrm>
          <a:prstGeom prst="roundRect">
            <a:avLst>
              <a:gd name="adj" fmla="val 2016"/>
            </a:avLst>
          </a:prstGeom>
          <a:solidFill>
            <a:schemeClr val="bg1">
              <a:lumMod val="90000"/>
              <a:lumOff val="10000"/>
              <a:alpha val="62000"/>
            </a:schemeClr>
          </a:solidFill>
          <a:ln w="12700">
            <a:gradFill flip="none" rotWithShape="1">
              <a:gsLst>
                <a:gs pos="0">
                  <a:schemeClr val="accent3">
                    <a:lumMod val="60000"/>
                    <a:lumOff val="40000"/>
                  </a:schemeClr>
                </a:gs>
                <a:gs pos="100000">
                  <a:schemeClr val="accent1"/>
                </a:gs>
              </a:gsLst>
              <a:lin ang="2700000" scaled="1"/>
              <a:tileRect/>
            </a:gra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rgbClr val="000000"/>
              </a:solidFill>
              <a:latin typeface="Segoe UI"/>
              <a:cs typeface="Segoe UI" pitchFamily="34" charset="0"/>
            </a:endParaRPr>
          </a:p>
        </p:txBody>
      </p:sp>
      <p:sp>
        <p:nvSpPr>
          <p:cNvPr id="5" name="Title 1">
            <a:extLst>
              <a:ext uri="{FF2B5EF4-FFF2-40B4-BE49-F238E27FC236}">
                <a16:creationId xmlns:a16="http://schemas.microsoft.com/office/drawing/2014/main" id="{5772E02E-9408-3A16-2204-9A9ECDD48808}"/>
              </a:ext>
            </a:extLst>
          </p:cNvPr>
          <p:cNvSpPr txBox="1">
            <a:spLocks/>
          </p:cNvSpPr>
          <p:nvPr userDrawn="1"/>
        </p:nvSpPr>
        <p:spPr>
          <a:xfrm>
            <a:off x="377443" y="-248761"/>
            <a:ext cx="9866313" cy="3493264"/>
          </a:xfrm>
          <a:prstGeom prst="rect">
            <a:avLst/>
          </a:prstGeom>
          <a:noFill/>
        </p:spPr>
        <p:txBody>
          <a:bodyPr vert="horz" wrap="square" lIns="0" tIns="0" rIns="0" bIns="0" rtlCol="0" anchor="b" anchorCtr="0">
            <a:spAutoFit/>
          </a:bodyPr>
          <a:lstStyle>
            <a:lvl1pPr algn="l" defTabSz="932742" rtl="0" eaLnBrk="1" latinLnBrk="0" hangingPunct="1">
              <a:lnSpc>
                <a:spcPct val="100000"/>
              </a:lnSpc>
              <a:spcBef>
                <a:spcPct val="0"/>
              </a:spcBef>
              <a:buNone/>
              <a:defRPr lang="en-US" sz="3600" b="0" kern="1200" cap="none" spc="-50" baseline="0">
                <a:ln w="3175">
                  <a:noFill/>
                </a:ln>
                <a:solidFill>
                  <a:schemeClr val="accent2"/>
                </a:solidFill>
                <a:effectLst/>
                <a:latin typeface="Segoe UI Semibold" panose="020B0702040204020203" pitchFamily="34" charset="0"/>
                <a:ea typeface="+mn-ea"/>
                <a:cs typeface="Segoe UI Semibold" panose="020B0702040204020203" pitchFamily="34" charset="0"/>
              </a:defRPr>
            </a:lvl1pPr>
          </a:lstStyle>
          <a:p>
            <a:r>
              <a:rPr lang="en-US" sz="22700">
                <a:gradFill>
                  <a:gsLst>
                    <a:gs pos="0">
                      <a:srgbClr val="50E6FF"/>
                    </a:gs>
                    <a:gs pos="62000">
                      <a:srgbClr val="D59DFF"/>
                    </a:gs>
                  </a:gsLst>
                  <a:lin ang="2400000" scaled="0"/>
                </a:gradFill>
                <a:effectLst>
                  <a:outerShdw blurRad="50800" dist="38100" dir="2700000" algn="tl" rotWithShape="0">
                    <a:prstClr val="black">
                      <a:alpha val="68000"/>
                    </a:prstClr>
                  </a:outerShdw>
                </a:effectLst>
                <a:latin typeface="Arial Black" panose="020B0A04020102020204" pitchFamily="34" charset="0"/>
              </a:rPr>
              <a:t>”</a:t>
            </a:r>
          </a:p>
        </p:txBody>
      </p:sp>
      <p:sp>
        <p:nvSpPr>
          <p:cNvPr id="8" name="Text Placeholder 3">
            <a:extLst>
              <a:ext uri="{FF2B5EF4-FFF2-40B4-BE49-F238E27FC236}">
                <a16:creationId xmlns:a16="http://schemas.microsoft.com/office/drawing/2014/main" id="{DD89A49A-58E0-6646-8574-0B0729961CFB}"/>
              </a:ext>
            </a:extLst>
          </p:cNvPr>
          <p:cNvSpPr>
            <a:spLocks noGrp="1"/>
          </p:cNvSpPr>
          <p:nvPr>
            <p:ph type="body" sz="quarter" idx="18" hasCustomPrompt="1"/>
          </p:nvPr>
        </p:nvSpPr>
        <p:spPr>
          <a:xfrm>
            <a:off x="3248098" y="4456023"/>
            <a:ext cx="3855502" cy="276999"/>
          </a:xfrm>
        </p:spPr>
        <p:txBody>
          <a:bodyPr/>
          <a:lstStyle>
            <a:lvl1pPr marL="0" indent="0" algn="l">
              <a:spcBef>
                <a:spcPts val="0"/>
              </a:spcBef>
              <a:buNone/>
              <a:defRPr sz="1800">
                <a:gradFill>
                  <a:gsLst>
                    <a:gs pos="0">
                      <a:srgbClr val="50E6FF"/>
                    </a:gs>
                    <a:gs pos="100000">
                      <a:srgbClr val="D59DFF"/>
                    </a:gs>
                  </a:gsLst>
                  <a:lin ang="5400000" scaled="1"/>
                </a:gradFill>
                <a:latin typeface="+mj-lt"/>
              </a:defRPr>
            </a:lvl1pPr>
          </a:lstStyle>
          <a:p>
            <a:pPr lvl="0"/>
            <a:r>
              <a:rPr lang="en-US"/>
              <a:t>Name attribute</a:t>
            </a:r>
          </a:p>
        </p:txBody>
      </p:sp>
      <p:sp>
        <p:nvSpPr>
          <p:cNvPr id="9" name="Text Placeholder 3">
            <a:extLst>
              <a:ext uri="{FF2B5EF4-FFF2-40B4-BE49-F238E27FC236}">
                <a16:creationId xmlns:a16="http://schemas.microsoft.com/office/drawing/2014/main" id="{53C890AF-C449-E34D-86FC-4BE82A41ED0D}"/>
              </a:ext>
            </a:extLst>
          </p:cNvPr>
          <p:cNvSpPr>
            <a:spLocks noGrp="1"/>
          </p:cNvSpPr>
          <p:nvPr>
            <p:ph type="body" sz="quarter" idx="20" hasCustomPrompt="1"/>
          </p:nvPr>
        </p:nvSpPr>
        <p:spPr>
          <a:xfrm>
            <a:off x="3248098" y="4753602"/>
            <a:ext cx="3855502" cy="430887"/>
          </a:xfrm>
        </p:spPr>
        <p:txBody>
          <a:bodyPr/>
          <a:lstStyle>
            <a:lvl1pPr marL="0" indent="0" algn="l">
              <a:spcBef>
                <a:spcPts val="0"/>
              </a:spcBef>
              <a:buNone/>
              <a:defRPr sz="1400">
                <a:solidFill>
                  <a:schemeClr val="tx1"/>
                </a:solidFill>
                <a:latin typeface="+mn-lt"/>
              </a:defRPr>
            </a:lvl1pPr>
          </a:lstStyle>
          <a:p>
            <a:pPr lvl="0"/>
            <a:r>
              <a:rPr lang="en-US"/>
              <a:t>Job title or another attribute</a:t>
            </a:r>
            <a:br>
              <a:rPr lang="en-US"/>
            </a:br>
            <a:r>
              <a:rPr lang="en-US"/>
              <a:t>Company if applicable</a:t>
            </a:r>
          </a:p>
        </p:txBody>
      </p:sp>
      <p:sp>
        <p:nvSpPr>
          <p:cNvPr id="10" name="Title 1">
            <a:extLst>
              <a:ext uri="{FF2B5EF4-FFF2-40B4-BE49-F238E27FC236}">
                <a16:creationId xmlns:a16="http://schemas.microsoft.com/office/drawing/2014/main" id="{4B9A47D2-7C06-3E47-802E-BD98760204B1}"/>
              </a:ext>
            </a:extLst>
          </p:cNvPr>
          <p:cNvSpPr>
            <a:spLocks noGrp="1"/>
          </p:cNvSpPr>
          <p:nvPr>
            <p:ph type="title" hasCustomPrompt="1"/>
          </p:nvPr>
        </p:nvSpPr>
        <p:spPr>
          <a:xfrm>
            <a:off x="1782502" y="2820107"/>
            <a:ext cx="8681012" cy="984885"/>
          </a:xfrm>
        </p:spPr>
        <p:txBody>
          <a:bodyPr anchor="b"/>
          <a:lstStyle>
            <a:lvl1pPr>
              <a:defRPr sz="3200">
                <a:solidFill>
                  <a:schemeClr val="tx1"/>
                </a:solidFill>
              </a:defRPr>
            </a:lvl1pPr>
          </a:lstStyle>
          <a:p>
            <a:r>
              <a:rPr lang="en-US"/>
              <a:t>“Add quote text here Add quote text here Add quote text here Add quote text here”</a:t>
            </a:r>
          </a:p>
        </p:txBody>
      </p:sp>
      <p:sp>
        <p:nvSpPr>
          <p:cNvPr id="4" name="Picture Placeholder 9">
            <a:extLst>
              <a:ext uri="{FF2B5EF4-FFF2-40B4-BE49-F238E27FC236}">
                <a16:creationId xmlns:a16="http://schemas.microsoft.com/office/drawing/2014/main" id="{5626D962-E9CD-6F4C-B97E-76DFFBF4EEB7}"/>
              </a:ext>
            </a:extLst>
          </p:cNvPr>
          <p:cNvSpPr>
            <a:spLocks noGrp="1" noChangeAspect="1"/>
          </p:cNvSpPr>
          <p:nvPr>
            <p:ph type="pic" sz="quarter" idx="14" hasCustomPrompt="1"/>
          </p:nvPr>
        </p:nvSpPr>
        <p:spPr>
          <a:xfrm>
            <a:off x="1929747" y="4296113"/>
            <a:ext cx="999276" cy="997527"/>
          </a:xfrm>
          <a:prstGeom prst="roundRect">
            <a:avLst/>
          </a:prstGeom>
          <a:solidFill>
            <a:schemeClr val="bg1"/>
          </a:solidFill>
        </p:spPr>
        <p:txBody>
          <a:bodyPr>
            <a:noAutofit/>
          </a:bodyPr>
          <a:lstStyle>
            <a:lvl1pPr marL="0" indent="0" algn="ctr">
              <a:buNone/>
              <a:defRPr sz="1050">
                <a:solidFill>
                  <a:schemeClr val="tx1"/>
                </a:solidFill>
                <a:latin typeface="+mj-lt"/>
              </a:defRPr>
            </a:lvl1pPr>
          </a:lstStyle>
          <a:p>
            <a:r>
              <a:rPr lang="en-CA"/>
              <a:t>Click to insert picture</a:t>
            </a:r>
          </a:p>
        </p:txBody>
      </p:sp>
    </p:spTree>
    <p:extLst>
      <p:ext uri="{BB962C8B-B14F-4D97-AF65-F5344CB8AC3E}">
        <p14:creationId xmlns:p14="http://schemas.microsoft.com/office/powerpoint/2010/main" val="273018828"/>
      </p:ext>
    </p:extLst>
  </p:cSld>
  <p:clrMapOvr>
    <a:masterClrMapping/>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sldGuideLst>
    </p:ext>
  </p:extLst>
</p:sldLayout>
</file>

<file path=ppt/slideLayouts/slideLayout232.xml><?xml version="1.0" encoding="utf-8"?>
<p:sldLayout xmlns:a="http://schemas.openxmlformats.org/drawingml/2006/main" xmlns:r="http://schemas.openxmlformats.org/officeDocument/2006/relationships" xmlns:p="http://schemas.openxmlformats.org/presentationml/2006/main" userDrawn="1">
  <p:cSld name="1_Topic Lis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3637" cy="5683250"/>
          </a:xfrm>
        </p:spPr>
        <p:txBody>
          <a:bodyPr anchor="ctr">
            <a:noAutofit/>
          </a:bodyPr>
          <a:lstStyle>
            <a:lvl1pPr algn="l">
              <a:defRPr sz="3600">
                <a:gradFill flip="none" rotWithShape="1">
                  <a:gsLst>
                    <a:gs pos="0">
                      <a:schemeClr val="accent3">
                        <a:lumMod val="40000"/>
                        <a:lumOff val="60000"/>
                      </a:schemeClr>
                    </a:gs>
                    <a:gs pos="100000">
                      <a:schemeClr val="accent1"/>
                    </a:gs>
                  </a:gsLst>
                  <a:lin ang="0" scaled="1"/>
                  <a:tileRect/>
                </a:gradFill>
              </a:defRPr>
            </a:lvl1pPr>
          </a:lstStyle>
          <a:p>
            <a:r>
              <a:rPr lang="en-US"/>
              <a:t>Subheading</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6964017" y="1621962"/>
            <a:ext cx="4934296" cy="645171"/>
          </a:xfrm>
        </p:spPr>
        <p:txBody>
          <a:bodyPr anchor="ctr">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 Placeholder 2">
            <a:extLst>
              <a:ext uri="{FF2B5EF4-FFF2-40B4-BE49-F238E27FC236}">
                <a16:creationId xmlns:a16="http://schemas.microsoft.com/office/drawing/2014/main" id="{3EF51500-7F31-99F7-4E08-706B57C7B9B5}"/>
              </a:ext>
            </a:extLst>
          </p:cNvPr>
          <p:cNvSpPr>
            <a:spLocks noGrp="1"/>
          </p:cNvSpPr>
          <p:nvPr>
            <p:ph type="body" sz="quarter" idx="12"/>
          </p:nvPr>
        </p:nvSpPr>
        <p:spPr>
          <a:xfrm>
            <a:off x="6964017" y="3106415"/>
            <a:ext cx="4934296" cy="645171"/>
          </a:xfrm>
        </p:spPr>
        <p:txBody>
          <a:bodyPr anchor="ctr">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Click to edit Master text styles</a:t>
            </a:r>
          </a:p>
        </p:txBody>
      </p:sp>
      <p:sp>
        <p:nvSpPr>
          <p:cNvPr id="7" name="Text Placeholder 2">
            <a:extLst>
              <a:ext uri="{FF2B5EF4-FFF2-40B4-BE49-F238E27FC236}">
                <a16:creationId xmlns:a16="http://schemas.microsoft.com/office/drawing/2014/main" id="{1C192156-0C90-14D8-779B-222D86A9A401}"/>
              </a:ext>
            </a:extLst>
          </p:cNvPr>
          <p:cNvSpPr>
            <a:spLocks noGrp="1"/>
          </p:cNvSpPr>
          <p:nvPr>
            <p:ph type="body" sz="quarter" idx="14"/>
          </p:nvPr>
        </p:nvSpPr>
        <p:spPr>
          <a:xfrm>
            <a:off x="6964017" y="4522513"/>
            <a:ext cx="4934296" cy="645171"/>
          </a:xfrm>
        </p:spPr>
        <p:txBody>
          <a:bodyPr anchor="ctr">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266133708"/>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
        <p:nvSpPr>
          <p:cNvPr id="9" name="Title 1"/>
          <p:cNvSpPr>
            <a:spLocks noGrp="1"/>
          </p:cNvSpPr>
          <p:nvPr>
            <p:ph type="title" hasCustomPrompt="1"/>
          </p:nvPr>
        </p:nvSpPr>
        <p:spPr>
          <a:xfrm>
            <a:off x="584200" y="2982952"/>
            <a:ext cx="9144000" cy="553998"/>
          </a:xfrm>
          <a:noFill/>
        </p:spPr>
        <p:txBody>
          <a:bodyPr lIns="0" tIns="0" rIns="0" bIns="0" anchor="b" anchorCtr="0">
            <a:spAutoFit/>
          </a:bodyPr>
          <a:lstStyle>
            <a:lvl1pPr algn="l">
              <a:defRPr sz="3600" spc="-50" baseline="0">
                <a:solidFill>
                  <a:schemeClr val="accent2">
                    <a:lumMod val="60000"/>
                    <a:lumOff val="40000"/>
                  </a:schemeClr>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spTree>
    <p:extLst>
      <p:ext uri="{BB962C8B-B14F-4D97-AF65-F5344CB8AC3E}">
        <p14:creationId xmlns:p14="http://schemas.microsoft.com/office/powerpoint/2010/main" val="1832533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8954"/>
            <a:ext cx="5271593" cy="1107996"/>
          </a:xfrm>
          <a:noFill/>
        </p:spPr>
        <p:txBody>
          <a:bodyPr wrap="square" lIns="0" tIns="0" rIns="0" bIns="0" anchor="b" anchorCtr="0">
            <a:spAutoFit/>
          </a:bodyPr>
          <a:lstStyle>
            <a:lvl1pPr algn="l">
              <a:defRPr sz="3600" spc="-50" baseline="0">
                <a:solidFill>
                  <a:schemeClr val="accent2">
                    <a:lumMod val="60000"/>
                    <a:lumOff val="40000"/>
                  </a:schemeClr>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575301"/>
            <a:ext cx="5344261"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pic>
        <p:nvPicPr>
          <p:cNvPr id="2" name="Picture 1">
            <a:extLst>
              <a:ext uri="{FF2B5EF4-FFF2-40B4-BE49-F238E27FC236}">
                <a16:creationId xmlns:a16="http://schemas.microsoft.com/office/drawing/2014/main" id="{D91670EB-60AE-453D-9BE5-98C5EC262A2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112582" y="1648100"/>
            <a:ext cx="6278047" cy="3965511"/>
          </a:xfrm>
          <a:prstGeom prst="rect">
            <a:avLst/>
          </a:prstGeom>
        </p:spPr>
      </p:pic>
    </p:spTree>
    <p:extLst>
      <p:ext uri="{BB962C8B-B14F-4D97-AF65-F5344CB8AC3E}">
        <p14:creationId xmlns:p14="http://schemas.microsoft.com/office/powerpoint/2010/main" val="40510821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17_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44DAAA5-8D22-4214-BB05-9157E52DC9F3}"/>
              </a:ext>
            </a:extLst>
          </p:cNvPr>
          <p:cNvSpPr>
            <a:spLocks noGrp="1"/>
          </p:cNvSpPr>
          <p:nvPr>
            <p:ph type="title"/>
          </p:nvPr>
        </p:nvSpPr>
        <p:spPr>
          <a:xfrm>
            <a:off x="588264" y="2886726"/>
            <a:ext cx="3720772" cy="872474"/>
          </a:xfrm>
        </p:spPr>
        <p:txBody>
          <a:bodyPr/>
          <a:lstStyle>
            <a:lvl1pPr algn="l">
              <a:defRPr lang="en-US" sz="3200" b="1" kern="1200" cap="none" spc="-50" baseline="0">
                <a:ln w="3175">
                  <a:noFill/>
                </a:ln>
                <a:gradFill>
                  <a:gsLst>
                    <a:gs pos="0">
                      <a:srgbClr val="50E6FF"/>
                    </a:gs>
                    <a:gs pos="100000">
                      <a:srgbClr val="0078D4"/>
                    </a:gs>
                  </a:gsLst>
                  <a:lin ang="2700000" scaled="1"/>
                </a:gradFill>
                <a:effectLst/>
                <a:latin typeface="Segoe UI Semibold" panose="020B0502040204020203" pitchFamily="34" charset="0"/>
                <a:ea typeface="+mn-ea"/>
                <a:cs typeface="Segoe UI Semibold" panose="020B0502040204020203" pitchFamily="34" charset="0"/>
              </a:defRPr>
            </a:lvl1pPr>
          </a:lstStyle>
          <a:p>
            <a:r>
              <a:rPr lang="en-US"/>
              <a:t>Click to edit Master title style</a:t>
            </a:r>
          </a:p>
        </p:txBody>
      </p:sp>
      <p:sp>
        <p:nvSpPr>
          <p:cNvPr id="2" name="Text Placeholder 16">
            <a:extLst>
              <a:ext uri="{FF2B5EF4-FFF2-40B4-BE49-F238E27FC236}">
                <a16:creationId xmlns:a16="http://schemas.microsoft.com/office/drawing/2014/main" id="{AFB395A3-F329-7F43-8109-3016CAA1A145}"/>
              </a:ext>
            </a:extLst>
          </p:cNvPr>
          <p:cNvSpPr>
            <a:spLocks noGrp="1"/>
          </p:cNvSpPr>
          <p:nvPr>
            <p:ph type="body" sz="quarter" idx="21"/>
          </p:nvPr>
        </p:nvSpPr>
        <p:spPr>
          <a:xfrm>
            <a:off x="7425644" y="940440"/>
            <a:ext cx="3762310" cy="430887"/>
          </a:xfrm>
        </p:spPr>
        <p:txBody>
          <a:bodyPr/>
          <a:lstStyle>
            <a:lvl1pPr algn="l">
              <a:spcBef>
                <a:spcPts val="0"/>
              </a:spcBef>
              <a:spcAft>
                <a:spcPts val="1200"/>
              </a:spcAft>
              <a:defRPr kumimoji="0" lang="en-US" sz="2800" b="0" i="0" u="none" strike="noStrike" kern="0" cap="none" spc="0" normalizeH="0" baseline="0" dirty="0">
                <a:ln>
                  <a:noFill/>
                </a:ln>
                <a:solidFill>
                  <a:srgbClr val="FFFFFF"/>
                </a:solidFill>
                <a:effectLst/>
                <a:uLnTx/>
                <a:uFillTx/>
                <a:latin typeface="Segoe UI"/>
                <a:ea typeface="+mj-ea"/>
                <a:cs typeface="Segoe UI" pitchFamily="34" charset="0"/>
              </a:defRPr>
            </a:lvl1pPr>
            <a:lvl2pPr marL="0" indent="0" algn="l">
              <a:spcBef>
                <a:spcPts val="0"/>
              </a:spcBef>
              <a:spcAft>
                <a:spcPts val="0"/>
              </a:spcAft>
              <a:defRPr sz="1800" b="1">
                <a:solidFill>
                  <a:schemeClr val="tx1"/>
                </a:solidFill>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43" name="Text Placeholder 16">
            <a:extLst>
              <a:ext uri="{FF2B5EF4-FFF2-40B4-BE49-F238E27FC236}">
                <a16:creationId xmlns:a16="http://schemas.microsoft.com/office/drawing/2014/main" id="{1DDAB25F-31CA-A664-667A-6E4EDE149B3A}"/>
              </a:ext>
            </a:extLst>
          </p:cNvPr>
          <p:cNvSpPr>
            <a:spLocks noGrp="1"/>
          </p:cNvSpPr>
          <p:nvPr>
            <p:ph type="body" sz="quarter" idx="22"/>
          </p:nvPr>
        </p:nvSpPr>
        <p:spPr>
          <a:xfrm>
            <a:off x="7425644" y="2428765"/>
            <a:ext cx="3762310" cy="430887"/>
          </a:xfrm>
        </p:spPr>
        <p:txBody>
          <a:bodyPr/>
          <a:lstStyle>
            <a:lvl1pPr algn="l">
              <a:spcBef>
                <a:spcPts val="0"/>
              </a:spcBef>
              <a:spcAft>
                <a:spcPts val="1200"/>
              </a:spcAft>
              <a:defRPr kumimoji="0" lang="en-US" sz="2800" b="0" i="0" u="none" strike="noStrike" kern="0" cap="none" spc="0" normalizeH="0" baseline="0" dirty="0">
                <a:ln>
                  <a:noFill/>
                </a:ln>
                <a:solidFill>
                  <a:srgbClr val="FFFFFF"/>
                </a:solidFill>
                <a:effectLst/>
                <a:uLnTx/>
                <a:uFillTx/>
                <a:latin typeface="Segoe UI"/>
                <a:ea typeface="+mj-ea"/>
                <a:cs typeface="Segoe UI" pitchFamily="34" charset="0"/>
              </a:defRPr>
            </a:lvl1pPr>
            <a:lvl2pPr marL="0" indent="0" algn="l">
              <a:spcBef>
                <a:spcPts val="0"/>
              </a:spcBef>
              <a:spcAft>
                <a:spcPts val="0"/>
              </a:spcAft>
              <a:defRPr sz="1800" b="1">
                <a:solidFill>
                  <a:schemeClr val="tx1"/>
                </a:solidFill>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44" name="Text Placeholder 16">
            <a:extLst>
              <a:ext uri="{FF2B5EF4-FFF2-40B4-BE49-F238E27FC236}">
                <a16:creationId xmlns:a16="http://schemas.microsoft.com/office/drawing/2014/main" id="{A2F95923-9084-939A-C2FB-70DBC7908BFB}"/>
              </a:ext>
            </a:extLst>
          </p:cNvPr>
          <p:cNvSpPr>
            <a:spLocks noGrp="1"/>
          </p:cNvSpPr>
          <p:nvPr>
            <p:ph type="body" sz="quarter" idx="23"/>
          </p:nvPr>
        </p:nvSpPr>
        <p:spPr>
          <a:xfrm>
            <a:off x="7425644" y="3898441"/>
            <a:ext cx="3762310" cy="430887"/>
          </a:xfrm>
        </p:spPr>
        <p:txBody>
          <a:bodyPr/>
          <a:lstStyle>
            <a:lvl1pPr algn="l">
              <a:spcBef>
                <a:spcPts val="0"/>
              </a:spcBef>
              <a:spcAft>
                <a:spcPts val="1200"/>
              </a:spcAft>
              <a:defRPr kumimoji="0" lang="en-US" sz="2800" b="0" i="0" u="none" strike="noStrike" kern="0" cap="none" spc="0" normalizeH="0" baseline="0" dirty="0">
                <a:ln>
                  <a:noFill/>
                </a:ln>
                <a:solidFill>
                  <a:srgbClr val="FFFFFF"/>
                </a:solidFill>
                <a:effectLst/>
                <a:uLnTx/>
                <a:uFillTx/>
                <a:latin typeface="Segoe UI"/>
                <a:ea typeface="+mj-ea"/>
                <a:cs typeface="Segoe UI" pitchFamily="34" charset="0"/>
              </a:defRPr>
            </a:lvl1pPr>
            <a:lvl2pPr marL="0" indent="0" algn="l">
              <a:spcBef>
                <a:spcPts val="0"/>
              </a:spcBef>
              <a:spcAft>
                <a:spcPts val="0"/>
              </a:spcAft>
              <a:defRPr sz="1800" b="1">
                <a:solidFill>
                  <a:schemeClr val="tx1"/>
                </a:solidFill>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45" name="Text Placeholder 16">
            <a:extLst>
              <a:ext uri="{FF2B5EF4-FFF2-40B4-BE49-F238E27FC236}">
                <a16:creationId xmlns:a16="http://schemas.microsoft.com/office/drawing/2014/main" id="{9FCA6A62-292B-33D3-2473-67D03C349715}"/>
              </a:ext>
            </a:extLst>
          </p:cNvPr>
          <p:cNvSpPr>
            <a:spLocks noGrp="1"/>
          </p:cNvSpPr>
          <p:nvPr>
            <p:ph type="body" sz="quarter" idx="24"/>
          </p:nvPr>
        </p:nvSpPr>
        <p:spPr>
          <a:xfrm>
            <a:off x="7425644" y="5345874"/>
            <a:ext cx="3762310" cy="430887"/>
          </a:xfrm>
        </p:spPr>
        <p:txBody>
          <a:bodyPr/>
          <a:lstStyle>
            <a:lvl1pPr algn="l">
              <a:spcBef>
                <a:spcPts val="0"/>
              </a:spcBef>
              <a:spcAft>
                <a:spcPts val="1200"/>
              </a:spcAft>
              <a:defRPr kumimoji="0" lang="en-US" sz="2800" b="0" i="0" u="none" strike="noStrike" kern="0" cap="none" spc="0" normalizeH="0" baseline="0" dirty="0">
                <a:ln>
                  <a:noFill/>
                </a:ln>
                <a:solidFill>
                  <a:srgbClr val="FFFFFF"/>
                </a:solidFill>
                <a:effectLst/>
                <a:uLnTx/>
                <a:uFillTx/>
                <a:latin typeface="Segoe UI"/>
                <a:ea typeface="+mj-ea"/>
                <a:cs typeface="Segoe UI" pitchFamily="34" charset="0"/>
              </a:defRPr>
            </a:lvl1pPr>
            <a:lvl2pPr marL="0" indent="0" algn="l">
              <a:spcBef>
                <a:spcPts val="0"/>
              </a:spcBef>
              <a:spcAft>
                <a:spcPts val="0"/>
              </a:spcAft>
              <a:defRPr sz="1800" b="1">
                <a:solidFill>
                  <a:schemeClr val="tx1"/>
                </a:solidFill>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Tree>
    <p:extLst>
      <p:ext uri="{BB962C8B-B14F-4D97-AF65-F5344CB8AC3E}">
        <p14:creationId xmlns:p14="http://schemas.microsoft.com/office/powerpoint/2010/main" val="284049848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36.xml><?xml version="1.0" encoding="utf-8"?>
<p:sldLayout xmlns:a="http://schemas.openxmlformats.org/drawingml/2006/main" xmlns:r="http://schemas.openxmlformats.org/officeDocument/2006/relationships" xmlns:p="http://schemas.openxmlformats.org/presentationml/2006/main" userDrawn="1">
  <p:cSld name="43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A59F0-CB7A-EFE1-11B0-AC2110CECD32}"/>
              </a:ext>
            </a:extLst>
          </p:cNvPr>
          <p:cNvSpPr>
            <a:spLocks noGrp="1"/>
          </p:cNvSpPr>
          <p:nvPr>
            <p:ph type="title"/>
          </p:nvPr>
        </p:nvSpPr>
        <p:spPr>
          <a:xfrm>
            <a:off x="745067" y="2627471"/>
            <a:ext cx="4554902" cy="984885"/>
          </a:xfrm>
        </p:spPr>
        <p:txBody>
          <a:bodyPr anchor="b"/>
          <a:lstStyle>
            <a:lvl1pPr algn="l">
              <a:defRPr/>
            </a:lvl1pPr>
          </a:lstStyle>
          <a:p>
            <a:r>
              <a:rPr lang="en-US"/>
              <a:t>Click to edit Master title style</a:t>
            </a:r>
          </a:p>
        </p:txBody>
      </p:sp>
    </p:spTree>
    <p:extLst>
      <p:ext uri="{BB962C8B-B14F-4D97-AF65-F5344CB8AC3E}">
        <p14:creationId xmlns:p14="http://schemas.microsoft.com/office/powerpoint/2010/main" val="4086007102"/>
      </p:ext>
    </p:extLst>
  </p:cSld>
  <p:clrMapOvr>
    <a:masterClrMapping/>
  </p:clrMapOvr>
  <p:transition>
    <p:fade/>
  </p:transition>
  <p:extLst>
    <p:ext uri="{DCECCB84-F9BA-43D5-87BE-67443E8EF086}">
      <p15:sldGuideLst xmlns:p15="http://schemas.microsoft.com/office/powerpoint/2012/main">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1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20635298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3_Title and 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id="{E6DB9915-D43B-476C-B8A1-449F7E279229}"/>
              </a:ext>
            </a:extLst>
          </p:cNvPr>
          <p:cNvSpPr>
            <a:spLocks noGrp="1"/>
          </p:cNvSpPr>
          <p:nvPr>
            <p:ph type="body" sz="quarter" idx="11"/>
          </p:nvPr>
        </p:nvSpPr>
        <p:spPr>
          <a:xfrm>
            <a:off x="1478165" y="967695"/>
            <a:ext cx="9475586" cy="492443"/>
          </a:xfrm>
        </p:spPr>
        <p:txBody>
          <a:bodyPr/>
          <a:lstStyle>
            <a:lvl1pPr marL="0" indent="0" algn="ctr">
              <a:buNone/>
              <a:defRPr sz="2000">
                <a:solidFill>
                  <a:schemeClr val="accent1"/>
                </a:solidFill>
                <a:latin typeface="+mn-lt"/>
              </a:defRPr>
            </a:lvl1pPr>
          </a:lstStyle>
          <a:p>
            <a:pPr lvl="0"/>
            <a:r>
              <a:rPr lang="en-US"/>
              <a:t>Edit Master text styles</a:t>
            </a:r>
          </a:p>
        </p:txBody>
      </p:sp>
    </p:spTree>
    <p:extLst>
      <p:ext uri="{BB962C8B-B14F-4D97-AF65-F5344CB8AC3E}">
        <p14:creationId xmlns:p14="http://schemas.microsoft.com/office/powerpoint/2010/main" val="132587083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33_Title Only">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54CD60CB-E1FE-2997-64C8-1E6412960803}"/>
              </a:ext>
            </a:extLst>
          </p:cNvPr>
          <p:cNvSpPr>
            <a:spLocks noGrp="1"/>
          </p:cNvSpPr>
          <p:nvPr>
            <p:ph type="body" sz="quarter" idx="10"/>
          </p:nvPr>
        </p:nvSpPr>
        <p:spPr>
          <a:xfrm>
            <a:off x="584200" y="1436688"/>
            <a:ext cx="3481388" cy="2277547"/>
          </a:xfrm>
        </p:spPr>
        <p:txBody>
          <a:bodyPr/>
          <a:lstStyle>
            <a:lvl1pPr>
              <a:spcBef>
                <a:spcPts val="0"/>
              </a:spcBef>
              <a:spcAft>
                <a:spcPts val="1200"/>
              </a:spcAft>
              <a:defRPr lang="en-US" sz="2400" kern="120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600"/>
              </a:spcBef>
              <a:defRPr sz="1600"/>
            </a:lvl2pPr>
            <a:lvl3pPr marL="227013" indent="-227013">
              <a:spcBef>
                <a:spcPts val="600"/>
              </a:spcBef>
              <a:buFont typeface="Arial" panose="020B0604020202020204"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5">
            <a:extLst>
              <a:ext uri="{FF2B5EF4-FFF2-40B4-BE49-F238E27FC236}">
                <a16:creationId xmlns:a16="http://schemas.microsoft.com/office/drawing/2014/main" id="{FD77230A-4591-DF56-13FE-4E2C7655630B}"/>
              </a:ext>
            </a:extLst>
          </p:cNvPr>
          <p:cNvSpPr>
            <a:spLocks noGrp="1"/>
          </p:cNvSpPr>
          <p:nvPr>
            <p:ph type="body" sz="quarter" idx="11"/>
          </p:nvPr>
        </p:nvSpPr>
        <p:spPr>
          <a:xfrm>
            <a:off x="7185025" y="1436688"/>
            <a:ext cx="4424363" cy="1846659"/>
          </a:xfrm>
        </p:spPr>
        <p:txBody>
          <a:bodyPr/>
          <a:lstStyle>
            <a:lvl1pPr>
              <a:spcBef>
                <a:spcPts val="0"/>
              </a:spcBef>
              <a:spcAft>
                <a:spcPts val="1200"/>
              </a:spcAft>
              <a:defRPr lang="en-US" sz="2400" kern="120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marL="231775" indent="-231775">
              <a:spcBef>
                <a:spcPts val="600"/>
              </a:spcBef>
              <a:spcAft>
                <a:spcPts val="0"/>
              </a:spcAft>
              <a:buFont typeface="+mj-lt"/>
              <a:buAutoNum type="arabicPeriod"/>
              <a:defRPr sz="1400"/>
            </a:lvl2pPr>
            <a:lvl3pPr marL="398463" indent="-168275">
              <a:spcBef>
                <a:spcPts val="0"/>
              </a:spcBef>
              <a:buFont typeface="Arial" panose="020B0604020202020204" pitchFamily="34" charset="0"/>
              <a:buChar char="•"/>
              <a:defRPr sz="1200"/>
            </a:lvl3pPr>
            <a:lvl4pPr marL="171450" indent="-171450">
              <a:spcBef>
                <a:spcPts val="0"/>
              </a:spcBef>
              <a:spcAft>
                <a:spcPts val="0"/>
              </a:spcAft>
              <a:buFont typeface="Arial" panose="020B0604020202020204" pitchFamily="34" charset="0"/>
              <a:buChar char="•"/>
              <a:defRPr lang="en-US" sz="1000" kern="1200" cap="none"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PRODUCIBILITY" descr="REPRODUCIBILITY&#10;">
            <a:extLst>
              <a:ext uri="{FF2B5EF4-FFF2-40B4-BE49-F238E27FC236}">
                <a16:creationId xmlns:a16="http://schemas.microsoft.com/office/drawing/2014/main" id="{708D949C-FDD3-98DB-03C3-27630F1EC18D}"/>
              </a:ext>
            </a:extLst>
          </p:cNvPr>
          <p:cNvSpPr>
            <a:spLocks noGrp="1"/>
          </p:cNvSpPr>
          <p:nvPr>
            <p:ph type="body" sz="quarter" idx="12"/>
          </p:nvPr>
        </p:nvSpPr>
        <p:spPr>
          <a:xfrm>
            <a:off x="9388601" y="288369"/>
            <a:ext cx="2212087" cy="297419"/>
          </a:xfrm>
          <a:prstGeom prst="roundRect">
            <a:avLst>
              <a:gd name="adj" fmla="val 50000"/>
            </a:avLst>
          </a:prstGeom>
          <a:gradFill>
            <a:gsLst>
              <a:gs pos="67000">
                <a:srgbClr val="9BF00B"/>
              </a:gs>
              <a:gs pos="0">
                <a:srgbClr val="FEF000"/>
              </a:gs>
            </a:gsLst>
            <a:lin ang="0" scaled="1"/>
          </a:gradFill>
          <a:ln w="9525" cap="flat" cmpd="sng" algn="ctr">
            <a:no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defRPr kumimoji="0" lang="en-US" sz="1050" b="0" i="0" u="none" strike="noStrike" cap="none" spc="300" normalizeH="0" dirty="0" smtClean="0">
                <a:ln>
                  <a:noFill/>
                </a:ln>
                <a:solidFill>
                  <a:schemeClr val="bg1"/>
                </a:solidFill>
                <a:effectLst/>
                <a:uLnTx/>
                <a:uFillTx/>
                <a:latin typeface="+mj-lt"/>
                <a:ea typeface="Segoe UI" pitchFamily="34" charset="0"/>
                <a:cs typeface="Segoe UI" pitchFamily="34" charset="0"/>
              </a:defRPr>
            </a:lvl1pPr>
          </a:lstStyle>
          <a:p>
            <a:pPr lvl="0" algn="ctr" defTabSz="932472" fontAlgn="base">
              <a:spcBef>
                <a:spcPct val="0"/>
              </a:spcBef>
              <a:spcAft>
                <a:spcPct val="0"/>
              </a:spcAft>
              <a:buSzTx/>
              <a:buFontTx/>
            </a:pPr>
            <a:r>
              <a:rPr lang="en-US"/>
              <a:t>Click</a:t>
            </a:r>
          </a:p>
        </p:txBody>
      </p:sp>
      <p:sp>
        <p:nvSpPr>
          <p:cNvPr id="3" name="Title 2">
            <a:extLst>
              <a:ext uri="{FF2B5EF4-FFF2-40B4-BE49-F238E27FC236}">
                <a16:creationId xmlns:a16="http://schemas.microsoft.com/office/drawing/2014/main" id="{45DE5E1E-E5FB-43C8-AA70-F8341E35BDBF}"/>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815556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28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54CD60CB-E1FE-2997-64C8-1E6412960803}"/>
              </a:ext>
            </a:extLst>
          </p:cNvPr>
          <p:cNvSpPr>
            <a:spLocks noGrp="1"/>
          </p:cNvSpPr>
          <p:nvPr>
            <p:ph type="body" sz="quarter" idx="10"/>
          </p:nvPr>
        </p:nvSpPr>
        <p:spPr>
          <a:xfrm>
            <a:off x="584200" y="1436688"/>
            <a:ext cx="3481388" cy="2277547"/>
          </a:xfrm>
        </p:spPr>
        <p:txBody>
          <a:bodyPr/>
          <a:lstStyle>
            <a:lvl1pPr>
              <a:spcBef>
                <a:spcPts val="0"/>
              </a:spcBef>
              <a:spcAft>
                <a:spcPts val="1200"/>
              </a:spcAft>
              <a:defRPr lang="en-US" sz="2400" kern="120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600"/>
              </a:spcBef>
              <a:defRPr sz="1600"/>
            </a:lvl2pPr>
            <a:lvl3pPr marL="227013" indent="-227013">
              <a:spcBef>
                <a:spcPts val="600"/>
              </a:spcBef>
              <a:buFont typeface="Arial" panose="020B0604020202020204"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5">
            <a:extLst>
              <a:ext uri="{FF2B5EF4-FFF2-40B4-BE49-F238E27FC236}">
                <a16:creationId xmlns:a16="http://schemas.microsoft.com/office/drawing/2014/main" id="{FD77230A-4591-DF56-13FE-4E2C7655630B}"/>
              </a:ext>
            </a:extLst>
          </p:cNvPr>
          <p:cNvSpPr>
            <a:spLocks noGrp="1"/>
          </p:cNvSpPr>
          <p:nvPr>
            <p:ph type="body" sz="quarter" idx="11"/>
          </p:nvPr>
        </p:nvSpPr>
        <p:spPr>
          <a:xfrm>
            <a:off x="7837488" y="1436688"/>
            <a:ext cx="3771900" cy="1846659"/>
          </a:xfrm>
        </p:spPr>
        <p:txBody>
          <a:bodyPr/>
          <a:lstStyle>
            <a:lvl1pPr>
              <a:spcBef>
                <a:spcPts val="0"/>
              </a:spcBef>
              <a:spcAft>
                <a:spcPts val="1200"/>
              </a:spcAft>
              <a:defRPr lang="en-US" sz="2400" kern="120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marL="231775" indent="-231775">
              <a:spcBef>
                <a:spcPts val="600"/>
              </a:spcBef>
              <a:spcAft>
                <a:spcPts val="0"/>
              </a:spcAft>
              <a:buFont typeface="+mj-lt"/>
              <a:buAutoNum type="arabicPeriod"/>
              <a:defRPr sz="1600"/>
            </a:lvl2pPr>
            <a:lvl3pPr marL="398463" indent="-168275">
              <a:spcBef>
                <a:spcPts val="0"/>
              </a:spcBef>
              <a:buFont typeface="Arial" panose="020B0604020202020204" pitchFamily="34" charset="0"/>
              <a:buChar char="•"/>
              <a:defRPr sz="1200"/>
            </a:lvl3pPr>
            <a:lvl4pPr marL="171450" indent="-171450">
              <a:spcBef>
                <a:spcPts val="0"/>
              </a:spcBef>
              <a:spcAft>
                <a:spcPts val="0"/>
              </a:spcAft>
              <a:buFont typeface="Arial" panose="020B0604020202020204" pitchFamily="34" charset="0"/>
              <a:buChar char="•"/>
              <a:defRPr lang="en-US" sz="1000" kern="1200" cap="none"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PRODUCIBILITY" descr="REPRODUCIBILITY&#10;">
            <a:extLst>
              <a:ext uri="{FF2B5EF4-FFF2-40B4-BE49-F238E27FC236}">
                <a16:creationId xmlns:a16="http://schemas.microsoft.com/office/drawing/2014/main" id="{708D949C-FDD3-98DB-03C3-27630F1EC18D}"/>
              </a:ext>
            </a:extLst>
          </p:cNvPr>
          <p:cNvSpPr>
            <a:spLocks noGrp="1"/>
          </p:cNvSpPr>
          <p:nvPr>
            <p:ph type="body" sz="quarter" idx="12"/>
          </p:nvPr>
        </p:nvSpPr>
        <p:spPr>
          <a:xfrm>
            <a:off x="9388601" y="288369"/>
            <a:ext cx="2212087" cy="297419"/>
          </a:xfrm>
          <a:prstGeom prst="roundRect">
            <a:avLst>
              <a:gd name="adj" fmla="val 50000"/>
            </a:avLst>
          </a:prstGeom>
          <a:gradFill>
            <a:gsLst>
              <a:gs pos="100000">
                <a:srgbClr val="FFB900"/>
              </a:gs>
              <a:gs pos="0">
                <a:srgbClr val="FF9349"/>
              </a:gs>
            </a:gsLst>
            <a:lin ang="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defRPr lang="en-US" sz="1050" cap="all" spc="300" baseline="0"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Click</a:t>
            </a:r>
          </a:p>
        </p:txBody>
      </p:sp>
      <p:sp>
        <p:nvSpPr>
          <p:cNvPr id="9" name="AUTOMATION" descr="AUTOMATION&#10;">
            <a:extLst>
              <a:ext uri="{FF2B5EF4-FFF2-40B4-BE49-F238E27FC236}">
                <a16:creationId xmlns:a16="http://schemas.microsoft.com/office/drawing/2014/main" id="{B07F33C5-7405-111B-4024-F1BDC6126BB0}"/>
              </a:ext>
            </a:extLst>
          </p:cNvPr>
          <p:cNvSpPr>
            <a:spLocks noGrp="1"/>
          </p:cNvSpPr>
          <p:nvPr>
            <p:ph type="body" sz="quarter" idx="13"/>
          </p:nvPr>
        </p:nvSpPr>
        <p:spPr>
          <a:xfrm>
            <a:off x="9388601" y="652224"/>
            <a:ext cx="2212087" cy="297419"/>
          </a:xfrm>
          <a:prstGeom prst="roundRect">
            <a:avLst>
              <a:gd name="adj" fmla="val 50000"/>
            </a:avLst>
          </a:prstGeom>
          <a:gradFill>
            <a:gsLst>
              <a:gs pos="100000">
                <a:schemeClr val="accent1"/>
              </a:gs>
              <a:gs pos="0">
                <a:srgbClr val="0078D4"/>
              </a:gs>
            </a:gsLst>
            <a:lin ang="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defRPr lang="en-US" sz="1050" cap="all" spc="300" baseline="0"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Click</a:t>
            </a:r>
          </a:p>
        </p:txBody>
      </p:sp>
    </p:spTree>
    <p:extLst>
      <p:ext uri="{BB962C8B-B14F-4D97-AF65-F5344CB8AC3E}">
        <p14:creationId xmlns:p14="http://schemas.microsoft.com/office/powerpoint/2010/main" val="153518479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22_Title Only">
    <p:spTree>
      <p:nvGrpSpPr>
        <p:cNvPr id="1" name=""/>
        <p:cNvGrpSpPr/>
        <p:nvPr/>
      </p:nvGrpSpPr>
      <p:grpSpPr>
        <a:xfrm>
          <a:off x="0" y="0"/>
          <a:ext cx="0" cy="0"/>
          <a:chOff x="0" y="0"/>
          <a:chExt cx="0" cy="0"/>
        </a:xfrm>
      </p:grpSpPr>
      <p:sp>
        <p:nvSpPr>
          <p:cNvPr id="14" name="Rounded Rectangle 1">
            <a:extLst>
              <a:ext uri="{FF2B5EF4-FFF2-40B4-BE49-F238E27FC236}">
                <a16:creationId xmlns:a16="http://schemas.microsoft.com/office/drawing/2014/main" id="{94EDD22D-53C4-5B0E-3BFF-8785B9BA7013}"/>
              </a:ext>
              <a:ext uri="{C183D7F6-B498-43B3-948B-1728B52AA6E4}">
                <adec:decorative xmlns:adec="http://schemas.microsoft.com/office/drawing/2017/decorative" val="1"/>
              </a:ext>
            </a:extLst>
          </p:cNvPr>
          <p:cNvSpPr/>
          <p:nvPr userDrawn="1"/>
        </p:nvSpPr>
        <p:spPr bwMode="auto">
          <a:xfrm>
            <a:off x="0" y="-1"/>
            <a:ext cx="12192000" cy="6858001"/>
          </a:xfrm>
          <a:prstGeom prst="roundRect">
            <a:avLst>
              <a:gd name="adj" fmla="val 0"/>
            </a:avLst>
          </a:prstGeom>
          <a:blipFill dpi="0" rotWithShape="1">
            <a:blip>
              <a:alphaModFix amt="20000"/>
              <a:extLst>
                <a:ext uri="{96DAC541-7B7A-43D3-8B79-37D633B846F1}">
                  <asvg:svgBlip xmlns:asvg="http://schemas.microsoft.com/office/drawing/2016/SVG/main" r:embed="rId2"/>
                </a:ext>
              </a:extLst>
            </a:blip>
            <a:srcRect/>
            <a:tile tx="0" ty="0" sx="90000" sy="90000" flip="none" algn="tl"/>
          </a:bli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rm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15" name="Rectangle: Top Corners Rounded 14">
            <a:extLst>
              <a:ext uri="{FF2B5EF4-FFF2-40B4-BE49-F238E27FC236}">
                <a16:creationId xmlns:a16="http://schemas.microsoft.com/office/drawing/2014/main" id="{CABA273B-81D4-C66C-747D-DA93C5FF6584}"/>
              </a:ext>
              <a:ext uri="{C183D7F6-B498-43B3-948B-1728B52AA6E4}">
                <adec:decorative xmlns:adec="http://schemas.microsoft.com/office/drawing/2017/decorative" val="1"/>
              </a:ext>
            </a:extLst>
          </p:cNvPr>
          <p:cNvSpPr/>
          <p:nvPr userDrawn="1"/>
        </p:nvSpPr>
        <p:spPr bwMode="auto">
          <a:xfrm>
            <a:off x="-151001" y="-1"/>
            <a:ext cx="12188952" cy="6858000"/>
          </a:xfrm>
          <a:prstGeom prst="rect">
            <a:avLst/>
          </a:prstGeom>
          <a:solidFill>
            <a:srgbClr val="091F2C"/>
          </a:solidFill>
          <a:ln w="12700" cap="flat" cmpd="sng" algn="ctr">
            <a:noFill/>
            <a:prstDash val="solid"/>
            <a:headEnd type="none" w="med" len="med"/>
            <a:tailEnd type="none" w="med" len="med"/>
          </a:ln>
          <a:effectLst>
            <a:outerShdw blurRad="76200" dist="63500" dir="16200000" sx="99000" sy="99000" rotWithShape="0">
              <a:srgbClr val="000000">
                <a:alpha val="50000"/>
              </a:srgbClr>
            </a:outerShdw>
          </a:effectLst>
          <a:scene3d>
            <a:camera prst="perspectiveRight" fov="2700000">
              <a:rot lat="0" lon="21594000" rev="0"/>
            </a:camera>
            <a:lightRig rig="flat" dir="t"/>
          </a:scene3d>
          <a:sp3d>
            <a:bevelT w="0" h="38100"/>
            <a:bevelB w="0" h="0"/>
            <a:contourClr>
              <a:srgbClr val="000000"/>
            </a:contourClr>
          </a:sp3d>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solidFill>
                <a:srgbClr val="FFFFFF"/>
              </a:solidFill>
              <a:effectLst/>
              <a:uLnTx/>
              <a:uFillTx/>
              <a:latin typeface="Segoe UI"/>
              <a:ea typeface="+mn-ea"/>
              <a:cs typeface="Segoe UI" pitchFamily="34" charset="0"/>
            </a:endParaRPr>
          </a:p>
        </p:txBody>
      </p:sp>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
        <p:nvSpPr>
          <p:cNvPr id="9" name="Text Placeholder 8">
            <a:extLst>
              <a:ext uri="{FF2B5EF4-FFF2-40B4-BE49-F238E27FC236}">
                <a16:creationId xmlns:a16="http://schemas.microsoft.com/office/drawing/2014/main" id="{A83DC20C-D232-98F3-F118-5D6868928785}"/>
              </a:ext>
            </a:extLst>
          </p:cNvPr>
          <p:cNvSpPr>
            <a:spLocks noGrp="1"/>
          </p:cNvSpPr>
          <p:nvPr>
            <p:ph type="body" sz="quarter" idx="10"/>
          </p:nvPr>
        </p:nvSpPr>
        <p:spPr>
          <a:xfrm>
            <a:off x="154049"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472" fontAlgn="base">
              <a:spcBef>
                <a:spcPct val="0"/>
              </a:spcBef>
              <a:spcAft>
                <a:spcPct val="0"/>
              </a:spcAft>
            </a:pPr>
            <a:r>
              <a:rPr lang="en-US"/>
              <a:t>Click to edit Master text styles</a:t>
            </a:r>
          </a:p>
        </p:txBody>
      </p:sp>
      <p:sp>
        <p:nvSpPr>
          <p:cNvPr id="10" name="Text Placeholder 8">
            <a:extLst>
              <a:ext uri="{FF2B5EF4-FFF2-40B4-BE49-F238E27FC236}">
                <a16:creationId xmlns:a16="http://schemas.microsoft.com/office/drawing/2014/main" id="{CEFC1880-0CD7-405C-DDEF-0CF19C63F6C3}"/>
              </a:ext>
            </a:extLst>
          </p:cNvPr>
          <p:cNvSpPr>
            <a:spLocks noGrp="1"/>
          </p:cNvSpPr>
          <p:nvPr>
            <p:ph type="body" sz="quarter" idx="11"/>
          </p:nvPr>
        </p:nvSpPr>
        <p:spPr>
          <a:xfrm>
            <a:off x="2552731"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472" fontAlgn="base">
              <a:spcBef>
                <a:spcPct val="0"/>
              </a:spcBef>
              <a:spcAft>
                <a:spcPct val="0"/>
              </a:spcAft>
            </a:pPr>
            <a:r>
              <a:rPr lang="en-US"/>
              <a:t>Click to edit Master text styles</a:t>
            </a:r>
          </a:p>
        </p:txBody>
      </p:sp>
      <p:sp>
        <p:nvSpPr>
          <p:cNvPr id="11" name="Text Placeholder 8">
            <a:extLst>
              <a:ext uri="{FF2B5EF4-FFF2-40B4-BE49-F238E27FC236}">
                <a16:creationId xmlns:a16="http://schemas.microsoft.com/office/drawing/2014/main" id="{2C92843D-B2B2-C157-D9B1-4204970774C3}"/>
              </a:ext>
            </a:extLst>
          </p:cNvPr>
          <p:cNvSpPr>
            <a:spLocks noGrp="1"/>
          </p:cNvSpPr>
          <p:nvPr>
            <p:ph type="body" sz="quarter" idx="12"/>
          </p:nvPr>
        </p:nvSpPr>
        <p:spPr>
          <a:xfrm>
            <a:off x="4951413"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472" fontAlgn="base">
              <a:spcBef>
                <a:spcPct val="0"/>
              </a:spcBef>
              <a:spcAft>
                <a:spcPct val="0"/>
              </a:spcAft>
            </a:pPr>
            <a:r>
              <a:rPr lang="en-US"/>
              <a:t>Click to edit Master text styles</a:t>
            </a:r>
          </a:p>
        </p:txBody>
      </p:sp>
      <p:sp>
        <p:nvSpPr>
          <p:cNvPr id="12" name="Text Placeholder 8">
            <a:extLst>
              <a:ext uri="{FF2B5EF4-FFF2-40B4-BE49-F238E27FC236}">
                <a16:creationId xmlns:a16="http://schemas.microsoft.com/office/drawing/2014/main" id="{85923C28-82C8-CC10-B1F7-8AFC8C45C1BB}"/>
              </a:ext>
            </a:extLst>
          </p:cNvPr>
          <p:cNvSpPr>
            <a:spLocks noGrp="1"/>
          </p:cNvSpPr>
          <p:nvPr>
            <p:ph type="body" sz="quarter" idx="13"/>
          </p:nvPr>
        </p:nvSpPr>
        <p:spPr>
          <a:xfrm>
            <a:off x="7350095"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472" fontAlgn="base">
              <a:spcBef>
                <a:spcPct val="0"/>
              </a:spcBef>
              <a:spcAft>
                <a:spcPct val="0"/>
              </a:spcAft>
            </a:pPr>
            <a:r>
              <a:rPr lang="en-US"/>
              <a:t>Click to edit Master text styles</a:t>
            </a:r>
          </a:p>
        </p:txBody>
      </p:sp>
      <p:sp>
        <p:nvSpPr>
          <p:cNvPr id="13" name="Text Placeholder 8">
            <a:extLst>
              <a:ext uri="{FF2B5EF4-FFF2-40B4-BE49-F238E27FC236}">
                <a16:creationId xmlns:a16="http://schemas.microsoft.com/office/drawing/2014/main" id="{5EF7CBCB-6964-F1DB-6FA6-C6D496C758CA}"/>
              </a:ext>
            </a:extLst>
          </p:cNvPr>
          <p:cNvSpPr>
            <a:spLocks noGrp="1"/>
          </p:cNvSpPr>
          <p:nvPr>
            <p:ph type="body" sz="quarter" idx="14"/>
          </p:nvPr>
        </p:nvSpPr>
        <p:spPr>
          <a:xfrm>
            <a:off x="9748776" y="2017713"/>
            <a:ext cx="2289175" cy="826770"/>
          </a:xfr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sz="1400" smtClean="0">
                <a:solidFill>
                  <a:schemeClr val="accent1">
                    <a:lumMod val="60000"/>
                    <a:lumOff val="40000"/>
                  </a:schemeClr>
                </a:solidFill>
                <a:cs typeface="Segoe UI" pitchFamily="34" charset="0"/>
              </a:defRPr>
            </a:lvl1pPr>
            <a:lvl2pPr>
              <a:defRPr lang="en-US" sz="1800" smtClean="0">
                <a:solidFill>
                  <a:schemeClr val="lt1"/>
                </a:solidFill>
                <a:cs typeface="+mn-cs"/>
              </a:defRPr>
            </a:lvl2pPr>
            <a:lvl3pPr>
              <a:defRPr lang="en-US" sz="1800" smtClean="0">
                <a:solidFill>
                  <a:schemeClr val="lt1"/>
                </a:solidFill>
                <a:cs typeface="+mn-cs"/>
              </a:defRPr>
            </a:lvl3pPr>
            <a:lvl4pPr>
              <a:defRPr lang="en-US" sz="1800" smtClean="0">
                <a:solidFill>
                  <a:schemeClr val="lt1"/>
                </a:solidFill>
                <a:cs typeface="+mn-cs"/>
              </a:defRPr>
            </a:lvl4pPr>
            <a:lvl5pPr>
              <a:defRPr lang="en-US" sz="1800">
                <a:solidFill>
                  <a:schemeClr val="lt1"/>
                </a:solidFill>
                <a:cs typeface="+mn-cs"/>
              </a:defRPr>
            </a:lvl5pPr>
          </a:lstStyle>
          <a:p>
            <a:pPr lvl="0" algn="ctr" defTabSz="932472" fontAlgn="base">
              <a:spcBef>
                <a:spcPct val="0"/>
              </a:spcBef>
              <a:spcAft>
                <a:spcPct val="0"/>
              </a:spcAft>
            </a:pPr>
            <a:r>
              <a:rPr lang="en-US"/>
              <a:t>Click to edit Master text styles</a:t>
            </a:r>
          </a:p>
        </p:txBody>
      </p:sp>
    </p:spTree>
    <p:extLst>
      <p:ext uri="{BB962C8B-B14F-4D97-AF65-F5344CB8AC3E}">
        <p14:creationId xmlns:p14="http://schemas.microsoft.com/office/powerpoint/2010/main" val="29688467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25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750" fill="hold"/>
                                        <p:tgtEl>
                                          <p:spTgt spid="15"/>
                                        </p:tgtEl>
                                        <p:attrNameLst>
                                          <p:attrName>ppt_x</p:attrName>
                                        </p:attrNameLst>
                                      </p:cBhvr>
                                      <p:tavLst>
                                        <p:tav tm="0">
                                          <p:val>
                                            <p:strVal val="#ppt_x"/>
                                          </p:val>
                                        </p:tav>
                                        <p:tav tm="100000">
                                          <p:val>
                                            <p:strVal val="#ppt_x"/>
                                          </p:val>
                                        </p:tav>
                                      </p:tavLst>
                                    </p:anim>
                                    <p:anim calcmode="lin" valueType="num">
                                      <p:cBhvr additive="base">
                                        <p:cTn id="8" dur="750" fill="hold"/>
                                        <p:tgtEl>
                                          <p:spTgt spid="15"/>
                                        </p:tgtEl>
                                        <p:attrNameLst>
                                          <p:attrName>ppt_y</p:attrName>
                                        </p:attrNameLst>
                                      </p:cBhvr>
                                      <p:tavLst>
                                        <p:tav tm="0">
                                          <p:val>
                                            <p:strVal val="0-#ppt_h/2"/>
                                          </p:val>
                                        </p:tav>
                                        <p:tav tm="100000">
                                          <p:val>
                                            <p:strVal val="#ppt_y"/>
                                          </p:val>
                                        </p:tav>
                                      </p:tavLst>
                                    </p:anim>
                                  </p:childTnLst>
                                </p:cTn>
                              </p:par>
                              <p:par>
                                <p:cTn id="9" presetID="22" presetClass="entr" presetSubtype="1"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up)">
                                      <p:cBhvr>
                                        <p:cTn id="1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Lst>
  </p:timing>
  <p:extLst>
    <p:ext uri="{DCECCB84-F9BA-43D5-87BE-67443E8EF086}">
      <p15:sldGuideLst xmlns:p15="http://schemas.microsoft.com/office/powerpoint/2012/main">
        <p15:guide id="6" pos="779">
          <p15:clr>
            <a:srgbClr val="A4A3A4"/>
          </p15:clr>
        </p15:guide>
        <p15:guide id="7" pos="962">
          <p15:clr>
            <a:srgbClr val="A4A3A4"/>
          </p15:clr>
        </p15:guide>
        <p15:guide id="8" pos="1368">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20_Title and 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a:xfrm>
            <a:off x="588262" y="2667000"/>
            <a:ext cx="4593337" cy="1185333"/>
          </a:xfrm>
        </p:spPr>
        <p:txBody>
          <a:bodyPr/>
          <a:lstStyle>
            <a:lvl1pPr algn="l">
              <a:defRPr/>
            </a:lvl1pPr>
          </a:lstStyle>
          <a:p>
            <a:r>
              <a:rPr lang="en-US"/>
              <a:t>Click to edit Master title style</a:t>
            </a:r>
          </a:p>
        </p:txBody>
      </p:sp>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Tree>
    <p:extLst>
      <p:ext uri="{BB962C8B-B14F-4D97-AF65-F5344CB8AC3E}">
        <p14:creationId xmlns:p14="http://schemas.microsoft.com/office/powerpoint/2010/main" val="388157347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14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6">
            <a:extLst>
              <a:ext uri="{FF2B5EF4-FFF2-40B4-BE49-F238E27FC236}">
                <a16:creationId xmlns:a16="http://schemas.microsoft.com/office/drawing/2014/main" id="{82F4C496-6FF7-17A6-93B8-74D9DDC19F94}"/>
              </a:ext>
            </a:extLst>
          </p:cNvPr>
          <p:cNvSpPr>
            <a:spLocks noGrp="1"/>
          </p:cNvSpPr>
          <p:nvPr>
            <p:ph type="body" sz="quarter" idx="11"/>
          </p:nvPr>
        </p:nvSpPr>
        <p:spPr>
          <a:xfrm>
            <a:off x="1478165" y="967695"/>
            <a:ext cx="9475586" cy="492443"/>
          </a:xfrm>
        </p:spPr>
        <p:txBody>
          <a:bodyPr/>
          <a:lstStyle>
            <a:lvl1pPr marL="0" indent="0" algn="ctr">
              <a:buNone/>
              <a:defRPr sz="2000">
                <a:solidFill>
                  <a:schemeClr val="accent1"/>
                </a:solidFill>
                <a:latin typeface="+mn-lt"/>
              </a:defRPr>
            </a:lvl1pPr>
          </a:lstStyle>
          <a:p>
            <a:pPr lvl="0"/>
            <a:r>
              <a:rPr lang="en-US"/>
              <a:t>Edit Master text styles</a:t>
            </a:r>
          </a:p>
        </p:txBody>
      </p:sp>
    </p:spTree>
    <p:extLst>
      <p:ext uri="{BB962C8B-B14F-4D97-AF65-F5344CB8AC3E}">
        <p14:creationId xmlns:p14="http://schemas.microsoft.com/office/powerpoint/2010/main" val="285955854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18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4829571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15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8" name="Text Placeholder 5">
            <a:extLst>
              <a:ext uri="{FF2B5EF4-FFF2-40B4-BE49-F238E27FC236}">
                <a16:creationId xmlns:a16="http://schemas.microsoft.com/office/drawing/2014/main" id="{85E8476A-0CDF-EF95-ACB2-CD2278F4DCF8}"/>
              </a:ext>
            </a:extLst>
          </p:cNvPr>
          <p:cNvSpPr>
            <a:spLocks noGrp="1"/>
          </p:cNvSpPr>
          <p:nvPr>
            <p:ph type="body" sz="quarter" idx="18"/>
          </p:nvPr>
        </p:nvSpPr>
        <p:spPr>
          <a:xfrm>
            <a:off x="1104265" y="3320578"/>
            <a:ext cx="1796590" cy="1431161"/>
          </a:xfrm>
        </p:spPr>
        <p:txBody>
          <a:bodyPr/>
          <a:lstStyle>
            <a:lvl1pPr algn="ctr">
              <a:spcBef>
                <a:spcPts val="6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defRPr sz="1600"/>
            </a:lvl2pPr>
            <a:lvl3pPr algn="ctr">
              <a:defRPr sz="1100"/>
            </a:lvl3pPr>
            <a:lvl4pPr algn="ctr">
              <a:defRPr sz="1050"/>
            </a:lvl4pPr>
            <a:lvl5pPr algn="ctr">
              <a:defRPr sz="1050"/>
            </a:lvl5pPr>
          </a:lstStyle>
          <a:p>
            <a:pPr lvl="0"/>
            <a:r>
              <a:rPr lang="en-US"/>
              <a:t>Click to edit Master text styles</a:t>
            </a:r>
          </a:p>
          <a:p>
            <a:pPr lvl="1"/>
            <a:r>
              <a:rPr lang="en-US"/>
              <a:t>Second level</a:t>
            </a:r>
          </a:p>
        </p:txBody>
      </p:sp>
      <p:sp>
        <p:nvSpPr>
          <p:cNvPr id="9" name="Text Placeholder 5">
            <a:extLst>
              <a:ext uri="{FF2B5EF4-FFF2-40B4-BE49-F238E27FC236}">
                <a16:creationId xmlns:a16="http://schemas.microsoft.com/office/drawing/2014/main" id="{4E718DB4-156F-40E4-0B8A-54D04C5C6EB3}"/>
              </a:ext>
            </a:extLst>
          </p:cNvPr>
          <p:cNvSpPr>
            <a:spLocks noGrp="1"/>
          </p:cNvSpPr>
          <p:nvPr>
            <p:ph type="body" sz="quarter" idx="19"/>
          </p:nvPr>
        </p:nvSpPr>
        <p:spPr>
          <a:xfrm>
            <a:off x="4110268" y="3320578"/>
            <a:ext cx="1796590" cy="1461939"/>
          </a:xfrm>
        </p:spPr>
        <p:txBody>
          <a:bodyPr/>
          <a:lstStyle>
            <a:lvl1pPr algn="ctr">
              <a:spcBef>
                <a:spcPts val="6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defRPr sz="1600"/>
            </a:lvl2pPr>
            <a:lvl3pPr algn="ctr">
              <a:defRPr sz="1100"/>
            </a:lvl3pPr>
            <a:lvl4pPr algn="ctr">
              <a:defRPr sz="1050"/>
            </a:lvl4pPr>
            <a:lvl5pPr algn="ctr">
              <a:defRPr sz="1050"/>
            </a:lvl5pPr>
          </a:lstStyle>
          <a:p>
            <a:pPr lvl="0"/>
            <a:r>
              <a:rPr lang="en-US"/>
              <a:t>Click to edit Master text styles</a:t>
            </a:r>
          </a:p>
          <a:p>
            <a:pPr lvl="1"/>
            <a:r>
              <a:rPr lang="en-US"/>
              <a:t>Second level</a:t>
            </a:r>
          </a:p>
        </p:txBody>
      </p:sp>
      <p:sp>
        <p:nvSpPr>
          <p:cNvPr id="3" name="Text Placeholder 5">
            <a:extLst>
              <a:ext uri="{FF2B5EF4-FFF2-40B4-BE49-F238E27FC236}">
                <a16:creationId xmlns:a16="http://schemas.microsoft.com/office/drawing/2014/main" id="{55307E44-7817-41E8-9AB4-AF28208961EA}"/>
              </a:ext>
            </a:extLst>
          </p:cNvPr>
          <p:cNvSpPr>
            <a:spLocks noGrp="1"/>
          </p:cNvSpPr>
          <p:nvPr>
            <p:ph type="body" sz="quarter" idx="17"/>
          </p:nvPr>
        </p:nvSpPr>
        <p:spPr>
          <a:xfrm>
            <a:off x="6819462" y="2051872"/>
            <a:ext cx="4377716" cy="692497"/>
          </a:xfrm>
        </p:spPr>
        <p:txBody>
          <a:bodyPr/>
          <a:lstStyle>
            <a:lvl1pPr algn="l">
              <a:spcBef>
                <a:spcPts val="600"/>
              </a:spcBef>
              <a:spcAft>
                <a:spcPts val="600"/>
              </a:spcAft>
              <a:defRPr lang="en-US" sz="2000" kern="1200" spc="0" baseline="0" dirty="0" smtClean="0">
                <a:solidFill>
                  <a:schemeClr val="tx1"/>
                </a:solidFill>
                <a:latin typeface="+mn-lt"/>
                <a:ea typeface="+mn-ea"/>
                <a:cs typeface="Segoe UI Light" panose="020B0502040204020203" pitchFamily="34" charset="0"/>
              </a:defRPr>
            </a:lvl1pPr>
            <a:lvl2pPr algn="l">
              <a:spcBef>
                <a:spcPts val="0"/>
              </a:spcBef>
              <a:defRPr sz="2000"/>
            </a:lvl2pPr>
            <a:lvl3pPr algn="ctr">
              <a:defRPr sz="1100"/>
            </a:lvl3pPr>
            <a:lvl4pPr algn="ctr">
              <a:defRPr sz="1050"/>
            </a:lvl4pPr>
            <a:lvl5pPr algn="ctr">
              <a:defRPr sz="105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86049884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2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
        <p:nvSpPr>
          <p:cNvPr id="12" name="Text Placeholder 11">
            <a:extLst>
              <a:ext uri="{FF2B5EF4-FFF2-40B4-BE49-F238E27FC236}">
                <a16:creationId xmlns:a16="http://schemas.microsoft.com/office/drawing/2014/main" id="{2050B4F7-98B5-FA97-659F-3232A62B7771}"/>
              </a:ext>
            </a:extLst>
          </p:cNvPr>
          <p:cNvSpPr>
            <a:spLocks noGrp="1"/>
          </p:cNvSpPr>
          <p:nvPr>
            <p:ph type="body" sz="quarter" idx="10"/>
          </p:nvPr>
        </p:nvSpPr>
        <p:spPr>
          <a:xfrm>
            <a:off x="564032" y="2940845"/>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367">
              <a:spcBef>
                <a:spcPct val="20000"/>
              </a:spcBef>
            </a:pPr>
            <a:r>
              <a:rPr lang="en-US"/>
              <a:t>Click to edit</a:t>
            </a:r>
          </a:p>
        </p:txBody>
      </p:sp>
      <p:sp>
        <p:nvSpPr>
          <p:cNvPr id="20" name="Text Placeholder 11">
            <a:extLst>
              <a:ext uri="{FF2B5EF4-FFF2-40B4-BE49-F238E27FC236}">
                <a16:creationId xmlns:a16="http://schemas.microsoft.com/office/drawing/2014/main" id="{110D064E-4467-2864-63B3-DAB2CBEB80D6}"/>
              </a:ext>
            </a:extLst>
          </p:cNvPr>
          <p:cNvSpPr>
            <a:spLocks noGrp="1"/>
          </p:cNvSpPr>
          <p:nvPr>
            <p:ph type="body" sz="quarter" idx="18"/>
          </p:nvPr>
        </p:nvSpPr>
        <p:spPr>
          <a:xfrm>
            <a:off x="2746470" y="2940845"/>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367">
              <a:spcBef>
                <a:spcPct val="20000"/>
              </a:spcBef>
            </a:pPr>
            <a:r>
              <a:rPr lang="en-US"/>
              <a:t>Click to edit</a:t>
            </a:r>
          </a:p>
        </p:txBody>
      </p:sp>
      <p:sp>
        <p:nvSpPr>
          <p:cNvPr id="21" name="Text Placeholder 11">
            <a:extLst>
              <a:ext uri="{FF2B5EF4-FFF2-40B4-BE49-F238E27FC236}">
                <a16:creationId xmlns:a16="http://schemas.microsoft.com/office/drawing/2014/main" id="{A325F300-2128-61DD-1DCF-36523C961111}"/>
              </a:ext>
            </a:extLst>
          </p:cNvPr>
          <p:cNvSpPr>
            <a:spLocks noGrp="1"/>
          </p:cNvSpPr>
          <p:nvPr>
            <p:ph type="body" sz="quarter" idx="19"/>
          </p:nvPr>
        </p:nvSpPr>
        <p:spPr>
          <a:xfrm>
            <a:off x="4991538" y="2940845"/>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367">
              <a:spcBef>
                <a:spcPct val="20000"/>
              </a:spcBef>
            </a:pPr>
            <a:r>
              <a:rPr lang="en-US"/>
              <a:t>Click to edit</a:t>
            </a:r>
          </a:p>
        </p:txBody>
      </p:sp>
      <p:sp>
        <p:nvSpPr>
          <p:cNvPr id="22" name="Text Placeholder 11">
            <a:extLst>
              <a:ext uri="{FF2B5EF4-FFF2-40B4-BE49-F238E27FC236}">
                <a16:creationId xmlns:a16="http://schemas.microsoft.com/office/drawing/2014/main" id="{5AFA632C-E293-EE49-CCC1-B866576F1FE5}"/>
              </a:ext>
            </a:extLst>
          </p:cNvPr>
          <p:cNvSpPr>
            <a:spLocks noGrp="1"/>
          </p:cNvSpPr>
          <p:nvPr>
            <p:ph type="body" sz="quarter" idx="20"/>
          </p:nvPr>
        </p:nvSpPr>
        <p:spPr>
          <a:xfrm>
            <a:off x="7185025" y="2940845"/>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367">
              <a:spcBef>
                <a:spcPct val="20000"/>
              </a:spcBef>
            </a:pPr>
            <a:r>
              <a:rPr lang="en-US"/>
              <a:t>Click to edit</a:t>
            </a:r>
          </a:p>
        </p:txBody>
      </p:sp>
      <p:sp>
        <p:nvSpPr>
          <p:cNvPr id="23" name="Text Placeholder 11">
            <a:extLst>
              <a:ext uri="{FF2B5EF4-FFF2-40B4-BE49-F238E27FC236}">
                <a16:creationId xmlns:a16="http://schemas.microsoft.com/office/drawing/2014/main" id="{06C1CFEA-5A60-5E02-DA12-C41FEF5EF19B}"/>
              </a:ext>
            </a:extLst>
          </p:cNvPr>
          <p:cNvSpPr>
            <a:spLocks noGrp="1"/>
          </p:cNvSpPr>
          <p:nvPr>
            <p:ph type="body" sz="quarter" idx="21"/>
          </p:nvPr>
        </p:nvSpPr>
        <p:spPr>
          <a:xfrm>
            <a:off x="9378512" y="2940845"/>
            <a:ext cx="2103120" cy="276999"/>
          </a:xfrm>
        </p:spPr>
        <p:txBody>
          <a:bodyPr>
            <a:noAutofit/>
          </a:bodyPr>
          <a:lstStyle>
            <a:lvl1pPr algn="ctr">
              <a:defRPr lang="en-US" sz="1800" dirty="0">
                <a:solidFill>
                  <a:schemeClr val="tx1"/>
                </a:solidFill>
                <a:latin typeface="Segoe UI Semibold"/>
                <a:cs typeface="Segoe UI" panose="020B0502040204020203" pitchFamily="34" charset="0"/>
              </a:defRPr>
            </a:lvl1pPr>
          </a:lstStyle>
          <a:p>
            <a:pPr lvl="0" algn="ctr" defTabSz="914367">
              <a:spcBef>
                <a:spcPct val="20000"/>
              </a:spcBef>
            </a:pPr>
            <a:r>
              <a:rPr lang="en-US"/>
              <a:t>Click to edit</a:t>
            </a:r>
          </a:p>
        </p:txBody>
      </p:sp>
      <p:sp>
        <p:nvSpPr>
          <p:cNvPr id="24" name="Text Placeholder 11">
            <a:extLst>
              <a:ext uri="{FF2B5EF4-FFF2-40B4-BE49-F238E27FC236}">
                <a16:creationId xmlns:a16="http://schemas.microsoft.com/office/drawing/2014/main" id="{BB1702A7-ABE8-21E4-9089-E1DECA62C150}"/>
              </a:ext>
            </a:extLst>
          </p:cNvPr>
          <p:cNvSpPr>
            <a:spLocks noGrp="1"/>
          </p:cNvSpPr>
          <p:nvPr>
            <p:ph type="body" sz="quarter" idx="22"/>
          </p:nvPr>
        </p:nvSpPr>
        <p:spPr>
          <a:xfrm>
            <a:off x="4550345" y="4308745"/>
            <a:ext cx="2802385" cy="335742"/>
          </a:xfrm>
          <a:solidFill>
            <a:schemeClr val="bg1"/>
          </a:solidFill>
        </p:spPr>
        <p:txBody>
          <a:bodyPr>
            <a:noAutofit/>
          </a:bodyPr>
          <a:lstStyle>
            <a:lvl1pPr algn="ctr">
              <a:defRPr lang="en-US" sz="2000" dirty="0">
                <a:solidFill>
                  <a:schemeClr val="tx1"/>
                </a:solidFill>
                <a:latin typeface="Segoe UI Semibold"/>
                <a:cs typeface="Segoe UI" panose="020B0502040204020203" pitchFamily="34" charset="0"/>
              </a:defRPr>
            </a:lvl1pPr>
          </a:lstStyle>
          <a:p>
            <a:pPr lvl="0" algn="ctr" defTabSz="914367">
              <a:spcBef>
                <a:spcPct val="20000"/>
              </a:spcBef>
            </a:pPr>
            <a:r>
              <a:rPr lang="en-US"/>
              <a:t>Click to edit</a:t>
            </a:r>
          </a:p>
        </p:txBody>
      </p:sp>
      <p:sp>
        <p:nvSpPr>
          <p:cNvPr id="25" name="Text Placeholder 11">
            <a:extLst>
              <a:ext uri="{FF2B5EF4-FFF2-40B4-BE49-F238E27FC236}">
                <a16:creationId xmlns:a16="http://schemas.microsoft.com/office/drawing/2014/main" id="{C553FCC1-75A2-80FF-E7B2-BED43188E39F}"/>
              </a:ext>
            </a:extLst>
          </p:cNvPr>
          <p:cNvSpPr>
            <a:spLocks noGrp="1"/>
          </p:cNvSpPr>
          <p:nvPr>
            <p:ph type="body" sz="quarter" idx="23"/>
          </p:nvPr>
        </p:nvSpPr>
        <p:spPr>
          <a:xfrm>
            <a:off x="4550345" y="4759092"/>
            <a:ext cx="2802385" cy="335742"/>
          </a:xfrm>
          <a:solidFill>
            <a:schemeClr val="bg1"/>
          </a:solidFill>
        </p:spPr>
        <p:txBody>
          <a:bodyPr>
            <a:noAutofit/>
          </a:bodyPr>
          <a:lstStyle>
            <a:lvl1pPr algn="ctr">
              <a:defRPr lang="en-US" sz="2000" dirty="0">
                <a:solidFill>
                  <a:schemeClr val="tx1"/>
                </a:solidFill>
                <a:latin typeface="Segoe UI Semibold"/>
                <a:cs typeface="Segoe UI" panose="020B0502040204020203" pitchFamily="34" charset="0"/>
              </a:defRPr>
            </a:lvl1pPr>
          </a:lstStyle>
          <a:p>
            <a:pPr lvl="0" algn="ctr" defTabSz="914367">
              <a:spcBef>
                <a:spcPct val="20000"/>
              </a:spcBef>
            </a:pPr>
            <a:r>
              <a:rPr lang="en-US"/>
              <a:t>Click to edit</a:t>
            </a:r>
          </a:p>
        </p:txBody>
      </p:sp>
      <p:sp>
        <p:nvSpPr>
          <p:cNvPr id="26" name="Text Placeholder 11">
            <a:extLst>
              <a:ext uri="{FF2B5EF4-FFF2-40B4-BE49-F238E27FC236}">
                <a16:creationId xmlns:a16="http://schemas.microsoft.com/office/drawing/2014/main" id="{6F416C17-143D-1A7D-FED5-2C754B084B71}"/>
              </a:ext>
            </a:extLst>
          </p:cNvPr>
          <p:cNvSpPr>
            <a:spLocks noGrp="1"/>
          </p:cNvSpPr>
          <p:nvPr>
            <p:ph type="body" sz="quarter" idx="24"/>
          </p:nvPr>
        </p:nvSpPr>
        <p:spPr>
          <a:xfrm>
            <a:off x="3022582" y="5650109"/>
            <a:ext cx="6146835" cy="215444"/>
          </a:xfrm>
        </p:spPr>
        <p:txBody>
          <a:bodyPr>
            <a:noAutofit/>
          </a:bodyPr>
          <a:lstStyle>
            <a:lvl1pPr algn="ctr">
              <a:defRPr lang="en-US" sz="1400" dirty="0">
                <a:solidFill>
                  <a:schemeClr val="tx1"/>
                </a:solidFill>
                <a:latin typeface="Segoe UI Semibold"/>
                <a:cs typeface="Segoe UI" panose="020B0502040204020203" pitchFamily="34" charset="0"/>
              </a:defRPr>
            </a:lvl1pPr>
          </a:lstStyle>
          <a:p>
            <a:pPr lvl="0" algn="ctr" defTabSz="914367">
              <a:spcBef>
                <a:spcPct val="20000"/>
              </a:spcBef>
            </a:pPr>
            <a:r>
              <a:rPr lang="en-US"/>
              <a:t>Click to edit</a:t>
            </a:r>
          </a:p>
        </p:txBody>
      </p:sp>
    </p:spTree>
    <p:extLst>
      <p:ext uri="{BB962C8B-B14F-4D97-AF65-F5344CB8AC3E}">
        <p14:creationId xmlns:p14="http://schemas.microsoft.com/office/powerpoint/2010/main" val="12980651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fade">
                                      <p:cBhvr>
                                        <p:cTn id="7" dur="250"/>
                                        <p:tgtEl>
                                          <p:spTgt spid="12">
                                            <p:txEl>
                                              <p:pRg st="0" end="0"/>
                                            </p:txEl>
                                          </p:spTgt>
                                        </p:tgtEl>
                                      </p:cBhvr>
                                    </p:animEffect>
                                  </p:childTnLst>
                                </p:cTn>
                              </p:par>
                              <p:par>
                                <p:cTn id="8" presetID="64" presetClass="path" presetSubtype="0" decel="100000" fill="hold" grpId="1" nodeType="withEffect">
                                  <p:stCondLst>
                                    <p:cond delay="0"/>
                                  </p:stCondLst>
                                  <p:childTnLst>
                                    <p:animMotion origin="layout" path="M 3.95833E-6 0.0787 L 3.95833E-6 -7.40741E-7 " pathEditMode="relative" rAng="0" ptsTypes="AA">
                                      <p:cBhvr>
                                        <p:cTn id="9" dur="700" fill="hold"/>
                                        <p:tgtEl>
                                          <p:spTgt spid="12">
                                            <p:txEl>
                                              <p:pRg st="0" end="0"/>
                                            </p:txEl>
                                          </p:spTgt>
                                        </p:tgtEl>
                                        <p:attrNameLst>
                                          <p:attrName>ppt_x</p:attrName>
                                          <p:attrName>ppt_y</p:attrName>
                                        </p:attrNameLst>
                                      </p:cBhvr>
                                      <p:rCtr x="0" y="-3935"/>
                                    </p:animMotion>
                                  </p:childTnLst>
                                </p:cTn>
                              </p:par>
                              <p:par>
                                <p:cTn id="10" presetID="10" presetClass="entr" presetSubtype="0" fill="hold" grpId="0" nodeType="with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fade">
                                      <p:cBhvr>
                                        <p:cTn id="12" dur="250"/>
                                        <p:tgtEl>
                                          <p:spTgt spid="20">
                                            <p:txEl>
                                              <p:pRg st="0" end="0"/>
                                            </p:txEl>
                                          </p:spTgt>
                                        </p:tgtEl>
                                      </p:cBhvr>
                                    </p:animEffect>
                                  </p:childTnLst>
                                </p:cTn>
                              </p:par>
                              <p:par>
                                <p:cTn id="13" presetID="64" presetClass="path" presetSubtype="0" decel="100000" fill="hold" grpId="1" nodeType="withEffect">
                                  <p:stCondLst>
                                    <p:cond delay="0"/>
                                  </p:stCondLst>
                                  <p:childTnLst>
                                    <p:animMotion origin="layout" path="M 3.95833E-6 0.0787 L 3.95833E-6 -7.40741E-7 " pathEditMode="relative" rAng="0" ptsTypes="AA">
                                      <p:cBhvr>
                                        <p:cTn id="14" dur="700" fill="hold"/>
                                        <p:tgtEl>
                                          <p:spTgt spid="20">
                                            <p:txEl>
                                              <p:pRg st="0" end="0"/>
                                            </p:txEl>
                                          </p:spTgt>
                                        </p:tgtEl>
                                        <p:attrNameLst>
                                          <p:attrName>ppt_x</p:attrName>
                                          <p:attrName>ppt_y</p:attrName>
                                        </p:attrNameLst>
                                      </p:cBhvr>
                                      <p:rCtr x="0" y="-3935"/>
                                    </p:animMotion>
                                  </p:childTnLst>
                                </p:cTn>
                              </p:par>
                              <p:par>
                                <p:cTn id="15" presetID="10" presetClass="entr" presetSubtype="0" fill="hold" grpId="0" nodeType="withEffect">
                                  <p:stCondLst>
                                    <p:cond delay="0"/>
                                  </p:stCondLst>
                                  <p:childTnLst>
                                    <p:set>
                                      <p:cBhvr>
                                        <p:cTn id="16" dur="1" fill="hold">
                                          <p:stCondLst>
                                            <p:cond delay="0"/>
                                          </p:stCondLst>
                                        </p:cTn>
                                        <p:tgtEl>
                                          <p:spTgt spid="21">
                                            <p:txEl>
                                              <p:pRg st="0" end="0"/>
                                            </p:txEl>
                                          </p:spTgt>
                                        </p:tgtEl>
                                        <p:attrNameLst>
                                          <p:attrName>style.visibility</p:attrName>
                                        </p:attrNameLst>
                                      </p:cBhvr>
                                      <p:to>
                                        <p:strVal val="visible"/>
                                      </p:to>
                                    </p:set>
                                    <p:animEffect transition="in" filter="fade">
                                      <p:cBhvr>
                                        <p:cTn id="17" dur="250"/>
                                        <p:tgtEl>
                                          <p:spTgt spid="21">
                                            <p:txEl>
                                              <p:pRg st="0" end="0"/>
                                            </p:txEl>
                                          </p:spTgt>
                                        </p:tgtEl>
                                      </p:cBhvr>
                                    </p:animEffect>
                                  </p:childTnLst>
                                </p:cTn>
                              </p:par>
                              <p:par>
                                <p:cTn id="18" presetID="64" presetClass="path" presetSubtype="0" decel="100000" fill="hold" grpId="1" nodeType="withEffect">
                                  <p:stCondLst>
                                    <p:cond delay="0"/>
                                  </p:stCondLst>
                                  <p:childTnLst>
                                    <p:animMotion origin="layout" path="M 2.91667E-6 0.07871 L 2.91667E-6 -2.59259E-6 " pathEditMode="relative" rAng="0" ptsTypes="AA">
                                      <p:cBhvr>
                                        <p:cTn id="19" dur="700" fill="hold"/>
                                        <p:tgtEl>
                                          <p:spTgt spid="21">
                                            <p:txEl>
                                              <p:pRg st="0" end="0"/>
                                            </p:txEl>
                                          </p:spTgt>
                                        </p:tgtEl>
                                        <p:attrNameLst>
                                          <p:attrName>ppt_x</p:attrName>
                                          <p:attrName>ppt_y</p:attrName>
                                        </p:attrNameLst>
                                      </p:cBhvr>
                                      <p:rCtr x="0" y="-3935"/>
                                    </p:animMotion>
                                  </p:childTnLst>
                                </p:cTn>
                              </p:par>
                              <p:par>
                                <p:cTn id="20" presetID="10" presetClass="entr" presetSubtype="0" fill="hold" grpId="0" nodeType="withEffect">
                                  <p:stCondLst>
                                    <p:cond delay="0"/>
                                  </p:stCondLst>
                                  <p:childTnLst>
                                    <p:set>
                                      <p:cBhvr>
                                        <p:cTn id="21" dur="1" fill="hold">
                                          <p:stCondLst>
                                            <p:cond delay="0"/>
                                          </p:stCondLst>
                                        </p:cTn>
                                        <p:tgtEl>
                                          <p:spTgt spid="22">
                                            <p:txEl>
                                              <p:pRg st="0" end="0"/>
                                            </p:txEl>
                                          </p:spTgt>
                                        </p:tgtEl>
                                        <p:attrNameLst>
                                          <p:attrName>style.visibility</p:attrName>
                                        </p:attrNameLst>
                                      </p:cBhvr>
                                      <p:to>
                                        <p:strVal val="visible"/>
                                      </p:to>
                                    </p:set>
                                    <p:animEffect transition="in" filter="fade">
                                      <p:cBhvr>
                                        <p:cTn id="22" dur="250"/>
                                        <p:tgtEl>
                                          <p:spTgt spid="22">
                                            <p:txEl>
                                              <p:pRg st="0" end="0"/>
                                            </p:txEl>
                                          </p:spTgt>
                                        </p:tgtEl>
                                      </p:cBhvr>
                                    </p:animEffect>
                                  </p:childTnLst>
                                </p:cTn>
                              </p:par>
                              <p:par>
                                <p:cTn id="23" presetID="64" presetClass="path" presetSubtype="0" decel="100000" fill="hold" grpId="1" nodeType="withEffect">
                                  <p:stCondLst>
                                    <p:cond delay="0"/>
                                  </p:stCondLst>
                                  <p:childTnLst>
                                    <p:animMotion origin="layout" path="M 2.91667E-6 0.07871 L 2.91667E-6 -2.59259E-6 " pathEditMode="relative" rAng="0" ptsTypes="AA">
                                      <p:cBhvr>
                                        <p:cTn id="24" dur="700" fill="hold"/>
                                        <p:tgtEl>
                                          <p:spTgt spid="22">
                                            <p:txEl>
                                              <p:pRg st="0" end="0"/>
                                            </p:txEl>
                                          </p:spTgt>
                                        </p:tgtEl>
                                        <p:attrNameLst>
                                          <p:attrName>ppt_x</p:attrName>
                                          <p:attrName>ppt_y</p:attrName>
                                        </p:attrNameLst>
                                      </p:cBhvr>
                                      <p:rCtr x="0" y="-3935"/>
                                    </p:animMotion>
                                  </p:childTnLst>
                                </p:cTn>
                              </p:par>
                              <p:par>
                                <p:cTn id="25" presetID="10" presetClass="entr" presetSubtype="0" fill="hold" grpId="0" nodeType="withEffect">
                                  <p:stCondLst>
                                    <p:cond delay="0"/>
                                  </p:stCondLst>
                                  <p:childTnLst>
                                    <p:set>
                                      <p:cBhvr>
                                        <p:cTn id="26" dur="1" fill="hold">
                                          <p:stCondLst>
                                            <p:cond delay="0"/>
                                          </p:stCondLst>
                                        </p:cTn>
                                        <p:tgtEl>
                                          <p:spTgt spid="23">
                                            <p:txEl>
                                              <p:pRg st="0" end="0"/>
                                            </p:txEl>
                                          </p:spTgt>
                                        </p:tgtEl>
                                        <p:attrNameLst>
                                          <p:attrName>style.visibility</p:attrName>
                                        </p:attrNameLst>
                                      </p:cBhvr>
                                      <p:to>
                                        <p:strVal val="visible"/>
                                      </p:to>
                                    </p:set>
                                    <p:animEffect transition="in" filter="fade">
                                      <p:cBhvr>
                                        <p:cTn id="27" dur="250"/>
                                        <p:tgtEl>
                                          <p:spTgt spid="23">
                                            <p:txEl>
                                              <p:pRg st="0" end="0"/>
                                            </p:txEl>
                                          </p:spTgt>
                                        </p:tgtEl>
                                      </p:cBhvr>
                                    </p:animEffect>
                                  </p:childTnLst>
                                </p:cTn>
                              </p:par>
                              <p:par>
                                <p:cTn id="28" presetID="64" presetClass="path" presetSubtype="0" decel="100000" fill="hold" grpId="1" nodeType="withEffect">
                                  <p:stCondLst>
                                    <p:cond delay="0"/>
                                  </p:stCondLst>
                                  <p:childTnLst>
                                    <p:animMotion origin="layout" path="M 2.91667E-6 0.07871 L 2.91667E-6 -2.59259E-6 " pathEditMode="relative" rAng="0" ptsTypes="AA">
                                      <p:cBhvr>
                                        <p:cTn id="29" dur="700" fill="hold"/>
                                        <p:tgtEl>
                                          <p:spTgt spid="23">
                                            <p:txEl>
                                              <p:pRg st="0" end="0"/>
                                            </p:txEl>
                                          </p:spTgt>
                                        </p:tgtEl>
                                        <p:attrNameLst>
                                          <p:attrName>ppt_x</p:attrName>
                                          <p:attrName>ppt_y</p:attrName>
                                        </p:attrNameLst>
                                      </p:cBhvr>
                                      <p:rCtr x="0" y="-3935"/>
                                    </p:animMotion>
                                  </p:childTnLst>
                                </p:cTn>
                              </p:par>
                              <p:par>
                                <p:cTn id="30" presetID="10" presetClass="entr" presetSubtype="0" fill="hold" grpId="0" nodeType="withEffect">
                                  <p:stCondLst>
                                    <p:cond delay="0"/>
                                  </p:stCondLst>
                                  <p:childTnLst>
                                    <p:set>
                                      <p:cBhvr>
                                        <p:cTn id="31" dur="1" fill="hold">
                                          <p:stCondLst>
                                            <p:cond delay="0"/>
                                          </p:stCondLst>
                                        </p:cTn>
                                        <p:tgtEl>
                                          <p:spTgt spid="24">
                                            <p:txEl>
                                              <p:pRg st="0" end="0"/>
                                            </p:txEl>
                                          </p:spTgt>
                                        </p:tgtEl>
                                        <p:attrNameLst>
                                          <p:attrName>style.visibility</p:attrName>
                                        </p:attrNameLst>
                                      </p:cBhvr>
                                      <p:to>
                                        <p:strVal val="visible"/>
                                      </p:to>
                                    </p:set>
                                    <p:animEffect transition="in" filter="fade">
                                      <p:cBhvr>
                                        <p:cTn id="32" dur="250"/>
                                        <p:tgtEl>
                                          <p:spTgt spid="24">
                                            <p:txEl>
                                              <p:pRg st="0" end="0"/>
                                            </p:txEl>
                                          </p:spTgt>
                                        </p:tgtEl>
                                      </p:cBhvr>
                                    </p:animEffect>
                                  </p:childTnLst>
                                </p:cTn>
                              </p:par>
                              <p:par>
                                <p:cTn id="33" presetID="64" presetClass="path" presetSubtype="0" decel="100000" fill="hold" grpId="1" nodeType="withEffect">
                                  <p:stCondLst>
                                    <p:cond delay="0"/>
                                  </p:stCondLst>
                                  <p:childTnLst>
                                    <p:animMotion origin="layout" path="M 4.79167E-6 0.07871 L 4.79167E-6 -4.44444E-6 " pathEditMode="relative" rAng="0" ptsTypes="AA">
                                      <p:cBhvr>
                                        <p:cTn id="34" dur="700" fill="hold"/>
                                        <p:tgtEl>
                                          <p:spTgt spid="24">
                                            <p:txEl>
                                              <p:pRg st="0" end="0"/>
                                            </p:txEl>
                                          </p:spTgt>
                                        </p:tgtEl>
                                        <p:attrNameLst>
                                          <p:attrName>ppt_x</p:attrName>
                                          <p:attrName>ppt_y</p:attrName>
                                        </p:attrNameLst>
                                      </p:cBhvr>
                                      <p:rCtr x="0" y="-3935"/>
                                    </p:animMotion>
                                  </p:childTnLst>
                                </p:cTn>
                              </p:par>
                              <p:par>
                                <p:cTn id="35" presetID="10" presetClass="entr" presetSubtype="0" fill="hold" grpId="0" nodeType="withEffect">
                                  <p:stCondLst>
                                    <p:cond delay="0"/>
                                  </p:stCondLst>
                                  <p:childTnLst>
                                    <p:set>
                                      <p:cBhvr>
                                        <p:cTn id="36" dur="1" fill="hold">
                                          <p:stCondLst>
                                            <p:cond delay="0"/>
                                          </p:stCondLst>
                                        </p:cTn>
                                        <p:tgtEl>
                                          <p:spTgt spid="25">
                                            <p:txEl>
                                              <p:pRg st="0" end="0"/>
                                            </p:txEl>
                                          </p:spTgt>
                                        </p:tgtEl>
                                        <p:attrNameLst>
                                          <p:attrName>style.visibility</p:attrName>
                                        </p:attrNameLst>
                                      </p:cBhvr>
                                      <p:to>
                                        <p:strVal val="visible"/>
                                      </p:to>
                                    </p:set>
                                    <p:animEffect transition="in" filter="fade">
                                      <p:cBhvr>
                                        <p:cTn id="37" dur="250"/>
                                        <p:tgtEl>
                                          <p:spTgt spid="25">
                                            <p:txEl>
                                              <p:pRg st="0" end="0"/>
                                            </p:txEl>
                                          </p:spTgt>
                                        </p:tgtEl>
                                      </p:cBhvr>
                                    </p:animEffect>
                                  </p:childTnLst>
                                </p:cTn>
                              </p:par>
                              <p:par>
                                <p:cTn id="38" presetID="64" presetClass="path" presetSubtype="0" decel="100000" fill="hold" grpId="1" nodeType="withEffect">
                                  <p:stCondLst>
                                    <p:cond delay="0"/>
                                  </p:stCondLst>
                                  <p:childTnLst>
                                    <p:animMotion origin="layout" path="M 4.79167E-6 0.0787 L 4.79167E-6 4.81481E-6 " pathEditMode="relative" rAng="0" ptsTypes="AA">
                                      <p:cBhvr>
                                        <p:cTn id="39" dur="700" fill="hold"/>
                                        <p:tgtEl>
                                          <p:spTgt spid="25">
                                            <p:txEl>
                                              <p:pRg st="0" end="0"/>
                                            </p:txEl>
                                          </p:spTgt>
                                        </p:tgtEl>
                                        <p:attrNameLst>
                                          <p:attrName>ppt_x</p:attrName>
                                          <p:attrName>ppt_y</p:attrName>
                                        </p:attrNameLst>
                                      </p:cBhvr>
                                      <p:rCtr x="0" y="-3935"/>
                                    </p:animMotion>
                                  </p:childTnLst>
                                </p:cTn>
                              </p:par>
                              <p:par>
                                <p:cTn id="40" presetID="10" presetClass="entr" presetSubtype="0" fill="hold" grpId="0" nodeType="withEffect">
                                  <p:stCondLst>
                                    <p:cond delay="0"/>
                                  </p:stCondLst>
                                  <p:childTnLst>
                                    <p:set>
                                      <p:cBhvr>
                                        <p:cTn id="41" dur="1" fill="hold">
                                          <p:stCondLst>
                                            <p:cond delay="0"/>
                                          </p:stCondLst>
                                        </p:cTn>
                                        <p:tgtEl>
                                          <p:spTgt spid="26">
                                            <p:txEl>
                                              <p:pRg st="0" end="0"/>
                                            </p:txEl>
                                          </p:spTgt>
                                        </p:tgtEl>
                                        <p:attrNameLst>
                                          <p:attrName>style.visibility</p:attrName>
                                        </p:attrNameLst>
                                      </p:cBhvr>
                                      <p:to>
                                        <p:strVal val="visible"/>
                                      </p:to>
                                    </p:set>
                                    <p:animEffect transition="in" filter="fade">
                                      <p:cBhvr>
                                        <p:cTn id="42" dur="250"/>
                                        <p:tgtEl>
                                          <p:spTgt spid="26">
                                            <p:txEl>
                                              <p:pRg st="0" end="0"/>
                                            </p:txEl>
                                          </p:spTgt>
                                        </p:tgtEl>
                                      </p:cBhvr>
                                    </p:animEffect>
                                  </p:childTnLst>
                                </p:cTn>
                              </p:par>
                              <p:par>
                                <p:cTn id="43" presetID="64" presetClass="path" presetSubtype="0" decel="100000" fill="hold" grpId="1" nodeType="withEffect">
                                  <p:stCondLst>
                                    <p:cond delay="0"/>
                                  </p:stCondLst>
                                  <p:childTnLst>
                                    <p:animMotion origin="layout" path="M -3.125E-6 0.07871 L -3.125E-6 -2.96296E-6 " pathEditMode="relative" rAng="0" ptsTypes="AA">
                                      <p:cBhvr>
                                        <p:cTn id="44" dur="700" fill="hold"/>
                                        <p:tgtEl>
                                          <p:spTgt spid="26">
                                            <p:txEl>
                                              <p:pRg st="0" end="0"/>
                                            </p:txEl>
                                          </p:spTgt>
                                        </p:tgtEl>
                                        <p:attrNameLst>
                                          <p:attrName>ppt_x</p:attrName>
                                          <p:attrName>ppt_y</p:attrName>
                                        </p:attrNameLst>
                                      </p:cBhvr>
                                      <p:rCtr x="0" y="-393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tmplLst>
          <p:tmpl lvl="1">
            <p:tnLst>
              <p:par>
                <p:cTn presetID="10" presetClass="entr" presetSubtype="0" fill="hold" nodeType="withEffect">
                  <p:stCondLst>
                    <p:cond delay="0"/>
                  </p:stCondLst>
                  <p:childTnLst>
                    <p:set>
                      <p:cBhvr>
                        <p:cTn dur="1" fill="hold">
                          <p:stCondLst>
                            <p:cond delay="0"/>
                          </p:stCondLst>
                        </p:cTn>
                        <p:tgtEl>
                          <p:spTgt spid="12"/>
                        </p:tgtEl>
                        <p:attrNameLst>
                          <p:attrName>style.visibility</p:attrName>
                        </p:attrNameLst>
                      </p:cBhvr>
                      <p:to>
                        <p:strVal val="visible"/>
                      </p:to>
                    </p:set>
                    <p:animEffect transition="in" filter="fade">
                      <p:cBhvr>
                        <p:cTn dur="250"/>
                        <p:tgtEl>
                          <p:spTgt spid="12"/>
                        </p:tgtEl>
                      </p:cBhvr>
                    </p:animEffect>
                  </p:childTnLst>
                </p:cTn>
              </p:par>
            </p:tnLst>
          </p:tmpl>
        </p:tmplLst>
      </p:bldP>
      <p:bldP spid="12" grpId="1" build="p">
        <p:tmplLst>
          <p:tmpl lvl="1">
            <p:tnLst>
              <p:par>
                <p:cTn presetID="64" presetClass="path" presetSubtype="0" decel="100000" fill="hold" nodeType="withEffect">
                  <p:stCondLst>
                    <p:cond delay="0"/>
                  </p:stCondLst>
                  <p:childTnLst>
                    <p:animMotion origin="layout" path="M 3.95833E-6 0.0787 L 3.95833E-6 -7.40741E-7 " pathEditMode="relative" rAng="0" ptsTypes="AA">
                      <p:cBhvr>
                        <p:cTn dur="700" fill="hold"/>
                        <p:tgtEl>
                          <p:spTgt spid="12"/>
                        </p:tgtEl>
                        <p:attrNameLst>
                          <p:attrName>ppt_x</p:attrName>
                          <p:attrName>ppt_y</p:attrName>
                        </p:attrNameLst>
                      </p:cBhvr>
                      <p:rCtr x="0" y="-3935"/>
                    </p:animMotion>
                  </p:childTnLst>
                </p:cTn>
              </p:par>
            </p:tnLst>
          </p:tmpl>
        </p:tmplLst>
      </p:bldP>
      <p:bldP spid="20" grpId="0" build="p">
        <p:tmplLst>
          <p:tmpl lvl="1">
            <p:tnLst>
              <p:par>
                <p:cTn presetID="10" presetClass="entr" presetSubtype="0" fill="hold" nodeType="withEffect">
                  <p:stCondLst>
                    <p:cond delay="0"/>
                  </p:stCondLst>
                  <p:childTnLst>
                    <p:set>
                      <p:cBhvr>
                        <p:cTn dur="1" fill="hold">
                          <p:stCondLst>
                            <p:cond delay="0"/>
                          </p:stCondLst>
                        </p:cTn>
                        <p:tgtEl>
                          <p:spTgt spid="20"/>
                        </p:tgtEl>
                        <p:attrNameLst>
                          <p:attrName>style.visibility</p:attrName>
                        </p:attrNameLst>
                      </p:cBhvr>
                      <p:to>
                        <p:strVal val="visible"/>
                      </p:to>
                    </p:set>
                    <p:animEffect transition="in" filter="fade">
                      <p:cBhvr>
                        <p:cTn dur="250"/>
                        <p:tgtEl>
                          <p:spTgt spid="20"/>
                        </p:tgtEl>
                      </p:cBhvr>
                    </p:animEffect>
                  </p:childTnLst>
                </p:cTn>
              </p:par>
            </p:tnLst>
          </p:tmpl>
        </p:tmplLst>
      </p:bldP>
      <p:bldP spid="20" grpId="1" build="p">
        <p:tmplLst>
          <p:tmpl lvl="1">
            <p:tnLst>
              <p:par>
                <p:cTn presetID="64" presetClass="path" presetSubtype="0" decel="100000" fill="hold" nodeType="withEffect">
                  <p:stCondLst>
                    <p:cond delay="0"/>
                  </p:stCondLst>
                  <p:childTnLst>
                    <p:animMotion origin="layout" path="M 3.95833E-6 0.0787 L 3.95833E-6 -7.40741E-7 " pathEditMode="relative" rAng="0" ptsTypes="AA">
                      <p:cBhvr>
                        <p:cTn dur="700" fill="hold"/>
                        <p:tgtEl>
                          <p:spTgt spid="20"/>
                        </p:tgtEl>
                        <p:attrNameLst>
                          <p:attrName>ppt_x</p:attrName>
                          <p:attrName>ppt_y</p:attrName>
                        </p:attrNameLst>
                      </p:cBhvr>
                      <p:rCtr x="0" y="-3935"/>
                    </p:animMotion>
                  </p:childTnLst>
                </p:cTn>
              </p:par>
            </p:tnLst>
          </p:tmpl>
        </p:tmplLst>
      </p:bldP>
      <p:bldP spid="21" grpId="0" build="p">
        <p:tmplLst>
          <p:tmpl lvl="1">
            <p:tnLst>
              <p:par>
                <p:cTn presetID="10" presetClass="entr" presetSubtype="0" fill="hold" nodeType="withEffect">
                  <p:stCondLst>
                    <p:cond delay="0"/>
                  </p:stCondLst>
                  <p:childTnLst>
                    <p:set>
                      <p:cBhvr>
                        <p:cTn dur="1" fill="hold">
                          <p:stCondLst>
                            <p:cond delay="0"/>
                          </p:stCondLst>
                        </p:cTn>
                        <p:tgtEl>
                          <p:spTgt spid="21"/>
                        </p:tgtEl>
                        <p:attrNameLst>
                          <p:attrName>style.visibility</p:attrName>
                        </p:attrNameLst>
                      </p:cBhvr>
                      <p:to>
                        <p:strVal val="visible"/>
                      </p:to>
                    </p:set>
                    <p:animEffect transition="in" filter="fade">
                      <p:cBhvr>
                        <p:cTn dur="250"/>
                        <p:tgtEl>
                          <p:spTgt spid="21"/>
                        </p:tgtEl>
                      </p:cBhvr>
                    </p:animEffect>
                  </p:childTnLst>
                </p:cTn>
              </p:par>
            </p:tnLst>
          </p:tmpl>
        </p:tmplLst>
      </p:bldP>
      <p:bldP spid="21" grpId="1" build="p">
        <p:tmplLst>
          <p:tmpl lvl="1">
            <p:tnLst>
              <p:par>
                <p:cTn presetID="64" presetClass="path" presetSubtype="0" decel="100000" fill="hold" nodeType="withEffect">
                  <p:stCondLst>
                    <p:cond delay="0"/>
                  </p:stCondLst>
                  <p:childTnLst>
                    <p:animMotion origin="layout" path="M 2.91667E-6 0.07871 L 2.91667E-6 -2.59259E-6 " pathEditMode="relative" rAng="0" ptsTypes="AA">
                      <p:cBhvr>
                        <p:cTn dur="700" fill="hold"/>
                        <p:tgtEl>
                          <p:spTgt spid="21"/>
                        </p:tgtEl>
                        <p:attrNameLst>
                          <p:attrName>ppt_x</p:attrName>
                          <p:attrName>ppt_y</p:attrName>
                        </p:attrNameLst>
                      </p:cBhvr>
                      <p:rCtr x="0" y="-3935"/>
                    </p:animMotion>
                  </p:childTnLst>
                </p:cTn>
              </p:par>
            </p:tnLst>
          </p:tmpl>
        </p:tmplLst>
      </p:bldP>
      <p:bldP spid="22" grpId="0" build="p">
        <p:tmplLst>
          <p:tmpl lvl="1">
            <p:tnLst>
              <p:par>
                <p:cTn presetID="10" presetClass="entr" presetSubtype="0" fill="hold" nodeType="withEffect">
                  <p:stCondLst>
                    <p:cond delay="0"/>
                  </p:stCondLst>
                  <p:childTnLst>
                    <p:set>
                      <p:cBhvr>
                        <p:cTn dur="1" fill="hold">
                          <p:stCondLst>
                            <p:cond delay="0"/>
                          </p:stCondLst>
                        </p:cTn>
                        <p:tgtEl>
                          <p:spTgt spid="22"/>
                        </p:tgtEl>
                        <p:attrNameLst>
                          <p:attrName>style.visibility</p:attrName>
                        </p:attrNameLst>
                      </p:cBhvr>
                      <p:to>
                        <p:strVal val="visible"/>
                      </p:to>
                    </p:set>
                    <p:animEffect transition="in" filter="fade">
                      <p:cBhvr>
                        <p:cTn dur="250"/>
                        <p:tgtEl>
                          <p:spTgt spid="22"/>
                        </p:tgtEl>
                      </p:cBhvr>
                    </p:animEffect>
                  </p:childTnLst>
                </p:cTn>
              </p:par>
            </p:tnLst>
          </p:tmpl>
        </p:tmplLst>
      </p:bldP>
      <p:bldP spid="22" grpId="1" build="p">
        <p:tmplLst>
          <p:tmpl lvl="1">
            <p:tnLst>
              <p:par>
                <p:cTn presetID="64" presetClass="path" presetSubtype="0" decel="100000" fill="hold" nodeType="withEffect">
                  <p:stCondLst>
                    <p:cond delay="0"/>
                  </p:stCondLst>
                  <p:childTnLst>
                    <p:animMotion origin="layout" path="M 2.91667E-6 0.07871 L 2.91667E-6 -2.59259E-6 " pathEditMode="relative" rAng="0" ptsTypes="AA">
                      <p:cBhvr>
                        <p:cTn dur="700" fill="hold"/>
                        <p:tgtEl>
                          <p:spTgt spid="22"/>
                        </p:tgtEl>
                        <p:attrNameLst>
                          <p:attrName>ppt_x</p:attrName>
                          <p:attrName>ppt_y</p:attrName>
                        </p:attrNameLst>
                      </p:cBhvr>
                      <p:rCtr x="0" y="-3935"/>
                    </p:animMotion>
                  </p:childTnLst>
                </p:cTn>
              </p:par>
            </p:tnLst>
          </p:tmpl>
        </p:tmplLst>
      </p:bldP>
      <p:bldP spid="23" grpId="0" build="p">
        <p:tmplLst>
          <p:tmpl lvl="1">
            <p:tnLst>
              <p:par>
                <p:cTn presetID="10" presetClass="entr" presetSubtype="0" fill="hold" nodeType="withEffect">
                  <p:stCondLst>
                    <p:cond delay="0"/>
                  </p:stCondLst>
                  <p:childTnLst>
                    <p:set>
                      <p:cBhvr>
                        <p:cTn dur="1" fill="hold">
                          <p:stCondLst>
                            <p:cond delay="0"/>
                          </p:stCondLst>
                        </p:cTn>
                        <p:tgtEl>
                          <p:spTgt spid="23"/>
                        </p:tgtEl>
                        <p:attrNameLst>
                          <p:attrName>style.visibility</p:attrName>
                        </p:attrNameLst>
                      </p:cBhvr>
                      <p:to>
                        <p:strVal val="visible"/>
                      </p:to>
                    </p:set>
                    <p:animEffect transition="in" filter="fade">
                      <p:cBhvr>
                        <p:cTn dur="250"/>
                        <p:tgtEl>
                          <p:spTgt spid="23"/>
                        </p:tgtEl>
                      </p:cBhvr>
                    </p:animEffect>
                  </p:childTnLst>
                </p:cTn>
              </p:par>
            </p:tnLst>
          </p:tmpl>
        </p:tmplLst>
      </p:bldP>
      <p:bldP spid="23" grpId="1" build="p">
        <p:tmplLst>
          <p:tmpl lvl="1">
            <p:tnLst>
              <p:par>
                <p:cTn presetID="64" presetClass="path" presetSubtype="0" decel="100000" fill="hold" nodeType="withEffect">
                  <p:stCondLst>
                    <p:cond delay="0"/>
                  </p:stCondLst>
                  <p:childTnLst>
                    <p:animMotion origin="layout" path="M 2.91667E-6 0.07871 L 2.91667E-6 -2.59259E-6 " pathEditMode="relative" rAng="0" ptsTypes="AA">
                      <p:cBhvr>
                        <p:cTn dur="700" fill="hold"/>
                        <p:tgtEl>
                          <p:spTgt spid="23"/>
                        </p:tgtEl>
                        <p:attrNameLst>
                          <p:attrName>ppt_x</p:attrName>
                          <p:attrName>ppt_y</p:attrName>
                        </p:attrNameLst>
                      </p:cBhvr>
                      <p:rCtr x="0" y="-3935"/>
                    </p:animMotion>
                  </p:childTnLst>
                </p:cTn>
              </p:par>
            </p:tnLst>
          </p:tmpl>
        </p:tmplLst>
      </p:bldP>
      <p:bldP spid="24" grpId="0" build="p">
        <p:tmplLst>
          <p:tmpl lvl="1">
            <p:tnLst>
              <p:par>
                <p:cTn presetID="10" presetClass="entr" presetSubtype="0" fill="hold" nodeType="withEffect">
                  <p:stCondLst>
                    <p:cond delay="0"/>
                  </p:stCondLst>
                  <p:childTnLst>
                    <p:set>
                      <p:cBhvr>
                        <p:cTn dur="1" fill="hold">
                          <p:stCondLst>
                            <p:cond delay="0"/>
                          </p:stCondLst>
                        </p:cTn>
                        <p:tgtEl>
                          <p:spTgt spid="24"/>
                        </p:tgtEl>
                        <p:attrNameLst>
                          <p:attrName>style.visibility</p:attrName>
                        </p:attrNameLst>
                      </p:cBhvr>
                      <p:to>
                        <p:strVal val="visible"/>
                      </p:to>
                    </p:set>
                    <p:animEffect transition="in" filter="fade">
                      <p:cBhvr>
                        <p:cTn dur="250"/>
                        <p:tgtEl>
                          <p:spTgt spid="24"/>
                        </p:tgtEl>
                      </p:cBhvr>
                    </p:animEffect>
                  </p:childTnLst>
                </p:cTn>
              </p:par>
            </p:tnLst>
          </p:tmpl>
        </p:tmplLst>
      </p:bldP>
      <p:bldP spid="24" grpId="1" build="p">
        <p:tmplLst>
          <p:tmpl lvl="1">
            <p:tnLst>
              <p:par>
                <p:cTn presetID="64" presetClass="path" presetSubtype="0" decel="100000" fill="hold" nodeType="withEffect">
                  <p:stCondLst>
                    <p:cond delay="0"/>
                  </p:stCondLst>
                  <p:childTnLst>
                    <p:animMotion origin="layout" path="M 4.79167E-6 0.07871 L 4.79167E-6 -4.44444E-6 " pathEditMode="relative" rAng="0" ptsTypes="AA">
                      <p:cBhvr>
                        <p:cTn dur="700" fill="hold"/>
                        <p:tgtEl>
                          <p:spTgt spid="24"/>
                        </p:tgtEl>
                        <p:attrNameLst>
                          <p:attrName>ppt_x</p:attrName>
                          <p:attrName>ppt_y</p:attrName>
                        </p:attrNameLst>
                      </p:cBhvr>
                      <p:rCtr x="0" y="-3935"/>
                    </p:animMotion>
                  </p:childTnLst>
                </p:cTn>
              </p:par>
            </p:tnLst>
          </p:tmpl>
        </p:tmplLst>
      </p:bldP>
      <p:bldP spid="25" grpId="0" build="p">
        <p:tmplLst>
          <p:tmpl lvl="1">
            <p:tnLst>
              <p:par>
                <p:cTn presetID="10" presetClass="entr" presetSubtype="0" fill="hold" nodeType="withEffect">
                  <p:stCondLst>
                    <p:cond delay="0"/>
                  </p:stCondLst>
                  <p:childTnLst>
                    <p:set>
                      <p:cBhvr>
                        <p:cTn dur="1" fill="hold">
                          <p:stCondLst>
                            <p:cond delay="0"/>
                          </p:stCondLst>
                        </p:cTn>
                        <p:tgtEl>
                          <p:spTgt spid="25"/>
                        </p:tgtEl>
                        <p:attrNameLst>
                          <p:attrName>style.visibility</p:attrName>
                        </p:attrNameLst>
                      </p:cBhvr>
                      <p:to>
                        <p:strVal val="visible"/>
                      </p:to>
                    </p:set>
                    <p:animEffect transition="in" filter="fade">
                      <p:cBhvr>
                        <p:cTn dur="250"/>
                        <p:tgtEl>
                          <p:spTgt spid="25"/>
                        </p:tgtEl>
                      </p:cBhvr>
                    </p:animEffect>
                  </p:childTnLst>
                </p:cTn>
              </p:par>
            </p:tnLst>
          </p:tmpl>
        </p:tmplLst>
      </p:bldP>
      <p:bldP spid="25" grpId="1" build="p">
        <p:tmplLst>
          <p:tmpl lvl="1">
            <p:tnLst>
              <p:par>
                <p:cTn presetID="64" presetClass="path" presetSubtype="0" decel="100000" fill="hold" nodeType="withEffect">
                  <p:stCondLst>
                    <p:cond delay="0"/>
                  </p:stCondLst>
                  <p:childTnLst>
                    <p:animMotion origin="layout" path="M 4.79167E-6 0.0787 L 4.79167E-6 4.81481E-6 " pathEditMode="relative" rAng="0" ptsTypes="AA">
                      <p:cBhvr>
                        <p:cTn dur="700" fill="hold"/>
                        <p:tgtEl>
                          <p:spTgt spid="25"/>
                        </p:tgtEl>
                        <p:attrNameLst>
                          <p:attrName>ppt_x</p:attrName>
                          <p:attrName>ppt_y</p:attrName>
                        </p:attrNameLst>
                      </p:cBhvr>
                      <p:rCtr x="0" y="-3935"/>
                    </p:animMotion>
                  </p:childTnLst>
                </p:cTn>
              </p:par>
            </p:tnLst>
          </p:tmpl>
        </p:tmplLst>
      </p:bldP>
      <p:bldP spid="26" grpId="0" build="p">
        <p:tmplLst>
          <p:tmpl lvl="1">
            <p:tnLst>
              <p:par>
                <p:cTn presetID="10" presetClass="entr" presetSubtype="0" fill="hold" nodeType="withEffect">
                  <p:stCondLst>
                    <p:cond delay="0"/>
                  </p:stCondLst>
                  <p:childTnLst>
                    <p:set>
                      <p:cBhvr>
                        <p:cTn dur="1" fill="hold">
                          <p:stCondLst>
                            <p:cond delay="0"/>
                          </p:stCondLst>
                        </p:cTn>
                        <p:tgtEl>
                          <p:spTgt spid="26"/>
                        </p:tgtEl>
                        <p:attrNameLst>
                          <p:attrName>style.visibility</p:attrName>
                        </p:attrNameLst>
                      </p:cBhvr>
                      <p:to>
                        <p:strVal val="visible"/>
                      </p:to>
                    </p:set>
                    <p:animEffect transition="in" filter="fade">
                      <p:cBhvr>
                        <p:cTn dur="250"/>
                        <p:tgtEl>
                          <p:spTgt spid="26"/>
                        </p:tgtEl>
                      </p:cBhvr>
                    </p:animEffect>
                  </p:childTnLst>
                </p:cTn>
              </p:par>
            </p:tnLst>
          </p:tmpl>
        </p:tmplLst>
      </p:bldP>
      <p:bldP spid="26" grpId="1" build="p">
        <p:tmplLst>
          <p:tmpl lvl="1">
            <p:tnLst>
              <p:par>
                <p:cTn presetID="64" presetClass="path" presetSubtype="0" decel="100000" fill="hold" nodeType="withEffect">
                  <p:stCondLst>
                    <p:cond delay="0"/>
                  </p:stCondLst>
                  <p:childTnLst>
                    <p:animMotion origin="layout" path="M -3.125E-6 0.07871 L -3.125E-6 -2.96296E-6 " pathEditMode="relative" rAng="0" ptsTypes="AA">
                      <p:cBhvr>
                        <p:cTn dur="700" fill="hold"/>
                        <p:tgtEl>
                          <p:spTgt spid="26"/>
                        </p:tgtEl>
                        <p:attrNameLst>
                          <p:attrName>ppt_x</p:attrName>
                          <p:attrName>ppt_y</p:attrName>
                        </p:attrNameLst>
                      </p:cBhvr>
                      <p:rCtr x="0" y="-3935"/>
                    </p:animMotion>
                  </p:childTnLst>
                </p:cTn>
              </p:par>
            </p:tnLst>
          </p:tmpl>
        </p:tmplLst>
      </p:bldP>
    </p:bldLst>
  </p:timing>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1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17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30">
            <a:extLst>
              <a:ext uri="{FF2B5EF4-FFF2-40B4-BE49-F238E27FC236}">
                <a16:creationId xmlns:a16="http://schemas.microsoft.com/office/drawing/2014/main" id="{43A49C4B-35A5-4B87-FBD3-0F2C583C2FBC}"/>
              </a:ext>
            </a:extLst>
          </p:cNvPr>
          <p:cNvSpPr>
            <a:spLocks noGrp="1"/>
          </p:cNvSpPr>
          <p:nvPr>
            <p:ph type="body" sz="quarter" idx="16"/>
          </p:nvPr>
        </p:nvSpPr>
        <p:spPr>
          <a:xfrm>
            <a:off x="567372" y="5137454"/>
            <a:ext cx="1733868" cy="830997"/>
          </a:xfrm>
        </p:spPr>
        <p:txBody>
          <a:bodyPr/>
          <a:lstStyle>
            <a:lvl1pPr algn="ctr">
              <a:spcBef>
                <a:spcPts val="1200"/>
              </a:spcBef>
              <a:spcAft>
                <a:spcPts val="600"/>
              </a:spcAft>
              <a:defRPr lang="en-US" sz="1400" kern="1200" spc="0" baseline="0" dirty="0" smtClean="0">
                <a:solidFill>
                  <a:schemeClr val="tx1"/>
                </a:solidFill>
                <a:latin typeface="+mn-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
        <p:nvSpPr>
          <p:cNvPr id="9" name="Text Placeholder 30">
            <a:extLst>
              <a:ext uri="{FF2B5EF4-FFF2-40B4-BE49-F238E27FC236}">
                <a16:creationId xmlns:a16="http://schemas.microsoft.com/office/drawing/2014/main" id="{D1EE776A-D61A-1A4C-3D22-1C93FB8E3BAF}"/>
              </a:ext>
            </a:extLst>
          </p:cNvPr>
          <p:cNvSpPr>
            <a:spLocks noGrp="1"/>
          </p:cNvSpPr>
          <p:nvPr>
            <p:ph type="body" sz="quarter" idx="18"/>
          </p:nvPr>
        </p:nvSpPr>
        <p:spPr>
          <a:xfrm>
            <a:off x="2546191" y="5137454"/>
            <a:ext cx="2927094" cy="830997"/>
          </a:xfrm>
        </p:spPr>
        <p:txBody>
          <a:bodyPr/>
          <a:lstStyle>
            <a:lvl1pPr algn="ctr">
              <a:spcBef>
                <a:spcPts val="1200"/>
              </a:spcBef>
              <a:spcAft>
                <a:spcPts val="600"/>
              </a:spcAft>
              <a:defRPr lang="en-US" sz="1400" kern="1200" spc="0" baseline="0" dirty="0" smtClean="0">
                <a:solidFill>
                  <a:schemeClr val="tx1"/>
                </a:solidFill>
                <a:latin typeface="+mn-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
        <p:nvSpPr>
          <p:cNvPr id="10" name="Text Placeholder 30">
            <a:extLst>
              <a:ext uri="{FF2B5EF4-FFF2-40B4-BE49-F238E27FC236}">
                <a16:creationId xmlns:a16="http://schemas.microsoft.com/office/drawing/2014/main" id="{8C2949D2-FE18-D02B-B814-5F1C99BCC872}"/>
              </a:ext>
            </a:extLst>
          </p:cNvPr>
          <p:cNvSpPr>
            <a:spLocks noGrp="1"/>
          </p:cNvSpPr>
          <p:nvPr>
            <p:ph type="body" sz="quarter" idx="19"/>
          </p:nvPr>
        </p:nvSpPr>
        <p:spPr>
          <a:xfrm>
            <a:off x="5473285" y="5137454"/>
            <a:ext cx="2927094" cy="830997"/>
          </a:xfrm>
        </p:spPr>
        <p:txBody>
          <a:bodyPr/>
          <a:lstStyle>
            <a:lvl1pPr algn="ctr">
              <a:spcBef>
                <a:spcPts val="1200"/>
              </a:spcBef>
              <a:spcAft>
                <a:spcPts val="600"/>
              </a:spcAft>
              <a:defRPr lang="en-US" sz="1400" kern="1200" spc="0" baseline="0" dirty="0" smtClean="0">
                <a:solidFill>
                  <a:schemeClr val="tx1"/>
                </a:solidFill>
                <a:latin typeface="+mn-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
        <p:nvSpPr>
          <p:cNvPr id="11" name="Text Placeholder 30">
            <a:extLst>
              <a:ext uri="{FF2B5EF4-FFF2-40B4-BE49-F238E27FC236}">
                <a16:creationId xmlns:a16="http://schemas.microsoft.com/office/drawing/2014/main" id="{B52200C5-EFF4-AF9B-55E0-A1CF58BE907A}"/>
              </a:ext>
            </a:extLst>
          </p:cNvPr>
          <p:cNvSpPr>
            <a:spLocks noGrp="1"/>
          </p:cNvSpPr>
          <p:nvPr>
            <p:ph type="body" sz="quarter" idx="20"/>
          </p:nvPr>
        </p:nvSpPr>
        <p:spPr>
          <a:xfrm>
            <a:off x="8589036" y="5137454"/>
            <a:ext cx="2927094" cy="830997"/>
          </a:xfrm>
        </p:spPr>
        <p:txBody>
          <a:bodyPr/>
          <a:lstStyle>
            <a:lvl1pPr algn="ctr">
              <a:spcBef>
                <a:spcPts val="1200"/>
              </a:spcBef>
              <a:spcAft>
                <a:spcPts val="600"/>
              </a:spcAft>
              <a:defRPr lang="en-US" sz="1400" kern="1200" spc="0" baseline="0" dirty="0" smtClean="0">
                <a:solidFill>
                  <a:schemeClr val="tx1"/>
                </a:solidFill>
                <a:latin typeface="+mn-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Tree>
    <p:extLst>
      <p:ext uri="{BB962C8B-B14F-4D97-AF65-F5344CB8AC3E}">
        <p14:creationId xmlns:p14="http://schemas.microsoft.com/office/powerpoint/2010/main" val="267718642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11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30">
            <a:extLst>
              <a:ext uri="{FF2B5EF4-FFF2-40B4-BE49-F238E27FC236}">
                <a16:creationId xmlns:a16="http://schemas.microsoft.com/office/drawing/2014/main" id="{43A49C4B-35A5-4B87-FBD3-0F2C583C2FBC}"/>
              </a:ext>
            </a:extLst>
          </p:cNvPr>
          <p:cNvSpPr>
            <a:spLocks noGrp="1"/>
          </p:cNvSpPr>
          <p:nvPr>
            <p:ph type="body" sz="quarter" idx="16"/>
          </p:nvPr>
        </p:nvSpPr>
        <p:spPr>
          <a:xfrm>
            <a:off x="293688" y="1742661"/>
            <a:ext cx="2880208" cy="892552"/>
          </a:xfrm>
        </p:spPr>
        <p:txBody>
          <a:bodyPr/>
          <a:lstStyle>
            <a:lvl1pPr algn="ctr">
              <a:spcBef>
                <a:spcPts val="1200"/>
              </a:spcBef>
              <a:spcAft>
                <a:spcPts val="600"/>
              </a:spcAft>
              <a:defRPr lang="en-US" sz="1800" kern="1200" spc="0" baseline="0" dirty="0" smtClean="0">
                <a:solidFill>
                  <a:schemeClr val="tx1"/>
                </a:solidFill>
                <a:latin typeface="+mj-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
        <p:nvSpPr>
          <p:cNvPr id="37" name="Text Placeholder 30">
            <a:extLst>
              <a:ext uri="{FF2B5EF4-FFF2-40B4-BE49-F238E27FC236}">
                <a16:creationId xmlns:a16="http://schemas.microsoft.com/office/drawing/2014/main" id="{FB3D08B5-B23E-524C-9D47-6141A4B42EA5}"/>
              </a:ext>
            </a:extLst>
          </p:cNvPr>
          <p:cNvSpPr>
            <a:spLocks noGrp="1"/>
          </p:cNvSpPr>
          <p:nvPr>
            <p:ph type="body" sz="quarter" idx="13"/>
          </p:nvPr>
        </p:nvSpPr>
        <p:spPr>
          <a:xfrm>
            <a:off x="3267075" y="1742661"/>
            <a:ext cx="5657850" cy="892552"/>
          </a:xfrm>
        </p:spPr>
        <p:txBody>
          <a:bodyPr/>
          <a:lstStyle>
            <a:lvl1pPr algn="ctr">
              <a:spcBef>
                <a:spcPts val="120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600"/>
              </a:spcAft>
              <a:defRPr sz="1600" i="0"/>
            </a:lvl2pPr>
            <a:lvl3pPr algn="ctr">
              <a:spcBef>
                <a:spcPts val="0"/>
              </a:spcBef>
              <a:spcAft>
                <a:spcPts val="600"/>
              </a:spcAft>
              <a:defRPr sz="1200" i="1"/>
            </a:lvl3pPr>
          </a:lstStyle>
          <a:p>
            <a:pPr lvl="0"/>
            <a:r>
              <a:rPr lang="en-US"/>
              <a:t>Click to edit Master text</a:t>
            </a:r>
          </a:p>
          <a:p>
            <a:pPr lvl="1"/>
            <a:r>
              <a:rPr lang="en-US"/>
              <a:t>Second level</a:t>
            </a:r>
          </a:p>
          <a:p>
            <a:pPr lvl="2"/>
            <a:r>
              <a:rPr lang="en-US"/>
              <a:t>Third level</a:t>
            </a:r>
          </a:p>
        </p:txBody>
      </p:sp>
      <p:sp>
        <p:nvSpPr>
          <p:cNvPr id="3" name="Text Placeholder 30">
            <a:extLst>
              <a:ext uri="{FF2B5EF4-FFF2-40B4-BE49-F238E27FC236}">
                <a16:creationId xmlns:a16="http://schemas.microsoft.com/office/drawing/2014/main" id="{2391664C-6420-C6AC-83DE-E5DAF2719BCA}"/>
              </a:ext>
            </a:extLst>
          </p:cNvPr>
          <p:cNvSpPr>
            <a:spLocks noGrp="1"/>
          </p:cNvSpPr>
          <p:nvPr>
            <p:ph type="body" sz="quarter" idx="17"/>
          </p:nvPr>
        </p:nvSpPr>
        <p:spPr>
          <a:xfrm>
            <a:off x="9018104" y="1742661"/>
            <a:ext cx="2880208" cy="892552"/>
          </a:xfrm>
        </p:spPr>
        <p:txBody>
          <a:bodyPr/>
          <a:lstStyle>
            <a:lvl1pPr algn="ctr">
              <a:spcBef>
                <a:spcPts val="1200"/>
              </a:spcBef>
              <a:spcAft>
                <a:spcPts val="600"/>
              </a:spcAft>
              <a:defRPr lang="en-US" sz="1800" kern="1200" spc="0" baseline="0" dirty="0" smtClean="0">
                <a:solidFill>
                  <a:schemeClr val="tx1"/>
                </a:solidFill>
                <a:latin typeface="+mj-lt"/>
                <a:ea typeface="+mn-ea"/>
                <a:cs typeface="Segoe UI Light" panose="020B0502040204020203" pitchFamily="34" charset="0"/>
              </a:defRPr>
            </a:lvl1pPr>
            <a:lvl2pPr algn="ctr">
              <a:spcBef>
                <a:spcPts val="0"/>
              </a:spcBef>
              <a:spcAft>
                <a:spcPts val="600"/>
              </a:spcAft>
              <a:defRPr sz="1600" i="0">
                <a:solidFill>
                  <a:schemeClr val="tx1"/>
                </a:solidFill>
              </a:defRPr>
            </a:lvl2pPr>
            <a:lvl3pPr algn="ctr">
              <a:spcBef>
                <a:spcPts val="0"/>
              </a:spcBef>
              <a:spcAft>
                <a:spcPts val="600"/>
              </a:spcAft>
              <a:defRPr sz="1200" i="1">
                <a:solidFill>
                  <a:schemeClr val="tx1"/>
                </a:solidFill>
              </a:defRPr>
            </a:lvl3pPr>
          </a:lstStyle>
          <a:p>
            <a:pPr lvl="0"/>
            <a:r>
              <a:rPr lang="en-US"/>
              <a:t>Click to edit Master text</a:t>
            </a:r>
          </a:p>
          <a:p>
            <a:pPr lvl="1"/>
            <a:r>
              <a:rPr lang="en-US"/>
              <a:t>Second level</a:t>
            </a:r>
          </a:p>
          <a:p>
            <a:pPr lvl="2"/>
            <a:r>
              <a:rPr lang="en-US"/>
              <a:t>Third level</a:t>
            </a:r>
          </a:p>
        </p:txBody>
      </p:sp>
    </p:spTree>
    <p:extLst>
      <p:ext uri="{BB962C8B-B14F-4D97-AF65-F5344CB8AC3E}">
        <p14:creationId xmlns:p14="http://schemas.microsoft.com/office/powerpoint/2010/main" val="15533346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13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6">
            <a:extLst>
              <a:ext uri="{FF2B5EF4-FFF2-40B4-BE49-F238E27FC236}">
                <a16:creationId xmlns:a16="http://schemas.microsoft.com/office/drawing/2014/main" id="{82F4C496-6FF7-17A6-93B8-74D9DDC19F94}"/>
              </a:ext>
            </a:extLst>
          </p:cNvPr>
          <p:cNvSpPr>
            <a:spLocks noGrp="1"/>
          </p:cNvSpPr>
          <p:nvPr>
            <p:ph type="body" sz="quarter" idx="11"/>
          </p:nvPr>
        </p:nvSpPr>
        <p:spPr>
          <a:xfrm>
            <a:off x="1478165" y="967695"/>
            <a:ext cx="9475586" cy="492443"/>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3" name="Text Placeholder 5">
            <a:extLst>
              <a:ext uri="{FF2B5EF4-FFF2-40B4-BE49-F238E27FC236}">
                <a16:creationId xmlns:a16="http://schemas.microsoft.com/office/drawing/2014/main" id="{55307E44-7817-41E8-9AB4-AF28208961EA}"/>
              </a:ext>
            </a:extLst>
          </p:cNvPr>
          <p:cNvSpPr>
            <a:spLocks noGrp="1"/>
          </p:cNvSpPr>
          <p:nvPr>
            <p:ph type="body" sz="quarter" idx="17"/>
          </p:nvPr>
        </p:nvSpPr>
        <p:spPr>
          <a:xfrm>
            <a:off x="806818" y="5336561"/>
            <a:ext cx="10830919" cy="538609"/>
          </a:xfrm>
        </p:spPr>
        <p:txBody>
          <a:bodyPr/>
          <a:lstStyle>
            <a:lvl1pPr algn="ctr">
              <a:spcBef>
                <a:spcPts val="600"/>
              </a:spcBef>
              <a:spcAft>
                <a:spcPts val="600"/>
              </a:spcAft>
              <a:defRPr lang="en-US" sz="16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defRPr sz="1400"/>
            </a:lvl2pPr>
            <a:lvl3pPr algn="ctr">
              <a:defRPr sz="1100"/>
            </a:lvl3pPr>
            <a:lvl4pPr algn="ctr">
              <a:defRPr sz="1050"/>
            </a:lvl4pPr>
            <a:lvl5pPr algn="ctr">
              <a:defRPr sz="105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18541120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10_Title and subtitl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2A3E7DE-A8DB-D387-0B70-AE1E72D72DB2}"/>
              </a:ext>
              <a:ext uri="{C183D7F6-B498-43B3-948B-1728B52AA6E4}">
                <adec:decorative xmlns:adec="http://schemas.microsoft.com/office/drawing/2017/decorative" val="1"/>
              </a:ext>
            </a:extLst>
          </p:cNvPr>
          <p:cNvSpPr/>
          <p:nvPr userDrawn="1"/>
        </p:nvSpPr>
        <p:spPr>
          <a:xfrm>
            <a:off x="8170658" y="2010099"/>
            <a:ext cx="3438730" cy="403289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10" name="Rectangle 9">
            <a:extLst>
              <a:ext uri="{FF2B5EF4-FFF2-40B4-BE49-F238E27FC236}">
                <a16:creationId xmlns:a16="http://schemas.microsoft.com/office/drawing/2014/main" id="{FD6885FE-D2D7-EF02-E660-54F494DA1CCF}"/>
              </a:ext>
              <a:ext uri="{C183D7F6-B498-43B3-948B-1728B52AA6E4}">
                <adec:decorative xmlns:adec="http://schemas.microsoft.com/office/drawing/2017/decorative" val="1"/>
              </a:ext>
            </a:extLst>
          </p:cNvPr>
          <p:cNvSpPr/>
          <p:nvPr/>
        </p:nvSpPr>
        <p:spPr>
          <a:xfrm>
            <a:off x="4379460" y="2010099"/>
            <a:ext cx="3438730" cy="403289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20" name="Rectangle 19">
            <a:extLst>
              <a:ext uri="{FF2B5EF4-FFF2-40B4-BE49-F238E27FC236}">
                <a16:creationId xmlns:a16="http://schemas.microsoft.com/office/drawing/2014/main" id="{56D61DD2-1ECB-9F66-DBD0-6C3F0E05FA05}"/>
              </a:ext>
              <a:ext uri="{C183D7F6-B498-43B3-948B-1728B52AA6E4}">
                <adec:decorative xmlns:adec="http://schemas.microsoft.com/office/drawing/2017/decorative" val="1"/>
              </a:ext>
            </a:extLst>
          </p:cNvPr>
          <p:cNvSpPr/>
          <p:nvPr/>
        </p:nvSpPr>
        <p:spPr>
          <a:xfrm>
            <a:off x="588263" y="2010099"/>
            <a:ext cx="3438730" cy="403289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31" name="Text Placeholder 30">
            <a:extLst>
              <a:ext uri="{FF2B5EF4-FFF2-40B4-BE49-F238E27FC236}">
                <a16:creationId xmlns:a16="http://schemas.microsoft.com/office/drawing/2014/main" id="{031EFB3D-1AC2-A3A4-C452-2F89D07AF93C}"/>
              </a:ext>
            </a:extLst>
          </p:cNvPr>
          <p:cNvSpPr>
            <a:spLocks noGrp="1"/>
          </p:cNvSpPr>
          <p:nvPr>
            <p:ph type="body" sz="quarter" idx="12"/>
          </p:nvPr>
        </p:nvSpPr>
        <p:spPr>
          <a:xfrm>
            <a:off x="720002" y="4607459"/>
            <a:ext cx="3109048" cy="800219"/>
          </a:xfrm>
        </p:spPr>
        <p:txBody>
          <a:bodyPr/>
          <a:lstStyle>
            <a:lvl1pPr algn="ctr">
              <a:spcBef>
                <a:spcPts val="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600"/>
              </a:spcAft>
              <a:defRPr sz="1200" i="0"/>
            </a:lvl2pPr>
            <a:lvl3pPr algn="ctr">
              <a:spcBef>
                <a:spcPts val="0"/>
              </a:spcBef>
              <a:spcAft>
                <a:spcPts val="600"/>
              </a:spcAft>
              <a:defRPr sz="1200" i="1"/>
            </a:lvl3pPr>
          </a:lstStyle>
          <a:p>
            <a:pPr lvl="0"/>
            <a:r>
              <a:rPr lang="en-US"/>
              <a:t>Click to edit Master text</a:t>
            </a:r>
          </a:p>
          <a:p>
            <a:pPr lvl="1"/>
            <a:r>
              <a:rPr lang="en-US"/>
              <a:t>Second level</a:t>
            </a:r>
          </a:p>
          <a:p>
            <a:pPr lvl="2"/>
            <a:r>
              <a:rPr lang="en-US"/>
              <a:t>Third level</a:t>
            </a:r>
          </a:p>
        </p:txBody>
      </p:sp>
      <p:sp>
        <p:nvSpPr>
          <p:cNvPr id="37" name="Text Placeholder 30">
            <a:extLst>
              <a:ext uri="{FF2B5EF4-FFF2-40B4-BE49-F238E27FC236}">
                <a16:creationId xmlns:a16="http://schemas.microsoft.com/office/drawing/2014/main" id="{FB3D08B5-B23E-524C-9D47-6141A4B42EA5}"/>
              </a:ext>
            </a:extLst>
          </p:cNvPr>
          <p:cNvSpPr>
            <a:spLocks noGrp="1"/>
          </p:cNvSpPr>
          <p:nvPr>
            <p:ph type="body" sz="quarter" idx="13"/>
          </p:nvPr>
        </p:nvSpPr>
        <p:spPr>
          <a:xfrm>
            <a:off x="4549176" y="4607459"/>
            <a:ext cx="3109048" cy="800219"/>
          </a:xfrm>
        </p:spPr>
        <p:txBody>
          <a:bodyPr/>
          <a:lstStyle>
            <a:lvl1pPr algn="ctr">
              <a:spcBef>
                <a:spcPts val="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600"/>
              </a:spcAft>
              <a:defRPr sz="1200" i="0"/>
            </a:lvl2pPr>
            <a:lvl3pPr algn="ctr">
              <a:spcBef>
                <a:spcPts val="0"/>
              </a:spcBef>
              <a:spcAft>
                <a:spcPts val="600"/>
              </a:spcAft>
              <a:defRPr sz="1200" i="1"/>
            </a:lvl3pPr>
          </a:lstStyle>
          <a:p>
            <a:pPr lvl="0"/>
            <a:r>
              <a:rPr lang="en-US"/>
              <a:t>Click to edit Master text</a:t>
            </a:r>
          </a:p>
          <a:p>
            <a:pPr lvl="1"/>
            <a:r>
              <a:rPr lang="en-US"/>
              <a:t>Second level</a:t>
            </a:r>
          </a:p>
          <a:p>
            <a:pPr lvl="2"/>
            <a:r>
              <a:rPr lang="en-US"/>
              <a:t>Third level</a:t>
            </a:r>
          </a:p>
        </p:txBody>
      </p:sp>
      <p:sp>
        <p:nvSpPr>
          <p:cNvPr id="38" name="Text Placeholder 30">
            <a:extLst>
              <a:ext uri="{FF2B5EF4-FFF2-40B4-BE49-F238E27FC236}">
                <a16:creationId xmlns:a16="http://schemas.microsoft.com/office/drawing/2014/main" id="{52FDC8EA-7691-6CE1-4776-F7628D57E0C2}"/>
              </a:ext>
            </a:extLst>
          </p:cNvPr>
          <p:cNvSpPr>
            <a:spLocks noGrp="1"/>
          </p:cNvSpPr>
          <p:nvPr>
            <p:ph type="body" sz="quarter" idx="14"/>
          </p:nvPr>
        </p:nvSpPr>
        <p:spPr>
          <a:xfrm>
            <a:off x="8378351" y="4607459"/>
            <a:ext cx="3109048" cy="800219"/>
          </a:xfrm>
        </p:spPr>
        <p:txBody>
          <a:bodyPr/>
          <a:lstStyle>
            <a:lvl1pPr algn="ctr">
              <a:spcBef>
                <a:spcPts val="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600"/>
              </a:spcAft>
              <a:defRPr sz="1200" i="0"/>
            </a:lvl2pPr>
            <a:lvl3pPr algn="ctr">
              <a:spcBef>
                <a:spcPts val="0"/>
              </a:spcBef>
              <a:spcAft>
                <a:spcPts val="600"/>
              </a:spcAft>
              <a:defRPr sz="1200" i="1"/>
            </a:lvl3pPr>
          </a:lstStyle>
          <a:p>
            <a:pPr lvl="0"/>
            <a:r>
              <a:rPr lang="en-US"/>
              <a:t>Click to edit Master text</a:t>
            </a:r>
          </a:p>
          <a:p>
            <a:pPr lvl="1"/>
            <a:r>
              <a:rPr lang="en-US"/>
              <a:t>Second level</a:t>
            </a:r>
          </a:p>
          <a:p>
            <a:pPr lvl="2"/>
            <a:r>
              <a:rPr lang="en-US"/>
              <a:t>Third level</a:t>
            </a:r>
          </a:p>
        </p:txBody>
      </p:sp>
    </p:spTree>
    <p:extLst>
      <p:ext uri="{BB962C8B-B14F-4D97-AF65-F5344CB8AC3E}">
        <p14:creationId xmlns:p14="http://schemas.microsoft.com/office/powerpoint/2010/main" val="200824266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2_Title and subtitl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2A3E7DE-A8DB-D387-0B70-AE1E72D72DB2}"/>
              </a:ext>
              <a:ext uri="{C183D7F6-B498-43B3-948B-1728B52AA6E4}">
                <adec:decorative xmlns:adec="http://schemas.microsoft.com/office/drawing/2017/decorative" val="1"/>
              </a:ext>
            </a:extLst>
          </p:cNvPr>
          <p:cNvSpPr/>
          <p:nvPr userDrawn="1"/>
        </p:nvSpPr>
        <p:spPr>
          <a:xfrm>
            <a:off x="8170658" y="2010100"/>
            <a:ext cx="3438730" cy="463018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10" name="Rectangle 9">
            <a:extLst>
              <a:ext uri="{FF2B5EF4-FFF2-40B4-BE49-F238E27FC236}">
                <a16:creationId xmlns:a16="http://schemas.microsoft.com/office/drawing/2014/main" id="{FD6885FE-D2D7-EF02-E660-54F494DA1CCF}"/>
              </a:ext>
              <a:ext uri="{C183D7F6-B498-43B3-948B-1728B52AA6E4}">
                <adec:decorative xmlns:adec="http://schemas.microsoft.com/office/drawing/2017/decorative" val="1"/>
              </a:ext>
            </a:extLst>
          </p:cNvPr>
          <p:cNvSpPr/>
          <p:nvPr/>
        </p:nvSpPr>
        <p:spPr>
          <a:xfrm>
            <a:off x="4379460" y="2010100"/>
            <a:ext cx="3438730" cy="463018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20" name="Rectangle 19">
            <a:extLst>
              <a:ext uri="{FF2B5EF4-FFF2-40B4-BE49-F238E27FC236}">
                <a16:creationId xmlns:a16="http://schemas.microsoft.com/office/drawing/2014/main" id="{56D61DD2-1ECB-9F66-DBD0-6C3F0E05FA05}"/>
              </a:ext>
              <a:ext uri="{C183D7F6-B498-43B3-948B-1728B52AA6E4}">
                <adec:decorative xmlns:adec="http://schemas.microsoft.com/office/drawing/2017/decorative" val="1"/>
              </a:ext>
            </a:extLst>
          </p:cNvPr>
          <p:cNvSpPr/>
          <p:nvPr/>
        </p:nvSpPr>
        <p:spPr>
          <a:xfrm>
            <a:off x="588263" y="2010100"/>
            <a:ext cx="3438730" cy="463018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a:solidFill>
                <a:schemeClr val="accent1">
                  <a:lumMod val="60000"/>
                  <a:lumOff val="40000"/>
                </a:schemeClr>
              </a:solidFill>
              <a:cs typeface="Segoe UI" pitchFamily="34" charset="0"/>
            </a:endParaRPr>
          </a:p>
        </p:txBody>
      </p:sp>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id="{E6DB9915-D43B-476C-B8A1-449F7E279229}"/>
              </a:ext>
            </a:extLst>
          </p:cNvPr>
          <p:cNvSpPr>
            <a:spLocks noGrp="1"/>
          </p:cNvSpPr>
          <p:nvPr>
            <p:ph type="body" sz="quarter" idx="11"/>
          </p:nvPr>
        </p:nvSpPr>
        <p:spPr>
          <a:xfrm>
            <a:off x="1478165" y="967695"/>
            <a:ext cx="9475586" cy="492443"/>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31" name="Text Placeholder 30">
            <a:extLst>
              <a:ext uri="{FF2B5EF4-FFF2-40B4-BE49-F238E27FC236}">
                <a16:creationId xmlns:a16="http://schemas.microsoft.com/office/drawing/2014/main" id="{031EFB3D-1AC2-A3A4-C452-2F89D07AF93C}"/>
              </a:ext>
            </a:extLst>
          </p:cNvPr>
          <p:cNvSpPr>
            <a:spLocks noGrp="1"/>
          </p:cNvSpPr>
          <p:nvPr>
            <p:ph type="body" sz="quarter" idx="12"/>
          </p:nvPr>
        </p:nvSpPr>
        <p:spPr>
          <a:xfrm>
            <a:off x="720002" y="3128543"/>
            <a:ext cx="3109048" cy="1865126"/>
          </a:xfrm>
        </p:spPr>
        <p:txBody>
          <a:bodyPr/>
          <a:lstStyle>
            <a:lvl1pPr algn="ctr">
              <a:spcBef>
                <a:spcPts val="0"/>
              </a:spcBef>
              <a:spcAft>
                <a:spcPts val="1800"/>
              </a:spcAft>
              <a:defRPr lang="en-US" sz="2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600"/>
              </a:spcBef>
              <a:spcAft>
                <a:spcPts val="1200"/>
              </a:spcAft>
              <a:defRPr sz="1600" i="0"/>
            </a:lvl2pPr>
            <a:lvl3pPr algn="ctr">
              <a:spcAft>
                <a:spcPts val="1200"/>
              </a:spcAft>
              <a:defRPr i="1"/>
            </a:lvl3pPr>
          </a:lstStyle>
          <a:p>
            <a:pPr lvl="0"/>
            <a:r>
              <a:rPr lang="en-US"/>
              <a:t>Click to edit Master text</a:t>
            </a:r>
          </a:p>
          <a:p>
            <a:pPr lvl="1"/>
            <a:r>
              <a:rPr lang="en-US"/>
              <a:t>Second level</a:t>
            </a:r>
          </a:p>
          <a:p>
            <a:pPr lvl="2"/>
            <a:r>
              <a:rPr lang="en-US"/>
              <a:t>Third level</a:t>
            </a:r>
          </a:p>
        </p:txBody>
      </p:sp>
      <p:sp>
        <p:nvSpPr>
          <p:cNvPr id="37" name="Text Placeholder 30">
            <a:extLst>
              <a:ext uri="{FF2B5EF4-FFF2-40B4-BE49-F238E27FC236}">
                <a16:creationId xmlns:a16="http://schemas.microsoft.com/office/drawing/2014/main" id="{FB3D08B5-B23E-524C-9D47-6141A4B42EA5}"/>
              </a:ext>
            </a:extLst>
          </p:cNvPr>
          <p:cNvSpPr>
            <a:spLocks noGrp="1"/>
          </p:cNvSpPr>
          <p:nvPr>
            <p:ph type="body" sz="quarter" idx="13"/>
          </p:nvPr>
        </p:nvSpPr>
        <p:spPr>
          <a:xfrm>
            <a:off x="4549176" y="3128543"/>
            <a:ext cx="3109048" cy="1738938"/>
          </a:xfrm>
        </p:spPr>
        <p:txBody>
          <a:bodyPr/>
          <a:lstStyle>
            <a:lvl1pPr algn="ctr">
              <a:spcBef>
                <a:spcPts val="0"/>
              </a:spcBef>
              <a:spcAft>
                <a:spcPts val="1800"/>
              </a:spcAft>
              <a:defRPr lang="en-US" sz="2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1200"/>
              </a:spcAft>
              <a:defRPr sz="1600" i="0"/>
            </a:lvl2pPr>
            <a:lvl3pPr algn="ctr">
              <a:spcBef>
                <a:spcPts val="0"/>
              </a:spcBef>
              <a:spcAft>
                <a:spcPts val="1200"/>
              </a:spcAft>
              <a:defRPr i="1"/>
            </a:lvl3pPr>
          </a:lstStyle>
          <a:p>
            <a:pPr lvl="0"/>
            <a:r>
              <a:rPr lang="en-US"/>
              <a:t>Click to edit Master text</a:t>
            </a:r>
          </a:p>
          <a:p>
            <a:pPr lvl="1"/>
            <a:r>
              <a:rPr lang="en-US"/>
              <a:t>Second level</a:t>
            </a:r>
          </a:p>
          <a:p>
            <a:pPr lvl="2"/>
            <a:r>
              <a:rPr lang="en-US"/>
              <a:t>Third level</a:t>
            </a:r>
          </a:p>
        </p:txBody>
      </p:sp>
      <p:sp>
        <p:nvSpPr>
          <p:cNvPr id="38" name="Text Placeholder 30">
            <a:extLst>
              <a:ext uri="{FF2B5EF4-FFF2-40B4-BE49-F238E27FC236}">
                <a16:creationId xmlns:a16="http://schemas.microsoft.com/office/drawing/2014/main" id="{52FDC8EA-7691-6CE1-4776-F7628D57E0C2}"/>
              </a:ext>
            </a:extLst>
          </p:cNvPr>
          <p:cNvSpPr>
            <a:spLocks noGrp="1"/>
          </p:cNvSpPr>
          <p:nvPr>
            <p:ph type="body" sz="quarter" idx="14"/>
          </p:nvPr>
        </p:nvSpPr>
        <p:spPr>
          <a:xfrm>
            <a:off x="8378351" y="3128543"/>
            <a:ext cx="3109048" cy="1738938"/>
          </a:xfrm>
        </p:spPr>
        <p:txBody>
          <a:bodyPr/>
          <a:lstStyle>
            <a:lvl1pPr algn="ctr">
              <a:spcBef>
                <a:spcPts val="0"/>
              </a:spcBef>
              <a:spcAft>
                <a:spcPts val="1800"/>
              </a:spcAft>
              <a:defRPr lang="en-US" sz="2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lgn="ctr">
              <a:spcBef>
                <a:spcPts val="0"/>
              </a:spcBef>
              <a:spcAft>
                <a:spcPts val="1200"/>
              </a:spcAft>
              <a:defRPr sz="1600" i="0"/>
            </a:lvl2pPr>
            <a:lvl3pPr algn="ctr">
              <a:spcBef>
                <a:spcPts val="0"/>
              </a:spcBef>
              <a:spcAft>
                <a:spcPts val="1200"/>
              </a:spcAft>
              <a:defRPr i="1"/>
            </a:lvl3pPr>
          </a:lstStyle>
          <a:p>
            <a:pPr lvl="0"/>
            <a:r>
              <a:rPr lang="en-US"/>
              <a:t>Click to edit Master text</a:t>
            </a:r>
          </a:p>
          <a:p>
            <a:pPr lvl="1"/>
            <a:r>
              <a:rPr lang="en-US"/>
              <a:t>Second level</a:t>
            </a:r>
          </a:p>
          <a:p>
            <a:pPr lvl="2"/>
            <a:r>
              <a:rPr lang="en-US"/>
              <a:t>Third level</a:t>
            </a:r>
          </a:p>
        </p:txBody>
      </p:sp>
    </p:spTree>
    <p:extLst>
      <p:ext uri="{BB962C8B-B14F-4D97-AF65-F5344CB8AC3E}">
        <p14:creationId xmlns:p14="http://schemas.microsoft.com/office/powerpoint/2010/main" val="272835823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9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6">
            <a:extLst>
              <a:ext uri="{FF2B5EF4-FFF2-40B4-BE49-F238E27FC236}">
                <a16:creationId xmlns:a16="http://schemas.microsoft.com/office/drawing/2014/main" id="{82F4C496-6FF7-17A6-93B8-74D9DDC19F94}"/>
              </a:ext>
            </a:extLst>
          </p:cNvPr>
          <p:cNvSpPr>
            <a:spLocks noGrp="1"/>
          </p:cNvSpPr>
          <p:nvPr>
            <p:ph type="body" sz="quarter" idx="11"/>
          </p:nvPr>
        </p:nvSpPr>
        <p:spPr>
          <a:xfrm>
            <a:off x="1478165" y="967695"/>
            <a:ext cx="9475586" cy="492443"/>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839112" y="1643270"/>
            <a:ext cx="4691462" cy="1295739"/>
          </a:xfrm>
        </p:spPr>
        <p:txBody>
          <a:bodyPr/>
          <a:lstStyle>
            <a:lvl1pPr>
              <a:spcBef>
                <a:spcPts val="600"/>
              </a:spcBef>
              <a:spcAft>
                <a:spcPts val="0"/>
              </a:spcAft>
              <a:defRPr lang="en-US" sz="16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0"/>
              </a:spcBef>
              <a:defRPr sz="1400"/>
            </a:lvl2pPr>
            <a:lvl3pPr>
              <a:defRPr sz="1100"/>
            </a:lvl3pPr>
            <a:lvl4pPr>
              <a:defRPr sz="1050"/>
            </a:lvl4pPr>
            <a:lvl5pPr>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5">
            <a:extLst>
              <a:ext uri="{FF2B5EF4-FFF2-40B4-BE49-F238E27FC236}">
                <a16:creationId xmlns:a16="http://schemas.microsoft.com/office/drawing/2014/main" id="{55307E44-7817-41E8-9AB4-AF28208961EA}"/>
              </a:ext>
            </a:extLst>
          </p:cNvPr>
          <p:cNvSpPr>
            <a:spLocks noGrp="1"/>
          </p:cNvSpPr>
          <p:nvPr>
            <p:ph type="body" sz="quarter" idx="17"/>
          </p:nvPr>
        </p:nvSpPr>
        <p:spPr>
          <a:xfrm>
            <a:off x="1067394" y="5434533"/>
            <a:ext cx="4691462" cy="834505"/>
          </a:xfrm>
        </p:spPr>
        <p:txBody>
          <a:bodyPr/>
          <a:lstStyle>
            <a:lvl1pPr>
              <a:spcBef>
                <a:spcPts val="600"/>
              </a:spcBef>
              <a:spcAft>
                <a:spcPts val="600"/>
              </a:spcAft>
              <a:defRPr lang="en-US" sz="16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0"/>
              </a:spcBef>
              <a:defRPr sz="1400"/>
            </a:lvl2pPr>
            <a:lvl3pPr>
              <a:defRPr sz="1100"/>
            </a:lvl3pPr>
            <a:lvl4pPr>
              <a:defRPr sz="1050"/>
            </a:lvl4pPr>
            <a:lvl5pPr>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628757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7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07613" y="1433513"/>
            <a:ext cx="4691462" cy="2810000"/>
          </a:xfrm>
        </p:spPr>
        <p:txBody>
          <a:bodyPr/>
          <a:lstStyle>
            <a:lvl1pPr>
              <a:spcBef>
                <a:spcPts val="600"/>
              </a:spcBef>
              <a:spcAft>
                <a:spcPts val="600"/>
              </a:spcAft>
              <a:defRPr lang="en-US" sz="32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defRPr sz="2800"/>
            </a:lvl2pPr>
            <a:lvl3pPr>
              <a:defRPr sz="2000"/>
            </a:lvl3pPr>
            <a:lvl4pPr>
              <a:defRPr sz="1600" cap="none" baseline="0">
                <a:solidFill>
                  <a:schemeClr val="tx1"/>
                </a:solidFill>
              </a:defRPr>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766139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12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2" name="Text Placeholder 6">
            <a:extLst>
              <a:ext uri="{FF2B5EF4-FFF2-40B4-BE49-F238E27FC236}">
                <a16:creationId xmlns:a16="http://schemas.microsoft.com/office/drawing/2014/main" id="{252F3775-B27B-84A2-7896-4E97005349B3}"/>
              </a:ext>
            </a:extLst>
          </p:cNvPr>
          <p:cNvSpPr>
            <a:spLocks noGrp="1"/>
          </p:cNvSpPr>
          <p:nvPr>
            <p:ph type="body" sz="quarter" idx="11"/>
          </p:nvPr>
        </p:nvSpPr>
        <p:spPr>
          <a:xfrm>
            <a:off x="607614" y="967695"/>
            <a:ext cx="11001774" cy="492443"/>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63306" y="1779815"/>
            <a:ext cx="4154168" cy="1849737"/>
          </a:xfrm>
        </p:spPr>
        <p:txBody>
          <a:bodyPr/>
          <a:lstStyle>
            <a:lvl1pPr>
              <a:spcBef>
                <a:spcPts val="18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0588672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19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a:xfrm>
            <a:off x="588263" y="1433513"/>
            <a:ext cx="4173518" cy="492443"/>
          </a:xfrm>
        </p:spPr>
        <p:txBody>
          <a:bodyPr/>
          <a:lstStyle>
            <a:lvl1pPr algn="l">
              <a:defRPr/>
            </a:lvl1p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07613" y="2504131"/>
            <a:ext cx="4154168" cy="307777"/>
          </a:xfrm>
        </p:spPr>
        <p:txBody>
          <a:bodyPr/>
          <a:lstStyle>
            <a:lvl1pPr>
              <a:spcBef>
                <a:spcPts val="600"/>
              </a:spcBef>
              <a:spcAft>
                <a:spcPts val="600"/>
              </a:spcAft>
              <a:defRPr lang="en-US" sz="20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defRPr sz="1800"/>
            </a:lvl2pPr>
            <a:lvl3pPr>
              <a:defRPr sz="1400"/>
            </a:lvl3pPr>
            <a:lvl4pPr>
              <a:defRPr sz="1200"/>
            </a:lvl4pPr>
            <a:lvl5pPr>
              <a:defRPr sz="1200"/>
            </a:lvl5pPr>
          </a:lstStyle>
          <a:p>
            <a:pPr lvl="0"/>
            <a:r>
              <a:rPr lang="en-US"/>
              <a:t>Click to edit Master text styles</a:t>
            </a:r>
          </a:p>
        </p:txBody>
      </p:sp>
      <p:sp>
        <p:nvSpPr>
          <p:cNvPr id="2" name="Rectangle 1">
            <a:extLst>
              <a:ext uri="{FF2B5EF4-FFF2-40B4-BE49-F238E27FC236}">
                <a16:creationId xmlns:a16="http://schemas.microsoft.com/office/drawing/2014/main" id="{89C0FEDA-ED43-6092-3916-7DD36839B335}"/>
              </a:ext>
              <a:ext uri="{C183D7F6-B498-43B3-948B-1728B52AA6E4}">
                <adec:decorative xmlns:adec="http://schemas.microsoft.com/office/drawing/2017/decorative" val="1"/>
              </a:ext>
            </a:extLst>
          </p:cNvPr>
          <p:cNvSpPr/>
          <p:nvPr userDrawn="1"/>
        </p:nvSpPr>
        <p:spPr>
          <a:xfrm>
            <a:off x="584200" y="3302000"/>
            <a:ext cx="4902200" cy="295243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a:solidFill>
                <a:schemeClr val="accent1">
                  <a:lumMod val="60000"/>
                  <a:lumOff val="40000"/>
                </a:schemeClr>
              </a:solidFill>
              <a:cs typeface="Segoe UI" pitchFamily="34" charset="0"/>
            </a:endParaRPr>
          </a:p>
        </p:txBody>
      </p:sp>
    </p:spTree>
    <p:extLst>
      <p:ext uri="{BB962C8B-B14F-4D97-AF65-F5344CB8AC3E}">
        <p14:creationId xmlns:p14="http://schemas.microsoft.com/office/powerpoint/2010/main" val="351404613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4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07613" y="1433513"/>
            <a:ext cx="4154168" cy="1661993"/>
          </a:xfrm>
        </p:spPr>
        <p:txBody>
          <a:bodyPr/>
          <a:lstStyle>
            <a:lvl1pPr>
              <a:spcBef>
                <a:spcPts val="1200"/>
              </a:spcBef>
              <a:spcAft>
                <a:spcPts val="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spcBef>
                <a:spcPts val="0"/>
              </a:spcBef>
              <a:defRPr/>
            </a:lvl2pPr>
            <a:lvl3pPr>
              <a:spcBef>
                <a:spcPts val="0"/>
              </a:spcBef>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8891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16_Title and subtitl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5170F72-4E7A-332E-245D-CBABD3532914}"/>
              </a:ext>
              <a:ext uri="{C183D7F6-B498-43B3-948B-1728B52AA6E4}">
                <adec:decorative xmlns:adec="http://schemas.microsoft.com/office/drawing/2017/decorative" val="1"/>
              </a:ext>
            </a:extLst>
          </p:cNvPr>
          <p:cNvSpPr/>
          <p:nvPr userDrawn="1"/>
        </p:nvSpPr>
        <p:spPr>
          <a:xfrm>
            <a:off x="584981" y="5155354"/>
            <a:ext cx="11018519" cy="1113683"/>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algn="ctr" defTabSz="932472"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07612" y="1433513"/>
            <a:ext cx="5422697" cy="1517338"/>
          </a:xfrm>
        </p:spPr>
        <p:txBody>
          <a:bodyPr/>
          <a:lstStyle>
            <a:lvl1pPr>
              <a:spcBef>
                <a:spcPts val="600"/>
              </a:spcBef>
              <a:spcAft>
                <a:spcPts val="600"/>
              </a:spcAft>
              <a:defRPr lang="en-US" sz="18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a:defRPr sz="1600"/>
            </a:lvl2pPr>
            <a:lvl3pPr>
              <a:defRPr sz="12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5">
            <a:extLst>
              <a:ext uri="{FF2B5EF4-FFF2-40B4-BE49-F238E27FC236}">
                <a16:creationId xmlns:a16="http://schemas.microsoft.com/office/drawing/2014/main" id="{F988F031-F12D-3282-9504-90401C03997B}"/>
              </a:ext>
            </a:extLst>
          </p:cNvPr>
          <p:cNvSpPr>
            <a:spLocks noGrp="1"/>
          </p:cNvSpPr>
          <p:nvPr>
            <p:ph type="body" sz="quarter" idx="25"/>
          </p:nvPr>
        </p:nvSpPr>
        <p:spPr>
          <a:xfrm>
            <a:off x="531042" y="4819326"/>
            <a:ext cx="4477521" cy="324778"/>
          </a:xfrm>
        </p:spPr>
        <p:txBody>
          <a:bodyPr/>
          <a:lstStyle>
            <a:lvl1pPr>
              <a:spcBef>
                <a:spcPts val="600"/>
              </a:spcBef>
              <a:spcAft>
                <a:spcPts val="600"/>
              </a:spcAft>
              <a:defRPr lang="en-US" sz="16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10" name="Text Placeholder 5">
            <a:extLst>
              <a:ext uri="{FF2B5EF4-FFF2-40B4-BE49-F238E27FC236}">
                <a16:creationId xmlns:a16="http://schemas.microsoft.com/office/drawing/2014/main" id="{ECF9C26E-7E7B-E640-B3E0-30BCD29DFA94}"/>
              </a:ext>
            </a:extLst>
          </p:cNvPr>
          <p:cNvSpPr>
            <a:spLocks noGrp="1"/>
          </p:cNvSpPr>
          <p:nvPr>
            <p:ph type="body" sz="quarter" idx="23"/>
          </p:nvPr>
        </p:nvSpPr>
        <p:spPr>
          <a:xfrm>
            <a:off x="7131867" y="4819326"/>
            <a:ext cx="4477521" cy="324778"/>
          </a:xfrm>
        </p:spPr>
        <p:txBody>
          <a:bodyPr/>
          <a:lstStyle>
            <a:lvl1pPr>
              <a:spcBef>
                <a:spcPts val="600"/>
              </a:spcBef>
              <a:spcAft>
                <a:spcPts val="600"/>
              </a:spcAft>
              <a:defRPr lang="en-US" sz="16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2" name="Text Placeholder 5">
            <a:extLst>
              <a:ext uri="{FF2B5EF4-FFF2-40B4-BE49-F238E27FC236}">
                <a16:creationId xmlns:a16="http://schemas.microsoft.com/office/drawing/2014/main" id="{B86631DF-0335-477D-4D9C-9609A5ECD5AD}"/>
              </a:ext>
            </a:extLst>
          </p:cNvPr>
          <p:cNvSpPr>
            <a:spLocks noGrp="1"/>
          </p:cNvSpPr>
          <p:nvPr>
            <p:ph type="body" sz="quarter" idx="17"/>
          </p:nvPr>
        </p:nvSpPr>
        <p:spPr>
          <a:xfrm>
            <a:off x="687900" y="5389029"/>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3" name="Text Placeholder 5">
            <a:extLst>
              <a:ext uri="{FF2B5EF4-FFF2-40B4-BE49-F238E27FC236}">
                <a16:creationId xmlns:a16="http://schemas.microsoft.com/office/drawing/2014/main" id="{5888C40A-9EA8-DFD4-CFCC-9F75A928A961}"/>
              </a:ext>
            </a:extLst>
          </p:cNvPr>
          <p:cNvSpPr>
            <a:spLocks noGrp="1"/>
          </p:cNvSpPr>
          <p:nvPr>
            <p:ph type="body" sz="quarter" idx="18"/>
          </p:nvPr>
        </p:nvSpPr>
        <p:spPr>
          <a:xfrm>
            <a:off x="2229707" y="5389029"/>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5" name="Text Placeholder 5">
            <a:extLst>
              <a:ext uri="{FF2B5EF4-FFF2-40B4-BE49-F238E27FC236}">
                <a16:creationId xmlns:a16="http://schemas.microsoft.com/office/drawing/2014/main" id="{50C817CB-D1DF-5CC7-72B2-9AF9D47C468A}"/>
              </a:ext>
            </a:extLst>
          </p:cNvPr>
          <p:cNvSpPr>
            <a:spLocks noGrp="1"/>
          </p:cNvSpPr>
          <p:nvPr>
            <p:ph type="body" sz="quarter" idx="19"/>
          </p:nvPr>
        </p:nvSpPr>
        <p:spPr>
          <a:xfrm>
            <a:off x="3771514" y="5389029"/>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7" name="Text Placeholder 5">
            <a:extLst>
              <a:ext uri="{FF2B5EF4-FFF2-40B4-BE49-F238E27FC236}">
                <a16:creationId xmlns:a16="http://schemas.microsoft.com/office/drawing/2014/main" id="{9B55B239-2DFD-76AE-79D1-4DA8C0E70EC5}"/>
              </a:ext>
            </a:extLst>
          </p:cNvPr>
          <p:cNvSpPr>
            <a:spLocks noGrp="1"/>
          </p:cNvSpPr>
          <p:nvPr>
            <p:ph type="body" sz="quarter" idx="20"/>
          </p:nvPr>
        </p:nvSpPr>
        <p:spPr>
          <a:xfrm>
            <a:off x="5313321" y="5389029"/>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8" name="Text Placeholder 5">
            <a:extLst>
              <a:ext uri="{FF2B5EF4-FFF2-40B4-BE49-F238E27FC236}">
                <a16:creationId xmlns:a16="http://schemas.microsoft.com/office/drawing/2014/main" id="{8CD4901C-6B87-C319-DC47-E88D17675E7B}"/>
              </a:ext>
            </a:extLst>
          </p:cNvPr>
          <p:cNvSpPr>
            <a:spLocks noGrp="1"/>
          </p:cNvSpPr>
          <p:nvPr>
            <p:ph type="body" sz="quarter" idx="21"/>
          </p:nvPr>
        </p:nvSpPr>
        <p:spPr>
          <a:xfrm>
            <a:off x="6855128" y="5389029"/>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9" name="Text Placeholder 5">
            <a:extLst>
              <a:ext uri="{FF2B5EF4-FFF2-40B4-BE49-F238E27FC236}">
                <a16:creationId xmlns:a16="http://schemas.microsoft.com/office/drawing/2014/main" id="{FFDD0D33-31CD-1C73-750B-8F738864CCD7}"/>
              </a:ext>
            </a:extLst>
          </p:cNvPr>
          <p:cNvSpPr>
            <a:spLocks noGrp="1"/>
          </p:cNvSpPr>
          <p:nvPr>
            <p:ph type="body" sz="quarter" idx="22"/>
          </p:nvPr>
        </p:nvSpPr>
        <p:spPr>
          <a:xfrm>
            <a:off x="8396935" y="5389029"/>
            <a:ext cx="1280160"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
        <p:nvSpPr>
          <p:cNvPr id="11" name="Text Placeholder 5">
            <a:extLst>
              <a:ext uri="{FF2B5EF4-FFF2-40B4-BE49-F238E27FC236}">
                <a16:creationId xmlns:a16="http://schemas.microsoft.com/office/drawing/2014/main" id="{7D85350C-7D5F-CAA4-8131-391171436C96}"/>
              </a:ext>
            </a:extLst>
          </p:cNvPr>
          <p:cNvSpPr>
            <a:spLocks noGrp="1"/>
          </p:cNvSpPr>
          <p:nvPr>
            <p:ph type="body" sz="quarter" idx="24"/>
          </p:nvPr>
        </p:nvSpPr>
        <p:spPr>
          <a:xfrm>
            <a:off x="9938741" y="5389029"/>
            <a:ext cx="1565359" cy="646331"/>
          </a:xfrm>
        </p:spPr>
        <p:txBody>
          <a:bodyPr/>
          <a:lstStyle>
            <a:lvl1pPr algn="ctr">
              <a:spcBef>
                <a:spcPts val="600"/>
              </a:spcBef>
              <a:spcAft>
                <a:spcPts val="600"/>
              </a:spcAft>
              <a:defRPr lang="en-US" sz="1400" kern="1200" spc="0" baseline="0" dirty="0" smtClean="0">
                <a:solidFill>
                  <a:schemeClr val="tx1"/>
                </a:solidFill>
                <a:latin typeface="+mj-lt"/>
                <a:ea typeface="+mn-ea"/>
                <a:cs typeface="Segoe UI Light" panose="020B0502040204020203" pitchFamily="34" charset="0"/>
              </a:defRPr>
            </a:lvl1pPr>
            <a:lvl2pPr>
              <a:defRPr sz="1400">
                <a:solidFill>
                  <a:schemeClr val="tx1"/>
                </a:solidFill>
              </a:defRPr>
            </a:lvl2pPr>
            <a:lvl3pPr>
              <a:defRPr sz="1100">
                <a:solidFill>
                  <a:schemeClr val="tx1"/>
                </a:solidFill>
              </a:defRPr>
            </a:lvl3pPr>
            <a:lvl4pPr>
              <a:defRPr sz="1050">
                <a:solidFill>
                  <a:schemeClr val="tx1"/>
                </a:solidFill>
              </a:defRPr>
            </a:lvl4pPr>
            <a:lvl5pPr>
              <a:defRPr sz="1050">
                <a:solidFill>
                  <a:schemeClr val="tx1"/>
                </a:solidFill>
              </a:defRPr>
            </a:lvl5pPr>
          </a:lstStyle>
          <a:p>
            <a:pPr lvl="0"/>
            <a:r>
              <a:rPr lang="en-US"/>
              <a:t>Click to edit Master text styles</a:t>
            </a:r>
          </a:p>
        </p:txBody>
      </p:sp>
    </p:spTree>
    <p:extLst>
      <p:ext uri="{BB962C8B-B14F-4D97-AF65-F5344CB8AC3E}">
        <p14:creationId xmlns:p14="http://schemas.microsoft.com/office/powerpoint/2010/main" val="285151426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5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819547" y="5028930"/>
            <a:ext cx="4154168" cy="738664"/>
          </a:xfrm>
        </p:spPr>
        <p:txBody>
          <a:bodyPr/>
          <a:lstStyle>
            <a:lvl1pPr algn="ctr">
              <a:spcBef>
                <a:spcPts val="600"/>
              </a:spcBef>
              <a:defRPr lang="en-US" sz="2400" kern="1200" dirty="0" smtClean="0">
                <a:solidFill>
                  <a:schemeClr val="tx1"/>
                </a:solidFill>
                <a:latin typeface="+mn-lt"/>
                <a:ea typeface="+mn-ea"/>
                <a:cs typeface="+mn-cs"/>
              </a:defRPr>
            </a:lvl1pPr>
            <a:lvl2pPr algn="ctr">
              <a:defRPr/>
            </a:lvl2pPr>
            <a:lvl3pPr algn="ctr">
              <a:defRPr/>
            </a:lvl3pPr>
            <a:lvl4pPr algn="ctr">
              <a:defRPr/>
            </a:lvl4pPr>
            <a:lvl5pPr algn="ctr">
              <a:defRPr/>
            </a:lvl5pPr>
          </a:lstStyle>
          <a:p>
            <a:pPr lvl="0"/>
            <a:r>
              <a:rPr lang="en-US"/>
              <a:t>Click to edit Master text styles</a:t>
            </a:r>
          </a:p>
          <a:p>
            <a:pPr lvl="1"/>
            <a:endParaRPr lang="en-US"/>
          </a:p>
        </p:txBody>
      </p:sp>
      <p:sp>
        <p:nvSpPr>
          <p:cNvPr id="5" name="Text Placeholder 5">
            <a:extLst>
              <a:ext uri="{FF2B5EF4-FFF2-40B4-BE49-F238E27FC236}">
                <a16:creationId xmlns:a16="http://schemas.microsoft.com/office/drawing/2014/main" id="{4FF4549E-A62D-5296-EE26-8EFAB257D9CC}"/>
              </a:ext>
            </a:extLst>
          </p:cNvPr>
          <p:cNvSpPr>
            <a:spLocks noGrp="1"/>
          </p:cNvSpPr>
          <p:nvPr>
            <p:ph type="body" sz="quarter" idx="17"/>
          </p:nvPr>
        </p:nvSpPr>
        <p:spPr>
          <a:xfrm>
            <a:off x="5672413" y="5028930"/>
            <a:ext cx="6017360" cy="738664"/>
          </a:xfrm>
        </p:spPr>
        <p:txBody>
          <a:bodyPr/>
          <a:lstStyle>
            <a:lvl1pPr algn="ctr">
              <a:spcBef>
                <a:spcPts val="600"/>
              </a:spcBef>
              <a:defRPr lang="en-US" sz="2400" kern="1200" dirty="0" smtClean="0">
                <a:solidFill>
                  <a:schemeClr val="tx1"/>
                </a:solidFill>
                <a:latin typeface="+mn-lt"/>
                <a:ea typeface="+mn-ea"/>
                <a:cs typeface="+mn-cs"/>
              </a:defRPr>
            </a:lvl1pPr>
            <a:lvl2pPr algn="ctr">
              <a:defRPr/>
            </a:lvl2pPr>
            <a:lvl3pPr algn="ctr">
              <a:defRPr/>
            </a:lvl3pPr>
            <a:lvl4pPr algn="ctr">
              <a:defRPr/>
            </a:lvl4pPr>
            <a:lvl5pPr algn="ctr">
              <a:defRPr/>
            </a:lvl5pPr>
          </a:lstStyle>
          <a:p>
            <a:pPr lvl="0"/>
            <a:r>
              <a:rPr lang="en-US"/>
              <a:t>Click to edit Master text styles</a:t>
            </a:r>
          </a:p>
          <a:p>
            <a:pPr lvl="1"/>
            <a:endParaRPr lang="en-US"/>
          </a:p>
        </p:txBody>
      </p:sp>
    </p:spTree>
    <p:extLst>
      <p:ext uri="{BB962C8B-B14F-4D97-AF65-F5344CB8AC3E}">
        <p14:creationId xmlns:p14="http://schemas.microsoft.com/office/powerpoint/2010/main" val="33742375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59.xml><?xml version="1.0" encoding="utf-8"?>
<p:sldLayout xmlns:a="http://schemas.openxmlformats.org/drawingml/2006/main" xmlns:r="http://schemas.openxmlformats.org/officeDocument/2006/relationships" xmlns:p="http://schemas.openxmlformats.org/presentationml/2006/main" preserve="1" userDrawn="1">
  <p:cSld name="6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algn="ctr">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87572" y="1562716"/>
            <a:ext cx="5263965" cy="738664"/>
          </a:xfrm>
        </p:spPr>
        <p:txBody>
          <a:bodyPr/>
          <a:lstStyle>
            <a:lvl1pPr algn="ctr">
              <a:spcBef>
                <a:spcPts val="600"/>
              </a:spcBef>
              <a:defRPr lang="en-US" sz="2353" kern="1200" spc="0" baseline="0" dirty="0" smtClean="0">
                <a:solidFill>
                  <a:srgbClr val="0078D4">
                    <a:lumMod val="60000"/>
                    <a:lumOff val="40000"/>
                  </a:srgbClr>
                </a:solidFill>
                <a:latin typeface="Segoe UI Semibold"/>
                <a:ea typeface="+mn-ea"/>
                <a:cs typeface="Segoe UI Semibold"/>
              </a:defRPr>
            </a:lvl1pPr>
            <a:lvl2pPr algn="ctr">
              <a:defRPr/>
            </a:lvl2pPr>
            <a:lvl3pPr algn="ctr">
              <a:defRPr/>
            </a:lvl3pPr>
            <a:lvl4pPr algn="ctr">
              <a:defRPr/>
            </a:lvl4pPr>
            <a:lvl5pPr algn="ctr">
              <a:defRPr/>
            </a:lvl5pPr>
          </a:lstStyle>
          <a:p>
            <a:pPr lvl="0"/>
            <a:r>
              <a:rPr lang="en-US"/>
              <a:t>Click to edit Master text styles</a:t>
            </a:r>
          </a:p>
          <a:p>
            <a:pPr lvl="1"/>
            <a:endParaRPr lang="en-US"/>
          </a:p>
        </p:txBody>
      </p:sp>
      <p:sp>
        <p:nvSpPr>
          <p:cNvPr id="5" name="Text Placeholder 5">
            <a:extLst>
              <a:ext uri="{FF2B5EF4-FFF2-40B4-BE49-F238E27FC236}">
                <a16:creationId xmlns:a16="http://schemas.microsoft.com/office/drawing/2014/main" id="{4FF4549E-A62D-5296-EE26-8EFAB257D9CC}"/>
              </a:ext>
            </a:extLst>
          </p:cNvPr>
          <p:cNvSpPr>
            <a:spLocks noGrp="1"/>
          </p:cNvSpPr>
          <p:nvPr>
            <p:ph type="body" sz="quarter" idx="17"/>
          </p:nvPr>
        </p:nvSpPr>
        <p:spPr>
          <a:xfrm>
            <a:off x="7185024" y="1562716"/>
            <a:ext cx="4596897" cy="738664"/>
          </a:xfrm>
        </p:spPr>
        <p:txBody>
          <a:bodyPr/>
          <a:lstStyle>
            <a:lvl1pPr algn="ctr">
              <a:spcBef>
                <a:spcPts val="600"/>
              </a:spcBef>
              <a:defRPr lang="en-US" sz="2353" kern="1200" spc="0" baseline="0" dirty="0" smtClean="0">
                <a:solidFill>
                  <a:srgbClr val="0078D4">
                    <a:lumMod val="60000"/>
                    <a:lumOff val="40000"/>
                  </a:srgbClr>
                </a:solidFill>
                <a:latin typeface="Segoe UI Semibold"/>
                <a:ea typeface="+mn-ea"/>
                <a:cs typeface="Segoe UI Semibold"/>
              </a:defRPr>
            </a:lvl1pPr>
            <a:lvl2pPr algn="ctr">
              <a:defRPr/>
            </a:lvl2pPr>
            <a:lvl3pPr algn="ctr">
              <a:defRPr/>
            </a:lvl3pPr>
            <a:lvl4pPr algn="ctr">
              <a:defRPr/>
            </a:lvl4pPr>
            <a:lvl5pPr algn="ctr">
              <a:defRPr/>
            </a:lvl5pPr>
          </a:lstStyle>
          <a:p>
            <a:pPr lvl="0"/>
            <a:r>
              <a:rPr lang="en-US"/>
              <a:t>Click to edit Master text styles</a:t>
            </a:r>
          </a:p>
          <a:p>
            <a:pPr lvl="1"/>
            <a:endParaRPr lang="en-US"/>
          </a:p>
        </p:txBody>
      </p:sp>
    </p:spTree>
    <p:extLst>
      <p:ext uri="{BB962C8B-B14F-4D97-AF65-F5344CB8AC3E}">
        <p14:creationId xmlns:p14="http://schemas.microsoft.com/office/powerpoint/2010/main" val="6975143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8_Title and subtitle">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997F61F-2ABF-415A-A24F-299F09599925}"/>
              </a:ext>
            </a:extLst>
          </p:cNvPr>
          <p:cNvSpPr>
            <a:spLocks noGrp="1"/>
          </p:cNvSpPr>
          <p:nvPr>
            <p:ph type="title"/>
          </p:nvPr>
        </p:nvSpPr>
        <p:spPr/>
        <p:txBody>
          <a:bodyPr/>
          <a:lstStyle/>
          <a:p>
            <a:r>
              <a:rPr lang="en-US"/>
              <a:t>Click to edit Master title style</a:t>
            </a:r>
          </a:p>
        </p:txBody>
      </p:sp>
      <p:sp>
        <p:nvSpPr>
          <p:cNvPr id="7" name="Text Placeholder 6">
            <a:extLst>
              <a:ext uri="{FF2B5EF4-FFF2-40B4-BE49-F238E27FC236}">
                <a16:creationId xmlns:a16="http://schemas.microsoft.com/office/drawing/2014/main" id="{7A9E8526-36C6-C40C-938F-90EAADA21DAB}"/>
              </a:ext>
            </a:extLst>
          </p:cNvPr>
          <p:cNvSpPr>
            <a:spLocks noGrp="1"/>
          </p:cNvSpPr>
          <p:nvPr>
            <p:ph type="body" sz="quarter" idx="11"/>
          </p:nvPr>
        </p:nvSpPr>
        <p:spPr>
          <a:xfrm>
            <a:off x="1478165" y="967695"/>
            <a:ext cx="9475586" cy="492443"/>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2" name="Text Placeholder 5">
            <a:extLst>
              <a:ext uri="{FF2B5EF4-FFF2-40B4-BE49-F238E27FC236}">
                <a16:creationId xmlns:a16="http://schemas.microsoft.com/office/drawing/2014/main" id="{C06156F7-8D32-C0D4-9EA6-803D982B1A72}"/>
              </a:ext>
            </a:extLst>
          </p:cNvPr>
          <p:cNvSpPr>
            <a:spLocks noGrp="1"/>
          </p:cNvSpPr>
          <p:nvPr>
            <p:ph type="body" sz="quarter" idx="16"/>
          </p:nvPr>
        </p:nvSpPr>
        <p:spPr>
          <a:xfrm>
            <a:off x="607613" y="1433513"/>
            <a:ext cx="3659587" cy="1849737"/>
          </a:xfrm>
        </p:spPr>
        <p:txBody>
          <a:bodyPr/>
          <a:lstStyle>
            <a:lvl1pPr>
              <a:spcBef>
                <a:spcPts val="6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5">
            <a:extLst>
              <a:ext uri="{FF2B5EF4-FFF2-40B4-BE49-F238E27FC236}">
                <a16:creationId xmlns:a16="http://schemas.microsoft.com/office/drawing/2014/main" id="{F0685450-8476-7260-1420-A24F6B03E38F}"/>
              </a:ext>
            </a:extLst>
          </p:cNvPr>
          <p:cNvSpPr>
            <a:spLocks noGrp="1"/>
          </p:cNvSpPr>
          <p:nvPr>
            <p:ph type="body" sz="quarter" idx="17"/>
          </p:nvPr>
        </p:nvSpPr>
        <p:spPr>
          <a:xfrm>
            <a:off x="7744145" y="1433513"/>
            <a:ext cx="4154168" cy="1849737"/>
          </a:xfrm>
        </p:spPr>
        <p:txBody>
          <a:bodyPr/>
          <a:lstStyle>
            <a:lvl1pPr>
              <a:spcBef>
                <a:spcPts val="600"/>
              </a:spcBef>
              <a:spcAft>
                <a:spcPts val="600"/>
              </a:spcAft>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marL="457200" indent="-457200">
              <a:buFont typeface="+mj-lt"/>
              <a:buAutoNum type="arabicPeriod"/>
              <a:defRPr/>
            </a:lvl2pPr>
            <a:lvl3pPr marL="342900" indent="-342900">
              <a:buFont typeface="+mj-lt"/>
              <a:buAutoNum type="arabicPeriod"/>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4051742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261.xml><?xml version="1.0" encoding="utf-8"?>
<p:sldLayout xmlns:a="http://schemas.openxmlformats.org/drawingml/2006/main" xmlns:r="http://schemas.openxmlformats.org/officeDocument/2006/relationships" xmlns:p="http://schemas.openxmlformats.org/presentationml/2006/main" userDrawn="1">
  <p:cSld name="Horizontal">
    <p:spTree>
      <p:nvGrpSpPr>
        <p:cNvPr id="1" name=""/>
        <p:cNvGrpSpPr/>
        <p:nvPr/>
      </p:nvGrpSpPr>
      <p:grpSpPr>
        <a:xfrm>
          <a:off x="0" y="0"/>
          <a:ext cx="0" cy="0"/>
          <a:chOff x="0" y="0"/>
          <a:chExt cx="0" cy="0"/>
        </a:xfrm>
      </p:grpSpPr>
      <p:sp>
        <p:nvSpPr>
          <p:cNvPr id="24" name="Picture Placeholder 6">
            <a:extLst>
              <a:ext uri="{FF2B5EF4-FFF2-40B4-BE49-F238E27FC236}">
                <a16:creationId xmlns:a16="http://schemas.microsoft.com/office/drawing/2014/main" id="{3C57D4FA-1216-4944-BBF6-C83155F9ED20}"/>
              </a:ext>
              <a:ext uri="{C183D7F6-B498-43B3-948B-1728B52AA6E4}">
                <adec:decorative xmlns:adec="http://schemas.microsoft.com/office/drawing/2017/decorative" val="1"/>
              </a:ext>
            </a:extLst>
          </p:cNvPr>
          <p:cNvSpPr>
            <a:spLocks noGrp="1" noChangeAspect="1"/>
          </p:cNvSpPr>
          <p:nvPr>
            <p:ph type="pic" sz="quarter" idx="24" hasCustomPrompt="1"/>
          </p:nvPr>
        </p:nvSpPr>
        <p:spPr>
          <a:xfrm>
            <a:off x="2989354" y="0"/>
            <a:ext cx="9206773" cy="3292475"/>
          </a:xfrm>
          <a:prstGeom prst="rect">
            <a:avLst/>
          </a:prstGeom>
        </p:spPr>
        <p:txBody>
          <a:bodyPr/>
          <a:lstStyle>
            <a:lvl1pPr marL="0" indent="0">
              <a:buNone/>
              <a:defRPr/>
            </a:lvl1pPr>
          </a:lstStyle>
          <a:p>
            <a:r>
              <a:rPr lang="en-US"/>
              <a:t>Horizontal banner image</a:t>
            </a:r>
          </a:p>
        </p:txBody>
      </p:sp>
      <p:sp>
        <p:nvSpPr>
          <p:cNvPr id="16" name="Rectangle 15">
            <a:extLst>
              <a:ext uri="{FF2B5EF4-FFF2-40B4-BE49-F238E27FC236}">
                <a16:creationId xmlns:a16="http://schemas.microsoft.com/office/drawing/2014/main" id="{8AB207AD-DEAE-154A-A901-6FD356CDE8A4}"/>
              </a:ext>
              <a:ext uri="{C183D7F6-B498-43B3-948B-1728B52AA6E4}">
                <adec:decorative xmlns:adec="http://schemas.microsoft.com/office/drawing/2017/decorative" val="1"/>
              </a:ext>
            </a:extLst>
          </p:cNvPr>
          <p:cNvSpPr/>
          <p:nvPr userDrawn="1"/>
        </p:nvSpPr>
        <p:spPr>
          <a:xfrm>
            <a:off x="2961411" y="3291776"/>
            <a:ext cx="9230589" cy="1414956"/>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a:solidFill>
                <a:schemeClr val="accent1">
                  <a:lumMod val="60000"/>
                  <a:lumOff val="40000"/>
                </a:schemeClr>
              </a:solidFill>
              <a:cs typeface="Segoe UI" pitchFamily="34" charset="0"/>
            </a:endParaRPr>
          </a:p>
        </p:txBody>
      </p:sp>
      <p:sp>
        <p:nvSpPr>
          <p:cNvPr id="8" name="Title 7">
            <a:extLst>
              <a:ext uri="{FF2B5EF4-FFF2-40B4-BE49-F238E27FC236}">
                <a16:creationId xmlns:a16="http://schemas.microsoft.com/office/drawing/2014/main" id="{EF1935CA-9360-EC0E-2C41-5922364460F5}"/>
              </a:ext>
              <a:ext uri="{C183D7F6-B498-43B3-948B-1728B52AA6E4}">
                <adec:decorative xmlns:adec="http://schemas.microsoft.com/office/drawing/2017/decorative" val="1"/>
              </a:ext>
            </a:extLst>
          </p:cNvPr>
          <p:cNvSpPr>
            <a:spLocks noGrp="1"/>
          </p:cNvSpPr>
          <p:nvPr>
            <p:ph type="title"/>
          </p:nvPr>
        </p:nvSpPr>
        <p:spPr>
          <a:xfrm>
            <a:off x="401737" y="-882853"/>
            <a:ext cx="11018520" cy="492443"/>
          </a:xfrm>
        </p:spPr>
        <p:txBody>
          <a:bodyPr/>
          <a:lstStyle>
            <a:lvl1pPr algn="l">
              <a:defRPr/>
            </a:lvl1pPr>
          </a:lstStyle>
          <a:p>
            <a:r>
              <a:rPr lang="en-US"/>
              <a:t>Click to edit Master title style</a:t>
            </a:r>
          </a:p>
        </p:txBody>
      </p:sp>
      <p:sp>
        <p:nvSpPr>
          <p:cNvPr id="9" name="Rectangle 8">
            <a:extLst>
              <a:ext uri="{FF2B5EF4-FFF2-40B4-BE49-F238E27FC236}">
                <a16:creationId xmlns:a16="http://schemas.microsoft.com/office/drawing/2014/main" id="{B1F3EAF0-868F-A4A4-1458-8AC94735D27E}"/>
              </a:ext>
              <a:ext uri="{C183D7F6-B498-43B3-948B-1728B52AA6E4}">
                <adec:decorative xmlns:adec="http://schemas.microsoft.com/office/drawing/2017/decorative" val="1"/>
              </a:ext>
            </a:extLst>
          </p:cNvPr>
          <p:cNvSpPr/>
          <p:nvPr userDrawn="1"/>
        </p:nvSpPr>
        <p:spPr>
          <a:xfrm>
            <a:off x="2870483" y="0"/>
            <a:ext cx="118872"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4">
            <a:extLst>
              <a:ext uri="{FF2B5EF4-FFF2-40B4-BE49-F238E27FC236}">
                <a16:creationId xmlns:a16="http://schemas.microsoft.com/office/drawing/2014/main" id="{3D70BBFF-3B0B-644F-878A-E178AF5B45E4}"/>
              </a:ext>
              <a:ext uri="{C183D7F6-B498-43B3-948B-1728B52AA6E4}">
                <adec:decorative xmlns:adec="http://schemas.microsoft.com/office/drawing/2017/decorative" val="1"/>
              </a:ext>
            </a:extLst>
          </p:cNvPr>
          <p:cNvSpPr>
            <a:spLocks noGrp="1" noChangeAspect="1"/>
          </p:cNvSpPr>
          <p:nvPr>
            <p:ph type="pic" sz="quarter" idx="23" hasCustomPrompt="1"/>
          </p:nvPr>
        </p:nvSpPr>
        <p:spPr>
          <a:xfrm>
            <a:off x="401737" y="436245"/>
            <a:ext cx="2103120" cy="1518061"/>
          </a:xfrm>
          <a:prstGeom prst="rect">
            <a:avLst/>
          </a:prstGeom>
        </p:spPr>
        <p:txBody>
          <a:bodyPr/>
          <a:lstStyle>
            <a:lvl1pPr marL="0" indent="0">
              <a:buNone/>
              <a:defRPr/>
            </a:lvl1pPr>
          </a:lstStyle>
          <a:p>
            <a:r>
              <a:rPr lang="en-US"/>
              <a:t>Logo	</a:t>
            </a:r>
          </a:p>
        </p:txBody>
      </p:sp>
      <p:pic>
        <p:nvPicPr>
          <p:cNvPr id="19" name="Microsoft logo">
            <a:extLst>
              <a:ext uri="{FF2B5EF4-FFF2-40B4-BE49-F238E27FC236}">
                <a16:creationId xmlns:a16="http://schemas.microsoft.com/office/drawing/2014/main" id="{CC7BF76F-4846-4D42-BB24-41761B4010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56270" y="6299345"/>
            <a:ext cx="1554480" cy="333103"/>
          </a:xfrm>
          <a:prstGeom prst="rect">
            <a:avLst/>
          </a:prstGeom>
        </p:spPr>
      </p:pic>
      <p:sp>
        <p:nvSpPr>
          <p:cNvPr id="3" name="Specification">
            <a:extLst>
              <a:ext uri="{FF2B5EF4-FFF2-40B4-BE49-F238E27FC236}">
                <a16:creationId xmlns:a16="http://schemas.microsoft.com/office/drawing/2014/main" id="{26EADB41-5AB5-EC2C-E76C-A94A5A6ADDC5}"/>
              </a:ext>
            </a:extLst>
          </p:cNvPr>
          <p:cNvSpPr>
            <a:spLocks noGrp="1"/>
          </p:cNvSpPr>
          <p:nvPr>
            <p:ph type="body" sz="quarter" idx="25"/>
          </p:nvPr>
        </p:nvSpPr>
        <p:spPr>
          <a:xfrm>
            <a:off x="610513" y="5592744"/>
            <a:ext cx="2181900" cy="304699"/>
          </a:xfrm>
        </p:spPr>
        <p:txBody>
          <a:bodyPr anchor="b"/>
          <a:lstStyle>
            <a:lvl1pPr>
              <a:defRPr lang="en-US" sz="900" kern="1200" cap="all" spc="100" baseline="0" dirty="0" smtClean="0">
                <a:solidFill>
                  <a:schemeClr val="accent2">
                    <a:lumMod val="60000"/>
                    <a:lumOff val="40000"/>
                  </a:schemeClr>
                </a:solidFill>
                <a:latin typeface="+mn-lt"/>
                <a:ea typeface="+mn-ea"/>
                <a:cs typeface="Segoe UI Light" panose="020B0502040204020203" pitchFamily="34" charset="0"/>
              </a:defRPr>
            </a:lvl1pPr>
            <a:lvl2pPr>
              <a:spcAft>
                <a:spcPts val="216"/>
              </a:spcAft>
              <a:defRPr lang="en-US" sz="900" kern="1200"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2pPr>
            <a:lvl3pPr>
              <a:defRPr sz="1050"/>
            </a:lvl3pPr>
            <a:lvl4pPr>
              <a:defRPr sz="1000"/>
            </a:lvl4pPr>
            <a:lvl5pPr>
              <a:defRPr sz="1000"/>
            </a:lvl5pPr>
          </a:lstStyle>
          <a:p>
            <a:pPr lvl="0"/>
            <a:r>
              <a:rPr lang="en-US"/>
              <a:t>Click to edit Master text</a:t>
            </a:r>
          </a:p>
          <a:p>
            <a:pPr lvl="1"/>
            <a:r>
              <a:rPr lang="en-US"/>
              <a:t>Second level</a:t>
            </a:r>
          </a:p>
        </p:txBody>
      </p:sp>
      <p:sp>
        <p:nvSpPr>
          <p:cNvPr id="27" name="Quote">
            <a:extLst>
              <a:ext uri="{FF2B5EF4-FFF2-40B4-BE49-F238E27FC236}">
                <a16:creationId xmlns:a16="http://schemas.microsoft.com/office/drawing/2014/main" id="{CEABE899-10A3-484A-9A5F-6B1D4CB09EA4}"/>
              </a:ext>
            </a:extLst>
          </p:cNvPr>
          <p:cNvSpPr>
            <a:spLocks noGrp="1"/>
          </p:cNvSpPr>
          <p:nvPr>
            <p:ph type="body" sz="quarter" idx="10" hasCustomPrompt="1"/>
          </p:nvPr>
        </p:nvSpPr>
        <p:spPr>
          <a:xfrm>
            <a:off x="3268758" y="4013487"/>
            <a:ext cx="8643841" cy="276999"/>
          </a:xfrm>
          <a:prstGeom prst="rect">
            <a:avLst/>
          </a:prstGeom>
        </p:spPr>
        <p:txBody>
          <a:bodyPr lIns="0" tIns="0" rIns="0" bIns="0" anchor="b" anchorCtr="0"/>
          <a:lstStyle>
            <a:lvl1pPr marL="0" indent="0">
              <a:lnSpc>
                <a:spcPct val="100000"/>
              </a:lnSpc>
              <a:buNone/>
              <a:defRPr sz="1800" b="0" i="0">
                <a:latin typeface="Segoe UI" panose="020B0502040204020203" pitchFamily="34" charset="0"/>
                <a:cs typeface="Segoe UI" panose="020B0502040204020203" pitchFamily="34" charset="0"/>
              </a:defRPr>
            </a:lvl1pPr>
            <a:lvl2pPr>
              <a:defRPr sz="1600"/>
            </a:lvl2pPr>
            <a:lvl3pPr>
              <a:defRPr sz="1400"/>
            </a:lvl3pPr>
            <a:lvl4pPr>
              <a:defRPr lang="en-US" sz="1200" kern="1200" cap="none"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4pPr>
            <a:lvl5pPr>
              <a:defRPr sz="2000"/>
            </a:lvl5pPr>
          </a:lstStyle>
          <a:p>
            <a:pPr lvl="0"/>
            <a:r>
              <a:rPr lang="en-US"/>
              <a:t>Quote</a:t>
            </a:r>
          </a:p>
        </p:txBody>
      </p:sp>
      <p:sp>
        <p:nvSpPr>
          <p:cNvPr id="37" name="quote Author">
            <a:extLst>
              <a:ext uri="{FF2B5EF4-FFF2-40B4-BE49-F238E27FC236}">
                <a16:creationId xmlns:a16="http://schemas.microsoft.com/office/drawing/2014/main" id="{F5AC1971-A820-D44B-949E-127EE4381960}"/>
              </a:ext>
            </a:extLst>
          </p:cNvPr>
          <p:cNvSpPr>
            <a:spLocks noGrp="1"/>
          </p:cNvSpPr>
          <p:nvPr>
            <p:ph type="body" sz="quarter" idx="11"/>
          </p:nvPr>
        </p:nvSpPr>
        <p:spPr>
          <a:xfrm>
            <a:off x="3268757" y="4423180"/>
            <a:ext cx="8643841" cy="158979"/>
          </a:xfrm>
          <a:prstGeom prst="rect">
            <a:avLst/>
          </a:prstGeom>
        </p:spPr>
        <p:txBody>
          <a:bodyPr lIns="0" tIns="0" rIns="0" bIns="0"/>
          <a:lstStyle>
            <a:lvl1pPr marL="0" indent="0">
              <a:buNone/>
              <a:defRPr sz="1000" b="0" i="0">
                <a:solidFill>
                  <a:schemeClr val="accent2">
                    <a:lumMod val="60000"/>
                    <a:lumOff val="40000"/>
                  </a:schemeClr>
                </a:solidFill>
                <a:latin typeface="Segoe UI Semilight" panose="020B0402040204020203" pitchFamily="34" charset="0"/>
                <a:cs typeface="Segoe UI Semilight" panose="020B0402040204020203" pitchFamily="34" charset="0"/>
              </a:defRPr>
            </a:lvl1pPr>
          </a:lstStyle>
          <a:p>
            <a:pPr lvl="0"/>
            <a:endParaRPr lang="en-US"/>
          </a:p>
        </p:txBody>
      </p:sp>
      <p:sp>
        <p:nvSpPr>
          <p:cNvPr id="4" name="Situation">
            <a:extLst>
              <a:ext uri="{FF2B5EF4-FFF2-40B4-BE49-F238E27FC236}">
                <a16:creationId xmlns:a16="http://schemas.microsoft.com/office/drawing/2014/main" id="{59539FF9-4A05-E1E9-46FF-2A69E8F95CBE}"/>
              </a:ext>
            </a:extLst>
          </p:cNvPr>
          <p:cNvSpPr>
            <a:spLocks noGrp="1"/>
          </p:cNvSpPr>
          <p:nvPr>
            <p:ph type="body" sz="quarter" idx="26" hasCustomPrompt="1"/>
          </p:nvPr>
        </p:nvSpPr>
        <p:spPr>
          <a:xfrm>
            <a:off x="3281939" y="4820172"/>
            <a:ext cx="2181900" cy="138499"/>
          </a:xfrm>
        </p:spPr>
        <p:txBody>
          <a:bodyPr anchor="b"/>
          <a:lstStyle>
            <a:lvl1pPr>
              <a:defRPr lang="en-US" sz="900" kern="1200" cap="all" spc="100" baseline="0" dirty="0" smtClean="0">
                <a:solidFill>
                  <a:schemeClr val="accent2">
                    <a:lumMod val="60000"/>
                    <a:lumOff val="40000"/>
                  </a:schemeClr>
                </a:solidFill>
                <a:latin typeface="+mn-lt"/>
                <a:ea typeface="+mn-ea"/>
                <a:cs typeface="Segoe UI Light" panose="020B0502040204020203" pitchFamily="34" charset="0"/>
              </a:defRPr>
            </a:lvl1pPr>
            <a:lvl2pPr>
              <a:defRPr lang="en-US" sz="900" kern="1200"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2pPr>
            <a:lvl3pPr>
              <a:defRPr sz="1050"/>
            </a:lvl3pPr>
            <a:lvl4pPr>
              <a:defRPr sz="1000"/>
            </a:lvl4pPr>
            <a:lvl5pPr>
              <a:defRPr sz="1000"/>
            </a:lvl5pPr>
          </a:lstStyle>
          <a:p>
            <a:pPr lvl="0"/>
            <a:r>
              <a:rPr lang="en-US" sz="900">
                <a:solidFill>
                  <a:schemeClr val="accent2">
                    <a:lumMod val="60000"/>
                    <a:lumOff val="40000"/>
                  </a:schemeClr>
                </a:solidFill>
                <a:latin typeface="+mn-lt"/>
                <a:cs typeface="Segoe UI Light" panose="020B0502040204020203" pitchFamily="34" charset="0"/>
              </a:rPr>
              <a:t>Situation</a:t>
            </a:r>
            <a:endParaRPr lang="en-US"/>
          </a:p>
        </p:txBody>
      </p:sp>
      <p:sp>
        <p:nvSpPr>
          <p:cNvPr id="28" name="Situation text">
            <a:extLst>
              <a:ext uri="{FF2B5EF4-FFF2-40B4-BE49-F238E27FC236}">
                <a16:creationId xmlns:a16="http://schemas.microsoft.com/office/drawing/2014/main" id="{E03D0DEC-BC71-A445-A3E5-9B83B80381D9}"/>
              </a:ext>
            </a:extLst>
          </p:cNvPr>
          <p:cNvSpPr>
            <a:spLocks noGrp="1"/>
          </p:cNvSpPr>
          <p:nvPr>
            <p:ph type="body" sz="quarter" idx="12"/>
          </p:nvPr>
        </p:nvSpPr>
        <p:spPr>
          <a:xfrm>
            <a:off x="3268758" y="4976985"/>
            <a:ext cx="2560320" cy="1470009"/>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6" name="Solution">
            <a:extLst>
              <a:ext uri="{FF2B5EF4-FFF2-40B4-BE49-F238E27FC236}">
                <a16:creationId xmlns:a16="http://schemas.microsoft.com/office/drawing/2014/main" id="{918FC46A-5586-1DC1-6812-A9D9598CFD15}"/>
              </a:ext>
            </a:extLst>
          </p:cNvPr>
          <p:cNvSpPr>
            <a:spLocks noGrp="1"/>
          </p:cNvSpPr>
          <p:nvPr>
            <p:ph type="body" sz="quarter" idx="27" hasCustomPrompt="1"/>
          </p:nvPr>
        </p:nvSpPr>
        <p:spPr>
          <a:xfrm>
            <a:off x="6096000" y="4820172"/>
            <a:ext cx="2181900" cy="138499"/>
          </a:xfrm>
        </p:spPr>
        <p:txBody>
          <a:bodyPr anchor="b"/>
          <a:lstStyle>
            <a:lvl1pPr>
              <a:defRPr lang="en-US" sz="900" kern="1200" cap="all" spc="100" baseline="0" dirty="0" smtClean="0">
                <a:solidFill>
                  <a:schemeClr val="accent2">
                    <a:lumMod val="60000"/>
                    <a:lumOff val="40000"/>
                  </a:schemeClr>
                </a:solidFill>
                <a:latin typeface="+mn-lt"/>
                <a:ea typeface="+mn-ea"/>
                <a:cs typeface="Segoe UI Light" panose="020B0502040204020203" pitchFamily="34" charset="0"/>
              </a:defRPr>
            </a:lvl1pPr>
            <a:lvl2pPr>
              <a:defRPr lang="en-US" sz="900" kern="1200"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2pPr>
            <a:lvl3pPr>
              <a:defRPr sz="1050"/>
            </a:lvl3pPr>
            <a:lvl4pPr>
              <a:defRPr sz="1000"/>
            </a:lvl4pPr>
            <a:lvl5pPr>
              <a:defRPr sz="1000"/>
            </a:lvl5pPr>
          </a:lstStyle>
          <a:p>
            <a:pPr lvl="0"/>
            <a:r>
              <a:rPr lang="en-US" sz="900">
                <a:solidFill>
                  <a:schemeClr val="accent2">
                    <a:lumMod val="60000"/>
                    <a:lumOff val="40000"/>
                  </a:schemeClr>
                </a:solidFill>
                <a:latin typeface="+mn-lt"/>
                <a:cs typeface="Segoe UI Light" panose="020B0502040204020203" pitchFamily="34" charset="0"/>
              </a:rPr>
              <a:t>Solution</a:t>
            </a:r>
            <a:endParaRPr lang="en-US"/>
          </a:p>
        </p:txBody>
      </p:sp>
      <p:sp>
        <p:nvSpPr>
          <p:cNvPr id="43" name="Solution text">
            <a:extLst>
              <a:ext uri="{FF2B5EF4-FFF2-40B4-BE49-F238E27FC236}">
                <a16:creationId xmlns:a16="http://schemas.microsoft.com/office/drawing/2014/main" id="{847B54F4-C98A-7F4F-8633-A67212D37E3D}"/>
              </a:ext>
            </a:extLst>
          </p:cNvPr>
          <p:cNvSpPr>
            <a:spLocks noGrp="1"/>
          </p:cNvSpPr>
          <p:nvPr>
            <p:ph type="body" sz="quarter" idx="21"/>
          </p:nvPr>
        </p:nvSpPr>
        <p:spPr>
          <a:xfrm>
            <a:off x="6095999" y="4976985"/>
            <a:ext cx="2942063" cy="1470009"/>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7" name="Impact">
            <a:extLst>
              <a:ext uri="{FF2B5EF4-FFF2-40B4-BE49-F238E27FC236}">
                <a16:creationId xmlns:a16="http://schemas.microsoft.com/office/drawing/2014/main" id="{90282A99-33A9-11F3-6920-B2B4932AF786}"/>
              </a:ext>
            </a:extLst>
          </p:cNvPr>
          <p:cNvSpPr>
            <a:spLocks noGrp="1"/>
          </p:cNvSpPr>
          <p:nvPr>
            <p:ph type="body" sz="quarter" idx="28" hasCustomPrompt="1"/>
          </p:nvPr>
        </p:nvSpPr>
        <p:spPr>
          <a:xfrm>
            <a:off x="9225091" y="4820172"/>
            <a:ext cx="1943275" cy="138499"/>
          </a:xfrm>
        </p:spPr>
        <p:txBody>
          <a:bodyPr anchor="b"/>
          <a:lstStyle>
            <a:lvl1pPr>
              <a:defRPr lang="en-US" sz="900" kern="1200" cap="all" spc="100" baseline="0" dirty="0" smtClean="0">
                <a:solidFill>
                  <a:schemeClr val="accent2">
                    <a:lumMod val="60000"/>
                    <a:lumOff val="40000"/>
                  </a:schemeClr>
                </a:solidFill>
                <a:latin typeface="+mn-lt"/>
                <a:ea typeface="+mn-ea"/>
                <a:cs typeface="Segoe UI Light" panose="020B0502040204020203" pitchFamily="34" charset="0"/>
              </a:defRPr>
            </a:lvl1pPr>
            <a:lvl2pPr>
              <a:defRPr lang="en-US" sz="900" kern="1200" spc="0" baseline="0" dirty="0" smtClean="0">
                <a:gradFill>
                  <a:gsLst>
                    <a:gs pos="1250">
                      <a:schemeClr val="tx1"/>
                    </a:gs>
                    <a:gs pos="100000">
                      <a:schemeClr val="tx1"/>
                    </a:gs>
                  </a:gsLst>
                  <a:lin ang="5400000" scaled="0"/>
                </a:gradFill>
                <a:latin typeface="+mn-lt"/>
                <a:ea typeface="+mn-ea"/>
                <a:cs typeface="Segoe UI Light" panose="020B0502040204020203" pitchFamily="34" charset="0"/>
              </a:defRPr>
            </a:lvl2pPr>
            <a:lvl3pPr>
              <a:defRPr sz="1050"/>
            </a:lvl3pPr>
            <a:lvl4pPr>
              <a:defRPr sz="1000"/>
            </a:lvl4pPr>
            <a:lvl5pPr>
              <a:defRPr sz="1000"/>
            </a:lvl5pPr>
          </a:lstStyle>
          <a:p>
            <a:pPr lvl="0"/>
            <a:r>
              <a:rPr lang="en-US" sz="900">
                <a:solidFill>
                  <a:schemeClr val="accent2">
                    <a:lumMod val="60000"/>
                    <a:lumOff val="40000"/>
                  </a:schemeClr>
                </a:solidFill>
                <a:latin typeface="+mn-lt"/>
                <a:cs typeface="Segoe UI Light" panose="020B0502040204020203" pitchFamily="34" charset="0"/>
              </a:rPr>
              <a:t>Impact</a:t>
            </a:r>
            <a:endParaRPr lang="en-US"/>
          </a:p>
        </p:txBody>
      </p:sp>
      <p:sp>
        <p:nvSpPr>
          <p:cNvPr id="45" name="Impact text">
            <a:extLst>
              <a:ext uri="{FF2B5EF4-FFF2-40B4-BE49-F238E27FC236}">
                <a16:creationId xmlns:a16="http://schemas.microsoft.com/office/drawing/2014/main" id="{817B977B-57E9-154C-AA12-E0B3A70688DF}"/>
              </a:ext>
            </a:extLst>
          </p:cNvPr>
          <p:cNvSpPr>
            <a:spLocks noGrp="1"/>
          </p:cNvSpPr>
          <p:nvPr>
            <p:ph type="body" sz="quarter" idx="22"/>
          </p:nvPr>
        </p:nvSpPr>
        <p:spPr>
          <a:xfrm>
            <a:off x="9225091" y="4976985"/>
            <a:ext cx="2687507" cy="1470009"/>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Tree>
    <p:extLst>
      <p:ext uri="{BB962C8B-B14F-4D97-AF65-F5344CB8AC3E}">
        <p14:creationId xmlns:p14="http://schemas.microsoft.com/office/powerpoint/2010/main" val="96660441"/>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2AE1C090-5F0E-4594-11DF-BE536201CA8D}"/>
              </a:ext>
            </a:extLst>
          </p:cNvPr>
          <p:cNvSpPr>
            <a:spLocks noGrp="1"/>
          </p:cNvSpPr>
          <p:nvPr>
            <p:ph type="title"/>
          </p:nvPr>
        </p:nvSpPr>
        <p:spPr>
          <a:xfrm>
            <a:off x="1200652" y="2638290"/>
            <a:ext cx="3938616" cy="1477328"/>
          </a:xfrm>
        </p:spPr>
        <p:txBody>
          <a:bodyPr/>
          <a:lstStyle>
            <a:lvl1pPr algn="l">
              <a:defRPr kumimoji="0" lang="en-US" sz="4800" b="0" i="0" u="none" strike="noStrike" kern="1200" cap="none" spc="-50" normalizeH="0" baseline="0" dirty="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r>
              <a:rPr lang="en-US"/>
              <a:t>Click to edit Master title</a:t>
            </a:r>
          </a:p>
        </p:txBody>
      </p:sp>
      <p:sp>
        <p:nvSpPr>
          <p:cNvPr id="13" name="Text Placeholder 12">
            <a:extLst>
              <a:ext uri="{FF2B5EF4-FFF2-40B4-BE49-F238E27FC236}">
                <a16:creationId xmlns:a16="http://schemas.microsoft.com/office/drawing/2014/main" id="{2FC8B7C9-A777-4764-F527-E7A0F7A3BB43}"/>
              </a:ext>
            </a:extLst>
          </p:cNvPr>
          <p:cNvSpPr>
            <a:spLocks noGrp="1"/>
          </p:cNvSpPr>
          <p:nvPr>
            <p:ph type="body" sz="quarter" idx="10"/>
          </p:nvPr>
        </p:nvSpPr>
        <p:spPr>
          <a:xfrm>
            <a:off x="6424641" y="1513200"/>
            <a:ext cx="5120640" cy="338554"/>
          </a:xfrm>
        </p:spPr>
        <p:txBody>
          <a:bodyPr/>
          <a:lstStyle>
            <a:lvl1pPr>
              <a:defRPr kumimoji="0" lang="en-US" sz="2200" b="0" i="0" u="none" strike="noStrike" kern="1200" cap="none" spc="-50" normalizeH="0" baseline="0" dirty="0" smtClean="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pPr lvl="0"/>
            <a:r>
              <a:rPr lang="en-US"/>
              <a:t>Click to edit Master text styles</a:t>
            </a:r>
          </a:p>
        </p:txBody>
      </p:sp>
      <p:sp>
        <p:nvSpPr>
          <p:cNvPr id="14" name="Text Placeholder 12">
            <a:extLst>
              <a:ext uri="{FF2B5EF4-FFF2-40B4-BE49-F238E27FC236}">
                <a16:creationId xmlns:a16="http://schemas.microsoft.com/office/drawing/2014/main" id="{F8874C5B-6FEE-D16D-FA28-8329A46C0562}"/>
              </a:ext>
            </a:extLst>
          </p:cNvPr>
          <p:cNvSpPr>
            <a:spLocks noGrp="1"/>
          </p:cNvSpPr>
          <p:nvPr>
            <p:ph type="body" sz="quarter" idx="11"/>
          </p:nvPr>
        </p:nvSpPr>
        <p:spPr>
          <a:xfrm>
            <a:off x="6424640" y="3242679"/>
            <a:ext cx="5120640" cy="338554"/>
          </a:xfrm>
        </p:spPr>
        <p:txBody>
          <a:bodyPr/>
          <a:lstStyle>
            <a:lvl1pPr>
              <a:defRPr kumimoji="0" lang="en-US" sz="2200" b="0" i="0" u="none" strike="noStrike" kern="1200" cap="none" spc="-50" normalizeH="0" baseline="0" dirty="0" smtClean="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pPr lvl="0"/>
            <a:r>
              <a:rPr lang="en-US"/>
              <a:t>Click to edit Master text styles</a:t>
            </a:r>
          </a:p>
        </p:txBody>
      </p:sp>
      <p:sp>
        <p:nvSpPr>
          <p:cNvPr id="15" name="Text Placeholder 12">
            <a:extLst>
              <a:ext uri="{FF2B5EF4-FFF2-40B4-BE49-F238E27FC236}">
                <a16:creationId xmlns:a16="http://schemas.microsoft.com/office/drawing/2014/main" id="{C382931F-412B-91C7-8859-E52809365D8B}"/>
              </a:ext>
            </a:extLst>
          </p:cNvPr>
          <p:cNvSpPr>
            <a:spLocks noGrp="1"/>
          </p:cNvSpPr>
          <p:nvPr>
            <p:ph type="body" sz="quarter" idx="12"/>
          </p:nvPr>
        </p:nvSpPr>
        <p:spPr>
          <a:xfrm>
            <a:off x="6424640" y="4707502"/>
            <a:ext cx="5120640" cy="338554"/>
          </a:xfrm>
        </p:spPr>
        <p:txBody>
          <a:bodyPr/>
          <a:lstStyle>
            <a:lvl1pPr>
              <a:defRPr kumimoji="0" lang="en-US" sz="2200" b="0" i="0" u="none" strike="noStrike" kern="1200" cap="none" spc="-50" normalizeH="0" baseline="0" dirty="0" smtClean="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pPr lvl="0"/>
            <a:r>
              <a:rPr lang="en-US"/>
              <a:t>Click to edit Master text styles</a:t>
            </a:r>
          </a:p>
        </p:txBody>
      </p:sp>
    </p:spTree>
    <p:extLst>
      <p:ext uri="{BB962C8B-B14F-4D97-AF65-F5344CB8AC3E}">
        <p14:creationId xmlns:p14="http://schemas.microsoft.com/office/powerpoint/2010/main" val="359176177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768">
          <p15:clr>
            <a:srgbClr val="FBAE40"/>
          </p15:clr>
        </p15:guide>
      </p15:sldGuideLst>
    </p:ext>
  </p:extLst>
</p:sldLayout>
</file>

<file path=ppt/slideLayouts/slideLayout263.xml><?xml version="1.0" encoding="utf-8"?>
<p:sldLayout xmlns:a="http://schemas.openxmlformats.org/drawingml/2006/main" xmlns:r="http://schemas.openxmlformats.org/officeDocument/2006/relationships" xmlns:p="http://schemas.openxmlformats.org/presentationml/2006/main" userDrawn="1">
  <p:cSld name="7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58FF18-9BD3-49EC-8393-12EF9F3B421A}"/>
              </a:ext>
            </a:extLst>
          </p:cNvPr>
          <p:cNvSpPr>
            <a:spLocks noGrp="1"/>
          </p:cNvSpPr>
          <p:nvPr>
            <p:ph type="title"/>
          </p:nvPr>
        </p:nvSpPr>
        <p:spPr>
          <a:xfrm>
            <a:off x="588264" y="2862297"/>
            <a:ext cx="3992212" cy="492443"/>
          </a:xfrm>
        </p:spPr>
        <p:txBody>
          <a:bodyPr anchor="b"/>
          <a:lstStyle>
            <a:lvl1pPr algn="l">
              <a:defRPr>
                <a:solidFill>
                  <a:schemeClr val="tx1"/>
                </a:solidFill>
              </a:defRPr>
            </a:lvl1pPr>
          </a:lstStyle>
          <a:p>
            <a:r>
              <a:rPr lang="en-US"/>
              <a:t>Click to edit Master</a:t>
            </a:r>
          </a:p>
        </p:txBody>
      </p:sp>
      <p:sp>
        <p:nvSpPr>
          <p:cNvPr id="6" name="Text Placeholder 5">
            <a:extLst>
              <a:ext uri="{FF2B5EF4-FFF2-40B4-BE49-F238E27FC236}">
                <a16:creationId xmlns:a16="http://schemas.microsoft.com/office/drawing/2014/main" id="{9E09CA30-1D13-4021-BE81-6A72FEAF7A8E}"/>
              </a:ext>
            </a:extLst>
          </p:cNvPr>
          <p:cNvSpPr>
            <a:spLocks noGrp="1"/>
          </p:cNvSpPr>
          <p:nvPr>
            <p:ph type="body" sz="quarter" idx="11"/>
          </p:nvPr>
        </p:nvSpPr>
        <p:spPr>
          <a:xfrm>
            <a:off x="588264" y="3429000"/>
            <a:ext cx="4043371" cy="1957324"/>
          </a:xfrm>
        </p:spPr>
        <p:txBody>
          <a:bodyPr/>
          <a:lstStyle>
            <a:lvl1pPr>
              <a:defRPr sz="2000">
                <a:solidFill>
                  <a:schemeClr val="accent2"/>
                </a:solidFill>
              </a:defRPr>
            </a:lvl1pPr>
            <a:lvl2pPr>
              <a:defRPr sz="1600">
                <a:solidFill>
                  <a:schemeClr val="accent2"/>
                </a:solidFill>
              </a:defRPr>
            </a:lvl2pPr>
            <a:lvl3pPr>
              <a:defRPr sz="1200">
                <a:solidFill>
                  <a:schemeClr val="accent2"/>
                </a:solidFill>
              </a:defRPr>
            </a:lvl3pPr>
            <a:lvl4pPr>
              <a:defRPr sz="1100">
                <a:solidFill>
                  <a:schemeClr val="accent2"/>
                </a:solidFill>
              </a:defRPr>
            </a:lvl4pPr>
            <a:lvl5pPr>
              <a:defRPr sz="1100">
                <a:solidFill>
                  <a:schemeClr val="accent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31068316"/>
      </p:ext>
    </p:extLst>
  </p:cSld>
  <p:clrMapOvr>
    <a:masterClrMapping/>
  </p:clrMapOvr>
  <p:transition>
    <p:fade/>
  </p:transition>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gradFill>
                  <a:gsLst>
                    <a:gs pos="62564">
                      <a:schemeClr val="tx1"/>
                    </a:gs>
                    <a:gs pos="55000">
                      <a:schemeClr val="tx1"/>
                    </a:gs>
                  </a:gsLst>
                  <a:lin ang="5400000" scaled="0"/>
                </a:gra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923145A3-A9AB-4B3E-A898-5EC4C932840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0243104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6849624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266.xml><?xml version="1.0" encoding="utf-8"?>
<p:sldLayout xmlns:a="http://schemas.openxmlformats.org/drawingml/2006/main" xmlns:r="http://schemas.openxmlformats.org/officeDocument/2006/relationships" xmlns:p="http://schemas.openxmlformats.org/presentationml/2006/main" userDrawn="1">
  <p:cSld name="10_TITLE &amp; SUB">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3DB7C14D-4BCE-C6FB-73BC-7CC9541EEB68}"/>
              </a:ext>
              <a:ext uri="{C183D7F6-B498-43B3-948B-1728B52AA6E4}">
                <adec:decorative xmlns:adec="http://schemas.microsoft.com/office/drawing/2017/decorative" val="1"/>
              </a:ext>
            </a:extLst>
          </p:cNvPr>
          <p:cNvPicPr>
            <a:picLocks noChangeAspect="1" noChangeArrowheads="1"/>
          </p:cNvPicPr>
          <p:nvPr userDrawn="1"/>
        </p:nvPicPr>
        <p:blipFill rotWithShape="1">
          <a:blip r:embed="rId2">
            <a:alphaModFix amt="55000"/>
            <a:extLst>
              <a:ext uri="{28A0092B-C50C-407E-A947-70E740481C1C}">
                <a14:useLocalDpi xmlns:a14="http://schemas.microsoft.com/office/drawing/2010/main" val="0"/>
              </a:ext>
            </a:extLst>
          </a:blip>
          <a:srcRect l="-3" t="9326" r="50" b="15915"/>
          <a:stretch/>
        </p:blipFill>
        <p:spPr bwMode="auto">
          <a:xfrm>
            <a:off x="-28209" y="1"/>
            <a:ext cx="12225674" cy="656566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579A690D-B40A-DE7F-646A-BB3363789F74}"/>
              </a:ext>
              <a:ext uri="{C183D7F6-B498-43B3-948B-1728B52AA6E4}">
                <adec:decorative xmlns:adec="http://schemas.microsoft.com/office/drawing/2017/decorative" val="1"/>
              </a:ext>
            </a:extLst>
          </p:cNvPr>
          <p:cNvSpPr/>
          <p:nvPr userDrawn="1"/>
        </p:nvSpPr>
        <p:spPr bwMode="auto">
          <a:xfrm>
            <a:off x="0" y="403929"/>
            <a:ext cx="12235873" cy="5891349"/>
          </a:xfrm>
          <a:prstGeom prst="rect">
            <a:avLst/>
          </a:prstGeom>
          <a:solidFill>
            <a:schemeClr val="dk1">
              <a:alpha val="45000"/>
            </a:schemeClr>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000000"/>
              </a:solidFill>
              <a:effectLst/>
              <a:uLnTx/>
              <a:uFillTx/>
              <a:latin typeface="Segoe UI"/>
              <a:ea typeface="Segoe UI" pitchFamily="34" charset="0"/>
              <a:cs typeface="Segoe UI" pitchFamily="34" charset="0"/>
            </a:endParaRPr>
          </a:p>
        </p:txBody>
      </p:sp>
      <p:grpSp>
        <p:nvGrpSpPr>
          <p:cNvPr id="22" name="Group 21">
            <a:extLst>
              <a:ext uri="{FF2B5EF4-FFF2-40B4-BE49-F238E27FC236}">
                <a16:creationId xmlns:a16="http://schemas.microsoft.com/office/drawing/2014/main" id="{CE53CC27-C833-E269-F0CC-F0875BFD890D}"/>
              </a:ext>
              <a:ext uri="{C183D7F6-B498-43B3-948B-1728B52AA6E4}">
                <adec:decorative xmlns:adec="http://schemas.microsoft.com/office/drawing/2017/decorative" val="1"/>
              </a:ext>
            </a:extLst>
          </p:cNvPr>
          <p:cNvGrpSpPr/>
          <p:nvPr userDrawn="1"/>
        </p:nvGrpSpPr>
        <p:grpSpPr>
          <a:xfrm>
            <a:off x="503518" y="1449472"/>
            <a:ext cx="2743200" cy="4653435"/>
            <a:chOff x="3153066" y="1685024"/>
            <a:chExt cx="5872022" cy="4153830"/>
          </a:xfrm>
        </p:grpSpPr>
        <p:sp>
          <p:nvSpPr>
            <p:cNvPr id="23" name="Rectangle 22">
              <a:extLst>
                <a:ext uri="{FF2B5EF4-FFF2-40B4-BE49-F238E27FC236}">
                  <a16:creationId xmlns:a16="http://schemas.microsoft.com/office/drawing/2014/main" id="{1B063FBD-90EC-7F07-8E10-F034B050DC0B}"/>
                </a:ext>
              </a:extLst>
            </p:cNvPr>
            <p:cNvSpPr/>
            <p:nvPr/>
          </p:nvSpPr>
          <p:spPr bwMode="auto">
            <a:xfrm>
              <a:off x="3153066" y="1685024"/>
              <a:ext cx="5872022" cy="4153830"/>
            </a:xfrm>
            <a:prstGeom prst="rect">
              <a:avLst/>
            </a:prstGeom>
            <a:solidFill>
              <a:schemeClr val="bg1">
                <a:alpha val="70000"/>
              </a:schemeClr>
            </a:solidFill>
            <a:ln w="3175" cap="rnd" cmpd="sng" algn="ctr">
              <a:solidFill>
                <a:schemeClr val="accent2"/>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fontAlgn="auto">
                <a:lnSpc>
                  <a:spcPct val="110000"/>
                </a:lnSpc>
                <a:spcBef>
                  <a:spcPts val="0"/>
                </a:spcBef>
                <a:spcAft>
                  <a:spcPts val="0"/>
                </a:spcAft>
                <a:buClrTx/>
                <a:buSzTx/>
                <a:buFontTx/>
                <a:buNone/>
                <a:tabLst/>
              </a:pPr>
              <a:endParaRPr kumimoji="0" lang="en-US" sz="2000" b="0" i="0" u="none" strike="noStrike" cap="none" spc="0" normalizeH="0" baseline="0" noProof="0">
                <a:ln>
                  <a:noFill/>
                </a:ln>
                <a:solidFill>
                  <a:srgbClr val="FFFFFF"/>
                </a:solidFill>
                <a:effectLst/>
                <a:uLnTx/>
                <a:uFillTx/>
                <a:latin typeface="Segoe UI Light" panose="020B0502040204020203" pitchFamily="34" charset="0"/>
                <a:cs typeface="Segoe UI Light" panose="020B0502040204020203" pitchFamily="34" charset="0"/>
              </a:endParaRPr>
            </a:p>
          </p:txBody>
        </p:sp>
        <p:sp>
          <p:nvSpPr>
            <p:cNvPr id="24" name="Rectangle 23">
              <a:extLst>
                <a:ext uri="{FF2B5EF4-FFF2-40B4-BE49-F238E27FC236}">
                  <a16:creationId xmlns:a16="http://schemas.microsoft.com/office/drawing/2014/main" id="{96743226-0D20-E861-1F7A-8B7323129D86}"/>
                </a:ext>
              </a:extLst>
            </p:cNvPr>
            <p:cNvSpPr/>
            <p:nvPr/>
          </p:nvSpPr>
          <p:spPr bwMode="auto">
            <a:xfrm>
              <a:off x="3371081" y="1773324"/>
              <a:ext cx="5435992" cy="397723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grpSp>
      <p:grpSp>
        <p:nvGrpSpPr>
          <p:cNvPr id="25" name="Group 24">
            <a:extLst>
              <a:ext uri="{FF2B5EF4-FFF2-40B4-BE49-F238E27FC236}">
                <a16:creationId xmlns:a16="http://schemas.microsoft.com/office/drawing/2014/main" id="{BB95203E-355E-6FF4-45D1-ACFF8BF464CC}"/>
              </a:ext>
              <a:ext uri="{C183D7F6-B498-43B3-948B-1728B52AA6E4}">
                <adec:decorative xmlns:adec="http://schemas.microsoft.com/office/drawing/2017/decorative" val="1"/>
              </a:ext>
            </a:extLst>
          </p:cNvPr>
          <p:cNvGrpSpPr/>
          <p:nvPr userDrawn="1"/>
        </p:nvGrpSpPr>
        <p:grpSpPr>
          <a:xfrm>
            <a:off x="3322392" y="1449472"/>
            <a:ext cx="2743200" cy="4653435"/>
            <a:chOff x="3153066" y="1685024"/>
            <a:chExt cx="5872022" cy="4153830"/>
          </a:xfrm>
        </p:grpSpPr>
        <p:sp>
          <p:nvSpPr>
            <p:cNvPr id="26" name="Rectangle 25">
              <a:extLst>
                <a:ext uri="{FF2B5EF4-FFF2-40B4-BE49-F238E27FC236}">
                  <a16:creationId xmlns:a16="http://schemas.microsoft.com/office/drawing/2014/main" id="{F89D454B-8558-1A94-B52F-3267592642AE}"/>
                </a:ext>
              </a:extLst>
            </p:cNvPr>
            <p:cNvSpPr/>
            <p:nvPr/>
          </p:nvSpPr>
          <p:spPr bwMode="auto">
            <a:xfrm>
              <a:off x="3153066" y="1685024"/>
              <a:ext cx="5872022" cy="4153830"/>
            </a:xfrm>
            <a:prstGeom prst="rect">
              <a:avLst/>
            </a:prstGeom>
            <a:solidFill>
              <a:schemeClr val="bg1">
                <a:alpha val="70000"/>
              </a:schemeClr>
            </a:solidFill>
            <a:ln w="3175" cap="rnd" cmpd="sng" algn="ctr">
              <a:solidFill>
                <a:schemeClr val="accent2"/>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fontAlgn="auto">
                <a:lnSpc>
                  <a:spcPct val="110000"/>
                </a:lnSpc>
                <a:spcBef>
                  <a:spcPts val="0"/>
                </a:spcBef>
                <a:spcAft>
                  <a:spcPts val="0"/>
                </a:spcAft>
                <a:buClrTx/>
                <a:buSzTx/>
                <a:buFontTx/>
                <a:buNone/>
                <a:tabLst/>
              </a:pPr>
              <a:endParaRPr kumimoji="0" lang="en-US" sz="2000" b="0" i="0" u="none" strike="noStrike" cap="none" spc="0" normalizeH="0" baseline="0" noProof="0">
                <a:ln>
                  <a:noFill/>
                </a:ln>
                <a:solidFill>
                  <a:srgbClr val="FFFFFF"/>
                </a:solidFill>
                <a:effectLst/>
                <a:uLnTx/>
                <a:uFillTx/>
                <a:latin typeface="Segoe UI Light" panose="020B0502040204020203" pitchFamily="34" charset="0"/>
                <a:cs typeface="Segoe UI Light" panose="020B0502040204020203" pitchFamily="34" charset="0"/>
              </a:endParaRPr>
            </a:p>
          </p:txBody>
        </p:sp>
        <p:sp>
          <p:nvSpPr>
            <p:cNvPr id="27" name="Rectangle 26">
              <a:extLst>
                <a:ext uri="{FF2B5EF4-FFF2-40B4-BE49-F238E27FC236}">
                  <a16:creationId xmlns:a16="http://schemas.microsoft.com/office/drawing/2014/main" id="{C2DF5F0B-35E8-B2DE-53A4-B8F3226CFCEB}"/>
                </a:ext>
              </a:extLst>
            </p:cNvPr>
            <p:cNvSpPr/>
            <p:nvPr/>
          </p:nvSpPr>
          <p:spPr bwMode="auto">
            <a:xfrm>
              <a:off x="3371081" y="1773324"/>
              <a:ext cx="5435992" cy="397723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grpSp>
      <p:grpSp>
        <p:nvGrpSpPr>
          <p:cNvPr id="28" name="Group 27">
            <a:extLst>
              <a:ext uri="{FF2B5EF4-FFF2-40B4-BE49-F238E27FC236}">
                <a16:creationId xmlns:a16="http://schemas.microsoft.com/office/drawing/2014/main" id="{566CCC1A-9ACD-13E7-4EBF-C842A2923758}"/>
              </a:ext>
              <a:ext uri="{C183D7F6-B498-43B3-948B-1728B52AA6E4}">
                <adec:decorative xmlns:adec="http://schemas.microsoft.com/office/drawing/2017/decorative" val="1"/>
              </a:ext>
            </a:extLst>
          </p:cNvPr>
          <p:cNvGrpSpPr/>
          <p:nvPr userDrawn="1"/>
        </p:nvGrpSpPr>
        <p:grpSpPr>
          <a:xfrm>
            <a:off x="6141266" y="1449472"/>
            <a:ext cx="2743200" cy="4653435"/>
            <a:chOff x="3153066" y="1685024"/>
            <a:chExt cx="5872022" cy="4153830"/>
          </a:xfrm>
        </p:grpSpPr>
        <p:sp>
          <p:nvSpPr>
            <p:cNvPr id="32" name="Rectangle 31">
              <a:extLst>
                <a:ext uri="{FF2B5EF4-FFF2-40B4-BE49-F238E27FC236}">
                  <a16:creationId xmlns:a16="http://schemas.microsoft.com/office/drawing/2014/main" id="{0EAD7A8F-2D61-A7AF-4860-09E717313D56}"/>
                </a:ext>
              </a:extLst>
            </p:cNvPr>
            <p:cNvSpPr/>
            <p:nvPr/>
          </p:nvSpPr>
          <p:spPr bwMode="auto">
            <a:xfrm>
              <a:off x="3153066" y="1685024"/>
              <a:ext cx="5872022" cy="4153830"/>
            </a:xfrm>
            <a:prstGeom prst="rect">
              <a:avLst/>
            </a:prstGeom>
            <a:solidFill>
              <a:schemeClr val="bg1">
                <a:alpha val="70000"/>
              </a:schemeClr>
            </a:solidFill>
            <a:ln w="3175" cap="rnd" cmpd="sng" algn="ctr">
              <a:solidFill>
                <a:schemeClr val="accent2"/>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fontAlgn="auto">
                <a:lnSpc>
                  <a:spcPct val="110000"/>
                </a:lnSpc>
                <a:spcBef>
                  <a:spcPts val="0"/>
                </a:spcBef>
                <a:spcAft>
                  <a:spcPts val="0"/>
                </a:spcAft>
                <a:buClrTx/>
                <a:buSzTx/>
                <a:buFontTx/>
                <a:buNone/>
                <a:tabLst/>
              </a:pPr>
              <a:endParaRPr kumimoji="0" lang="en-US" sz="2000" b="0" i="0" u="none" strike="noStrike" cap="none" spc="0" normalizeH="0" baseline="0" noProof="0">
                <a:ln>
                  <a:noFill/>
                </a:ln>
                <a:solidFill>
                  <a:srgbClr val="FFFFFF"/>
                </a:solidFill>
                <a:effectLst/>
                <a:uLnTx/>
                <a:uFillTx/>
                <a:latin typeface="Segoe UI Light" panose="020B0502040204020203" pitchFamily="34" charset="0"/>
                <a:cs typeface="Segoe UI Light" panose="020B0502040204020203" pitchFamily="34" charset="0"/>
              </a:endParaRPr>
            </a:p>
          </p:txBody>
        </p:sp>
        <p:sp>
          <p:nvSpPr>
            <p:cNvPr id="38" name="Rectangle 37">
              <a:extLst>
                <a:ext uri="{FF2B5EF4-FFF2-40B4-BE49-F238E27FC236}">
                  <a16:creationId xmlns:a16="http://schemas.microsoft.com/office/drawing/2014/main" id="{D9F2CB8D-E8F3-AE12-96C2-530747CFE318}"/>
                </a:ext>
              </a:extLst>
            </p:cNvPr>
            <p:cNvSpPr/>
            <p:nvPr/>
          </p:nvSpPr>
          <p:spPr bwMode="auto">
            <a:xfrm>
              <a:off x="3371081" y="1773324"/>
              <a:ext cx="5435992" cy="397723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grpSp>
      <p:grpSp>
        <p:nvGrpSpPr>
          <p:cNvPr id="39" name="Group 38">
            <a:extLst>
              <a:ext uri="{FF2B5EF4-FFF2-40B4-BE49-F238E27FC236}">
                <a16:creationId xmlns:a16="http://schemas.microsoft.com/office/drawing/2014/main" id="{D266C45A-C430-E7B2-FC54-0CC25348F481}"/>
              </a:ext>
              <a:ext uri="{C183D7F6-B498-43B3-948B-1728B52AA6E4}">
                <adec:decorative xmlns:adec="http://schemas.microsoft.com/office/drawing/2017/decorative" val="1"/>
              </a:ext>
            </a:extLst>
          </p:cNvPr>
          <p:cNvGrpSpPr/>
          <p:nvPr userDrawn="1"/>
        </p:nvGrpSpPr>
        <p:grpSpPr>
          <a:xfrm>
            <a:off x="8960139" y="1449472"/>
            <a:ext cx="2743200" cy="4653435"/>
            <a:chOff x="3153066" y="1685024"/>
            <a:chExt cx="5872022" cy="4153830"/>
          </a:xfrm>
        </p:grpSpPr>
        <p:sp>
          <p:nvSpPr>
            <p:cNvPr id="40" name="Rectangle 39">
              <a:extLst>
                <a:ext uri="{FF2B5EF4-FFF2-40B4-BE49-F238E27FC236}">
                  <a16:creationId xmlns:a16="http://schemas.microsoft.com/office/drawing/2014/main" id="{E4C02781-D19A-D3B3-B666-7A79733C8174}"/>
                </a:ext>
              </a:extLst>
            </p:cNvPr>
            <p:cNvSpPr/>
            <p:nvPr/>
          </p:nvSpPr>
          <p:spPr bwMode="auto">
            <a:xfrm>
              <a:off x="3153066" y="1685024"/>
              <a:ext cx="5872022" cy="4153830"/>
            </a:xfrm>
            <a:prstGeom prst="rect">
              <a:avLst/>
            </a:prstGeom>
            <a:solidFill>
              <a:schemeClr val="bg1">
                <a:alpha val="70000"/>
              </a:schemeClr>
            </a:solidFill>
            <a:ln w="3175" cap="rnd" cmpd="sng" algn="ctr">
              <a:solidFill>
                <a:schemeClr val="accent2"/>
              </a:solid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R="0" lvl="0" indent="0" fontAlgn="auto">
                <a:lnSpc>
                  <a:spcPct val="110000"/>
                </a:lnSpc>
                <a:spcBef>
                  <a:spcPts val="0"/>
                </a:spcBef>
                <a:spcAft>
                  <a:spcPts val="0"/>
                </a:spcAft>
                <a:buClrTx/>
                <a:buSzTx/>
                <a:buFontTx/>
                <a:buNone/>
                <a:tabLst/>
              </a:pPr>
              <a:endParaRPr kumimoji="0" lang="en-US" sz="2000" b="0" i="0" u="none" strike="noStrike" cap="none" spc="0" normalizeH="0" baseline="0" noProof="0">
                <a:ln>
                  <a:noFill/>
                </a:ln>
                <a:solidFill>
                  <a:srgbClr val="FFFFFF"/>
                </a:solidFill>
                <a:effectLst/>
                <a:uLnTx/>
                <a:uFillTx/>
                <a:latin typeface="Segoe UI Light" panose="020B0502040204020203" pitchFamily="34" charset="0"/>
                <a:cs typeface="Segoe UI Light" panose="020B0502040204020203" pitchFamily="34" charset="0"/>
              </a:endParaRPr>
            </a:p>
          </p:txBody>
        </p:sp>
        <p:sp>
          <p:nvSpPr>
            <p:cNvPr id="41" name="Rectangle 40">
              <a:extLst>
                <a:ext uri="{FF2B5EF4-FFF2-40B4-BE49-F238E27FC236}">
                  <a16:creationId xmlns:a16="http://schemas.microsoft.com/office/drawing/2014/main" id="{70E95DDD-2F02-0214-3837-3C23467ED712}"/>
                </a:ext>
              </a:extLst>
            </p:cNvPr>
            <p:cNvSpPr/>
            <p:nvPr/>
          </p:nvSpPr>
          <p:spPr bwMode="auto">
            <a:xfrm>
              <a:off x="3371081" y="1773324"/>
              <a:ext cx="5435992" cy="3977231"/>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a:solidFill>
                  <a:srgbClr val="50E6FF">
                    <a:lumMod val="60000"/>
                    <a:lumOff val="40000"/>
                  </a:srgbClr>
                </a:solidFill>
                <a:latin typeface="Segoe UI"/>
                <a:cs typeface="Segoe UI" pitchFamily="34" charset="0"/>
              </a:endParaRPr>
            </a:p>
          </p:txBody>
        </p:sp>
      </p:grpSp>
      <p:sp>
        <p:nvSpPr>
          <p:cNvPr id="6" name="Title 5">
            <a:extLst>
              <a:ext uri="{FF2B5EF4-FFF2-40B4-BE49-F238E27FC236}">
                <a16:creationId xmlns:a16="http://schemas.microsoft.com/office/drawing/2014/main" id="{A6A88CCA-CF1B-2217-4FF6-45FAC2571663}"/>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BB2D1D95-65AC-46A1-A67B-514678A8ACB5}"/>
              </a:ext>
            </a:extLst>
          </p:cNvPr>
          <p:cNvSpPr>
            <a:spLocks noGrp="1"/>
          </p:cNvSpPr>
          <p:nvPr>
            <p:ph type="body" sz="quarter" idx="10"/>
          </p:nvPr>
        </p:nvSpPr>
        <p:spPr>
          <a:xfrm>
            <a:off x="588963" y="949325"/>
            <a:ext cx="11014075" cy="307777"/>
          </a:xfrm>
        </p:spPr>
        <p:txBody>
          <a:bodyPr/>
          <a:lstStyle>
            <a:lvl1pPr algn="ctr">
              <a:defRPr sz="2000">
                <a:solidFill>
                  <a:schemeClr val="accent1"/>
                </a:solidFill>
              </a:defRPr>
            </a:lvl1pPr>
            <a:lvl2pPr algn="ctr">
              <a:defRPr/>
            </a:lvl2pPr>
            <a:lvl3pPr algn="ctr">
              <a:defRPr/>
            </a:lvl3pPr>
            <a:lvl4pPr algn="ctr">
              <a:defRPr/>
            </a:lvl4pPr>
            <a:lvl5pPr algn="ctr">
              <a:defRPr/>
            </a:lvl5pPr>
          </a:lstStyle>
          <a:p>
            <a:pPr lvl="0"/>
            <a:r>
              <a:rPr lang="en-US"/>
              <a:t>Click to edit Master text styles</a:t>
            </a:r>
          </a:p>
        </p:txBody>
      </p:sp>
      <p:sp>
        <p:nvSpPr>
          <p:cNvPr id="8" name="Text Placeholder 6">
            <a:extLst>
              <a:ext uri="{FF2B5EF4-FFF2-40B4-BE49-F238E27FC236}">
                <a16:creationId xmlns:a16="http://schemas.microsoft.com/office/drawing/2014/main" id="{8A82CF4F-3224-D43A-06D7-811842F7ABEC}"/>
              </a:ext>
            </a:extLst>
          </p:cNvPr>
          <p:cNvSpPr>
            <a:spLocks noGrp="1"/>
          </p:cNvSpPr>
          <p:nvPr>
            <p:ph type="body" sz="quarter" idx="14"/>
          </p:nvPr>
        </p:nvSpPr>
        <p:spPr>
          <a:xfrm>
            <a:off x="686398" y="2155031"/>
            <a:ext cx="2377440" cy="492443"/>
          </a:xfrm>
        </p:spPr>
        <p:txBody>
          <a:bodyPr/>
          <a:lstStyle>
            <a:lvl1pPr algn="ctr">
              <a:defRPr lang="en-US" sz="1600" kern="1200" smtClean="0">
                <a:solidFill>
                  <a:schemeClr val="accent2">
                    <a:lumMod val="60000"/>
                    <a:lumOff val="40000"/>
                  </a:schemeClr>
                </a:solidFill>
                <a:latin typeface="Segoe UI Semibold" panose="020B0702040204020203" pitchFamily="34" charset="0"/>
                <a:ea typeface="+mn-ea"/>
                <a:cs typeface="Segoe UI Semibold" panose="020B0702040204020203" pitchFamily="34" charset="0"/>
              </a:defRPr>
            </a:lvl1pPr>
            <a:lvl2pPr>
              <a:spcBef>
                <a:spcPts val="0"/>
              </a:spcBef>
              <a:defRPr sz="1400"/>
            </a:lvl2pPr>
            <a:lvl3pPr marL="171450" indent="-171450">
              <a:spcAft>
                <a:spcPts val="0"/>
              </a:spcAft>
              <a:buFont typeface="Arial" panose="020B0604020202020204" pitchFamily="34" charset="0"/>
              <a:buChar char="•"/>
              <a:defRPr sz="1200"/>
            </a:lvl3pPr>
          </a:lstStyle>
          <a:p>
            <a:pPr lvl="0"/>
            <a:r>
              <a:rPr lang="en-US"/>
              <a:t>Click to edit Master text styles</a:t>
            </a:r>
          </a:p>
        </p:txBody>
      </p:sp>
      <p:sp>
        <p:nvSpPr>
          <p:cNvPr id="29" name="Text Placeholder 4">
            <a:extLst>
              <a:ext uri="{FF2B5EF4-FFF2-40B4-BE49-F238E27FC236}">
                <a16:creationId xmlns:a16="http://schemas.microsoft.com/office/drawing/2014/main" id="{EA9A8C56-994E-3B63-53FF-2C408B0891DB}"/>
              </a:ext>
            </a:extLst>
          </p:cNvPr>
          <p:cNvSpPr>
            <a:spLocks noGrp="1"/>
          </p:cNvSpPr>
          <p:nvPr>
            <p:ph type="body" sz="quarter" idx="11"/>
          </p:nvPr>
        </p:nvSpPr>
        <p:spPr>
          <a:xfrm>
            <a:off x="732118" y="2743235"/>
            <a:ext cx="2350388" cy="164305"/>
          </a:xfrm>
        </p:spPr>
        <p:txBody>
          <a:bodyPr/>
          <a:lstStyle>
            <a:lvl1pPr marL="182880" indent="-182880">
              <a:spcBef>
                <a:spcPts val="0"/>
              </a:spcBef>
              <a:spcAft>
                <a:spcPts val="600"/>
              </a:spcAft>
              <a:buFont typeface="Arial" panose="020B0604020202020204" pitchFamily="34" charset="0"/>
              <a:buChar char="•"/>
              <a:defRPr sz="1400"/>
            </a:lvl1pPr>
            <a:lvl2pPr marL="0" indent="0">
              <a:buFont typeface="Arial" panose="020B0604020202020204" pitchFamily="34" charset="0"/>
              <a:buNone/>
              <a:defRPr sz="1200"/>
            </a:lvl2pPr>
            <a:lvl3pPr marL="171450" indent="-171450">
              <a:buFont typeface="Arial" panose="020B0604020202020204" pitchFamily="34" charset="0"/>
              <a:buChar char="•"/>
              <a:defRPr sz="1050"/>
            </a:lvl3pPr>
            <a:lvl4pPr marL="171450" indent="-171450">
              <a:buFont typeface="Arial" panose="020B0604020202020204" pitchFamily="34" charset="0"/>
              <a:buChar char="•"/>
              <a:defRPr sz="1000"/>
            </a:lvl4pPr>
            <a:lvl5pPr marL="171450" indent="-171450">
              <a:buFont typeface="Arial" panose="020B0604020202020204" pitchFamily="34" charset="0"/>
              <a:buChar char="•"/>
              <a:defRPr sz="1000"/>
            </a:lvl5pPr>
          </a:lstStyle>
          <a:p>
            <a:pPr lvl="0"/>
            <a:r>
              <a:rPr lang="en-US"/>
              <a:t>Click to edit Master text styles</a:t>
            </a:r>
          </a:p>
        </p:txBody>
      </p:sp>
      <p:sp>
        <p:nvSpPr>
          <p:cNvPr id="30" name="Text Placeholder 4">
            <a:extLst>
              <a:ext uri="{FF2B5EF4-FFF2-40B4-BE49-F238E27FC236}">
                <a16:creationId xmlns:a16="http://schemas.microsoft.com/office/drawing/2014/main" id="{A2286590-B64A-1C57-4114-0FD80F8A9F65}"/>
              </a:ext>
            </a:extLst>
          </p:cNvPr>
          <p:cNvSpPr>
            <a:spLocks noGrp="1"/>
          </p:cNvSpPr>
          <p:nvPr>
            <p:ph type="body" sz="quarter" idx="26"/>
          </p:nvPr>
        </p:nvSpPr>
        <p:spPr>
          <a:xfrm>
            <a:off x="732118" y="5211071"/>
            <a:ext cx="2286000" cy="184666"/>
          </a:xfrm>
        </p:spPr>
        <p:txBody>
          <a:bodyPr/>
          <a:lstStyle>
            <a:lvl1pPr>
              <a:spcAft>
                <a:spcPts val="1200"/>
              </a:spcAft>
              <a:defRPr sz="1200"/>
            </a:lvl1pPr>
            <a:lvl2pPr>
              <a:defRPr sz="1200"/>
            </a:lvl2pPr>
            <a:lvl3pPr>
              <a:defRPr sz="1050"/>
            </a:lvl3pPr>
            <a:lvl4pPr>
              <a:defRPr sz="1000"/>
            </a:lvl4pPr>
            <a:lvl5pPr>
              <a:defRPr sz="1000"/>
            </a:lvl5pPr>
          </a:lstStyle>
          <a:p>
            <a:pPr lvl="0"/>
            <a:r>
              <a:rPr lang="en-US"/>
              <a:t>Click to edit Master text styles</a:t>
            </a:r>
          </a:p>
        </p:txBody>
      </p:sp>
      <p:sp>
        <p:nvSpPr>
          <p:cNvPr id="10" name="Text Placeholder 6">
            <a:extLst>
              <a:ext uri="{FF2B5EF4-FFF2-40B4-BE49-F238E27FC236}">
                <a16:creationId xmlns:a16="http://schemas.microsoft.com/office/drawing/2014/main" id="{E4F07104-8EDF-E13F-D2E0-7092F76A9F79}"/>
              </a:ext>
            </a:extLst>
          </p:cNvPr>
          <p:cNvSpPr>
            <a:spLocks noGrp="1"/>
          </p:cNvSpPr>
          <p:nvPr>
            <p:ph type="body" sz="quarter" idx="16"/>
          </p:nvPr>
        </p:nvSpPr>
        <p:spPr>
          <a:xfrm>
            <a:off x="3505272" y="2155031"/>
            <a:ext cx="2377440" cy="492443"/>
          </a:xfrm>
        </p:spPr>
        <p:txBody>
          <a:bodyPr/>
          <a:lstStyle>
            <a:lvl1pPr algn="ctr">
              <a:defRPr lang="en-US" sz="1600" kern="1200" smtClean="0">
                <a:solidFill>
                  <a:schemeClr val="accent2">
                    <a:lumMod val="60000"/>
                    <a:lumOff val="40000"/>
                  </a:schemeClr>
                </a:solidFill>
                <a:latin typeface="Segoe UI Semibold" panose="020B0702040204020203" pitchFamily="34" charset="0"/>
                <a:ea typeface="+mn-ea"/>
                <a:cs typeface="Segoe UI Semibold" panose="020B0702040204020203" pitchFamily="34" charset="0"/>
              </a:defRPr>
            </a:lvl1pPr>
            <a:lvl2pPr>
              <a:spcBef>
                <a:spcPts val="0"/>
              </a:spcBef>
              <a:defRPr sz="1400"/>
            </a:lvl2pPr>
            <a:lvl3pPr marL="171450" indent="-171450">
              <a:spcAft>
                <a:spcPts val="0"/>
              </a:spcAft>
              <a:buFont typeface="Arial" panose="020B0604020202020204" pitchFamily="34" charset="0"/>
              <a:buChar char="•"/>
              <a:defRPr sz="1200"/>
            </a:lvl3pPr>
          </a:lstStyle>
          <a:p>
            <a:pPr lvl="0"/>
            <a:r>
              <a:rPr lang="en-US"/>
              <a:t>Click to edit Master text styles</a:t>
            </a:r>
          </a:p>
        </p:txBody>
      </p:sp>
      <p:sp>
        <p:nvSpPr>
          <p:cNvPr id="31" name="Text Placeholder 4">
            <a:extLst>
              <a:ext uri="{FF2B5EF4-FFF2-40B4-BE49-F238E27FC236}">
                <a16:creationId xmlns:a16="http://schemas.microsoft.com/office/drawing/2014/main" id="{05A66053-2E13-1FCC-F222-642A9234B3E2}"/>
              </a:ext>
            </a:extLst>
          </p:cNvPr>
          <p:cNvSpPr>
            <a:spLocks noGrp="1"/>
          </p:cNvSpPr>
          <p:nvPr>
            <p:ph type="body" sz="quarter" idx="27"/>
          </p:nvPr>
        </p:nvSpPr>
        <p:spPr>
          <a:xfrm>
            <a:off x="3550992" y="2743235"/>
            <a:ext cx="2286000" cy="164305"/>
          </a:xfrm>
        </p:spPr>
        <p:txBody>
          <a:bodyPr/>
          <a:lstStyle>
            <a:lvl1pPr marL="182880" indent="-182880">
              <a:spcBef>
                <a:spcPts val="0"/>
              </a:spcBef>
              <a:spcAft>
                <a:spcPts val="600"/>
              </a:spcAft>
              <a:buFont typeface="Arial" panose="020B0604020202020204" pitchFamily="34" charset="0"/>
              <a:buChar char="•"/>
              <a:defRPr sz="1400"/>
            </a:lvl1pPr>
            <a:lvl2pPr marL="0" indent="0">
              <a:buFont typeface="Arial" panose="020B0604020202020204" pitchFamily="34" charset="0"/>
              <a:buNone/>
              <a:defRPr sz="1200"/>
            </a:lvl2pPr>
            <a:lvl3pPr marL="171450" indent="-171450">
              <a:buFont typeface="Arial" panose="020B0604020202020204" pitchFamily="34" charset="0"/>
              <a:buChar char="•"/>
              <a:defRPr sz="1050"/>
            </a:lvl3pPr>
            <a:lvl4pPr marL="171450" indent="-171450">
              <a:buFont typeface="Arial" panose="020B0604020202020204" pitchFamily="34" charset="0"/>
              <a:buChar char="•"/>
              <a:defRPr sz="1000"/>
            </a:lvl4pPr>
            <a:lvl5pPr marL="171450" indent="-171450">
              <a:buFont typeface="Arial" panose="020B0604020202020204" pitchFamily="34" charset="0"/>
              <a:buChar char="•"/>
              <a:defRPr sz="1000"/>
            </a:lvl5pPr>
          </a:lstStyle>
          <a:p>
            <a:pPr lvl="0"/>
            <a:r>
              <a:rPr lang="en-US"/>
              <a:t>Click to edit Master text styles</a:t>
            </a:r>
          </a:p>
        </p:txBody>
      </p:sp>
      <p:sp>
        <p:nvSpPr>
          <p:cNvPr id="35" name="Text Placeholder 4">
            <a:extLst>
              <a:ext uri="{FF2B5EF4-FFF2-40B4-BE49-F238E27FC236}">
                <a16:creationId xmlns:a16="http://schemas.microsoft.com/office/drawing/2014/main" id="{DB1DE814-1EC2-7644-6AAA-C983C6FCA7B6}"/>
              </a:ext>
            </a:extLst>
          </p:cNvPr>
          <p:cNvSpPr>
            <a:spLocks noGrp="1"/>
          </p:cNvSpPr>
          <p:nvPr>
            <p:ph type="body" sz="quarter" idx="30"/>
          </p:nvPr>
        </p:nvSpPr>
        <p:spPr>
          <a:xfrm>
            <a:off x="3550992" y="5211071"/>
            <a:ext cx="2286000" cy="184666"/>
          </a:xfrm>
        </p:spPr>
        <p:txBody>
          <a:bodyPr/>
          <a:lstStyle>
            <a:lvl1pPr>
              <a:spcAft>
                <a:spcPts val="1200"/>
              </a:spcAft>
              <a:defRPr sz="1200"/>
            </a:lvl1pPr>
            <a:lvl2pPr>
              <a:defRPr sz="1200"/>
            </a:lvl2pPr>
            <a:lvl3pPr>
              <a:defRPr sz="1050"/>
            </a:lvl3pPr>
            <a:lvl4pPr>
              <a:defRPr sz="1000"/>
            </a:lvl4pPr>
            <a:lvl5pPr>
              <a:defRPr sz="1000"/>
            </a:lvl5pPr>
          </a:lstStyle>
          <a:p>
            <a:pPr lvl="0"/>
            <a:r>
              <a:rPr lang="en-US"/>
              <a:t>Click to edit Master text styles</a:t>
            </a:r>
          </a:p>
        </p:txBody>
      </p:sp>
      <p:sp>
        <p:nvSpPr>
          <p:cNvPr id="15" name="Text Placeholder 6">
            <a:extLst>
              <a:ext uri="{FF2B5EF4-FFF2-40B4-BE49-F238E27FC236}">
                <a16:creationId xmlns:a16="http://schemas.microsoft.com/office/drawing/2014/main" id="{2FFEE02D-658B-F7EE-3149-5E2BF0C21B42}"/>
              </a:ext>
            </a:extLst>
          </p:cNvPr>
          <p:cNvSpPr>
            <a:spLocks noGrp="1"/>
          </p:cNvSpPr>
          <p:nvPr>
            <p:ph type="body" sz="quarter" idx="18"/>
          </p:nvPr>
        </p:nvSpPr>
        <p:spPr>
          <a:xfrm>
            <a:off x="6324146" y="2155031"/>
            <a:ext cx="2377440" cy="492443"/>
          </a:xfrm>
        </p:spPr>
        <p:txBody>
          <a:bodyPr/>
          <a:lstStyle>
            <a:lvl1pPr algn="ctr">
              <a:defRPr lang="en-US" sz="1600" kern="1200" smtClean="0">
                <a:solidFill>
                  <a:schemeClr val="accent2">
                    <a:lumMod val="60000"/>
                    <a:lumOff val="40000"/>
                  </a:schemeClr>
                </a:solidFill>
                <a:latin typeface="Segoe UI Semibold" panose="020B0702040204020203" pitchFamily="34" charset="0"/>
                <a:ea typeface="+mn-ea"/>
                <a:cs typeface="Segoe UI Semibold" panose="020B0702040204020203" pitchFamily="34" charset="0"/>
              </a:defRPr>
            </a:lvl1pPr>
            <a:lvl2pPr>
              <a:spcBef>
                <a:spcPts val="0"/>
              </a:spcBef>
              <a:defRPr sz="1400"/>
            </a:lvl2pPr>
            <a:lvl3pPr marL="171450" indent="-171450">
              <a:spcAft>
                <a:spcPts val="0"/>
              </a:spcAft>
              <a:buFont typeface="Arial" panose="020B0604020202020204" pitchFamily="34" charset="0"/>
              <a:buChar char="•"/>
              <a:defRPr sz="1200"/>
            </a:lvl3pPr>
          </a:lstStyle>
          <a:p>
            <a:pPr lvl="0"/>
            <a:r>
              <a:rPr lang="en-US"/>
              <a:t>Click to edit Master text styles</a:t>
            </a:r>
          </a:p>
        </p:txBody>
      </p:sp>
      <p:sp>
        <p:nvSpPr>
          <p:cNvPr id="33" name="Text Placeholder 4">
            <a:extLst>
              <a:ext uri="{FF2B5EF4-FFF2-40B4-BE49-F238E27FC236}">
                <a16:creationId xmlns:a16="http://schemas.microsoft.com/office/drawing/2014/main" id="{D641A7C7-FC4F-CFA2-704B-A7F7EE6F5D60}"/>
              </a:ext>
            </a:extLst>
          </p:cNvPr>
          <p:cNvSpPr>
            <a:spLocks noGrp="1"/>
          </p:cNvSpPr>
          <p:nvPr>
            <p:ph type="body" sz="quarter" idx="28"/>
          </p:nvPr>
        </p:nvSpPr>
        <p:spPr>
          <a:xfrm>
            <a:off x="6369866" y="2720069"/>
            <a:ext cx="2286000" cy="164305"/>
          </a:xfrm>
        </p:spPr>
        <p:txBody>
          <a:bodyPr/>
          <a:lstStyle>
            <a:lvl1pPr marL="182880" indent="-182880">
              <a:spcBef>
                <a:spcPts val="0"/>
              </a:spcBef>
              <a:spcAft>
                <a:spcPts val="600"/>
              </a:spcAft>
              <a:buFont typeface="Arial" panose="020B0604020202020204" pitchFamily="34" charset="0"/>
              <a:buChar char="•"/>
              <a:defRPr sz="1400"/>
            </a:lvl1pPr>
            <a:lvl2pPr marL="0" indent="0">
              <a:buFont typeface="Arial" panose="020B0604020202020204" pitchFamily="34" charset="0"/>
              <a:buNone/>
              <a:defRPr sz="1200"/>
            </a:lvl2pPr>
            <a:lvl3pPr marL="171450" indent="-171450">
              <a:buFont typeface="Arial" panose="020B0604020202020204" pitchFamily="34" charset="0"/>
              <a:buChar char="•"/>
              <a:defRPr sz="1050"/>
            </a:lvl3pPr>
            <a:lvl4pPr marL="171450" indent="-171450">
              <a:buFont typeface="Arial" panose="020B0604020202020204" pitchFamily="34" charset="0"/>
              <a:buChar char="•"/>
              <a:defRPr sz="1000"/>
            </a:lvl4pPr>
            <a:lvl5pPr marL="171450" indent="-171450">
              <a:buFont typeface="Arial" panose="020B0604020202020204" pitchFamily="34" charset="0"/>
              <a:buChar char="•"/>
              <a:defRPr sz="1000"/>
            </a:lvl5pPr>
          </a:lstStyle>
          <a:p>
            <a:pPr lvl="0"/>
            <a:r>
              <a:rPr lang="en-US"/>
              <a:t>Click to edit Master text styles</a:t>
            </a:r>
          </a:p>
        </p:txBody>
      </p:sp>
      <p:sp>
        <p:nvSpPr>
          <p:cNvPr id="36" name="Text Placeholder 4">
            <a:extLst>
              <a:ext uri="{FF2B5EF4-FFF2-40B4-BE49-F238E27FC236}">
                <a16:creationId xmlns:a16="http://schemas.microsoft.com/office/drawing/2014/main" id="{8090F45E-0286-A06D-BE02-014EE8D8E18A}"/>
              </a:ext>
            </a:extLst>
          </p:cNvPr>
          <p:cNvSpPr>
            <a:spLocks noGrp="1"/>
          </p:cNvSpPr>
          <p:nvPr>
            <p:ph type="body" sz="quarter" idx="31"/>
          </p:nvPr>
        </p:nvSpPr>
        <p:spPr>
          <a:xfrm>
            <a:off x="6369866" y="5211071"/>
            <a:ext cx="2286000" cy="184666"/>
          </a:xfrm>
        </p:spPr>
        <p:txBody>
          <a:bodyPr/>
          <a:lstStyle>
            <a:lvl1pPr>
              <a:spcAft>
                <a:spcPts val="1200"/>
              </a:spcAft>
              <a:defRPr sz="1200"/>
            </a:lvl1pPr>
            <a:lvl2pPr>
              <a:defRPr sz="1200"/>
            </a:lvl2pPr>
            <a:lvl3pPr>
              <a:defRPr sz="1050"/>
            </a:lvl3pPr>
            <a:lvl4pPr>
              <a:defRPr sz="1000"/>
            </a:lvl4pPr>
            <a:lvl5pPr>
              <a:defRPr sz="1000"/>
            </a:lvl5pPr>
          </a:lstStyle>
          <a:p>
            <a:pPr lvl="0"/>
            <a:r>
              <a:rPr lang="en-US"/>
              <a:t>Click to edit Master text styles</a:t>
            </a:r>
          </a:p>
        </p:txBody>
      </p:sp>
      <p:sp>
        <p:nvSpPr>
          <p:cNvPr id="17" name="Text Placeholder 6">
            <a:extLst>
              <a:ext uri="{FF2B5EF4-FFF2-40B4-BE49-F238E27FC236}">
                <a16:creationId xmlns:a16="http://schemas.microsoft.com/office/drawing/2014/main" id="{C7E9D703-5CA2-9140-8FAC-105F10CB837C}"/>
              </a:ext>
            </a:extLst>
          </p:cNvPr>
          <p:cNvSpPr>
            <a:spLocks noGrp="1"/>
          </p:cNvSpPr>
          <p:nvPr>
            <p:ph type="body" sz="quarter" idx="20"/>
          </p:nvPr>
        </p:nvSpPr>
        <p:spPr>
          <a:xfrm>
            <a:off x="9143019" y="2155031"/>
            <a:ext cx="2377440" cy="492443"/>
          </a:xfrm>
        </p:spPr>
        <p:txBody>
          <a:bodyPr/>
          <a:lstStyle>
            <a:lvl1pPr algn="ctr">
              <a:defRPr lang="en-US" sz="1600" kern="1200" smtClean="0">
                <a:solidFill>
                  <a:schemeClr val="accent2">
                    <a:lumMod val="60000"/>
                    <a:lumOff val="40000"/>
                  </a:schemeClr>
                </a:solidFill>
                <a:latin typeface="Segoe UI Semibold" panose="020B0702040204020203" pitchFamily="34" charset="0"/>
                <a:ea typeface="+mn-ea"/>
                <a:cs typeface="Segoe UI Semibold" panose="020B0702040204020203" pitchFamily="34" charset="0"/>
              </a:defRPr>
            </a:lvl1pPr>
            <a:lvl2pPr>
              <a:spcBef>
                <a:spcPts val="0"/>
              </a:spcBef>
              <a:defRPr sz="1400"/>
            </a:lvl2pPr>
            <a:lvl3pPr marL="171450" indent="-171450">
              <a:spcAft>
                <a:spcPts val="0"/>
              </a:spcAft>
              <a:buFont typeface="Arial" panose="020B0604020202020204" pitchFamily="34" charset="0"/>
              <a:buChar char="•"/>
              <a:defRPr sz="1200"/>
            </a:lvl3pPr>
          </a:lstStyle>
          <a:p>
            <a:pPr lvl="0"/>
            <a:r>
              <a:rPr lang="en-US"/>
              <a:t>Click to edit Master text styles</a:t>
            </a:r>
          </a:p>
        </p:txBody>
      </p:sp>
      <p:sp>
        <p:nvSpPr>
          <p:cNvPr id="34" name="Text Placeholder 4">
            <a:extLst>
              <a:ext uri="{FF2B5EF4-FFF2-40B4-BE49-F238E27FC236}">
                <a16:creationId xmlns:a16="http://schemas.microsoft.com/office/drawing/2014/main" id="{3B7752E9-F95E-D327-792E-46BF4F4EC09A}"/>
              </a:ext>
            </a:extLst>
          </p:cNvPr>
          <p:cNvSpPr>
            <a:spLocks noGrp="1"/>
          </p:cNvSpPr>
          <p:nvPr>
            <p:ph type="body" sz="quarter" idx="29"/>
          </p:nvPr>
        </p:nvSpPr>
        <p:spPr>
          <a:xfrm>
            <a:off x="9188739" y="2720069"/>
            <a:ext cx="2286000" cy="164305"/>
          </a:xfrm>
        </p:spPr>
        <p:txBody>
          <a:bodyPr/>
          <a:lstStyle>
            <a:lvl1pPr marL="182880" indent="-182880">
              <a:spcBef>
                <a:spcPts val="0"/>
              </a:spcBef>
              <a:spcAft>
                <a:spcPts val="600"/>
              </a:spcAft>
              <a:buFont typeface="Arial" panose="020B0604020202020204" pitchFamily="34" charset="0"/>
              <a:buChar char="•"/>
              <a:defRPr sz="1400"/>
            </a:lvl1pPr>
            <a:lvl2pPr marL="0" indent="0">
              <a:buFont typeface="Arial" panose="020B0604020202020204" pitchFamily="34" charset="0"/>
              <a:buNone/>
              <a:defRPr sz="1200"/>
            </a:lvl2pPr>
            <a:lvl3pPr marL="171450" indent="-171450">
              <a:buFont typeface="Arial" panose="020B0604020202020204" pitchFamily="34" charset="0"/>
              <a:buChar char="•"/>
              <a:defRPr sz="1050"/>
            </a:lvl3pPr>
            <a:lvl4pPr marL="171450" indent="-171450">
              <a:buFont typeface="Arial" panose="020B0604020202020204" pitchFamily="34" charset="0"/>
              <a:buChar char="•"/>
              <a:defRPr sz="1000"/>
            </a:lvl4pPr>
            <a:lvl5pPr marL="171450" indent="-171450">
              <a:buFont typeface="Arial" panose="020B0604020202020204" pitchFamily="34" charset="0"/>
              <a:buChar char="•"/>
              <a:defRPr sz="1000"/>
            </a:lvl5pPr>
          </a:lstStyle>
          <a:p>
            <a:pPr lvl="0"/>
            <a:r>
              <a:rPr lang="en-US"/>
              <a:t>Click to edit Master text styles</a:t>
            </a:r>
          </a:p>
        </p:txBody>
      </p:sp>
      <p:sp>
        <p:nvSpPr>
          <p:cNvPr id="37" name="Text Placeholder 4">
            <a:extLst>
              <a:ext uri="{FF2B5EF4-FFF2-40B4-BE49-F238E27FC236}">
                <a16:creationId xmlns:a16="http://schemas.microsoft.com/office/drawing/2014/main" id="{CD83B2AA-83D9-0001-89F6-B601D9BE44D9}"/>
              </a:ext>
            </a:extLst>
          </p:cNvPr>
          <p:cNvSpPr>
            <a:spLocks noGrp="1"/>
          </p:cNvSpPr>
          <p:nvPr>
            <p:ph type="body" sz="quarter" idx="32"/>
          </p:nvPr>
        </p:nvSpPr>
        <p:spPr>
          <a:xfrm>
            <a:off x="9188739" y="5211071"/>
            <a:ext cx="2286000" cy="184666"/>
          </a:xfrm>
        </p:spPr>
        <p:txBody>
          <a:bodyPr/>
          <a:lstStyle>
            <a:lvl1pPr>
              <a:spcAft>
                <a:spcPts val="1200"/>
              </a:spcAft>
              <a:defRPr sz="1200"/>
            </a:lvl1pPr>
            <a:lvl2pPr>
              <a:defRPr sz="1200"/>
            </a:lvl2pPr>
            <a:lvl3pPr>
              <a:defRPr sz="1050"/>
            </a:lvl3pPr>
            <a:lvl4pPr>
              <a:defRPr sz="1000"/>
            </a:lvl4pPr>
            <a:lvl5pPr>
              <a:defRPr sz="1000"/>
            </a:lvl5pPr>
          </a:lstStyle>
          <a:p>
            <a:pPr lvl="0"/>
            <a:r>
              <a:rPr lang="en-US"/>
              <a:t>Click to edit Master text styles</a:t>
            </a:r>
          </a:p>
        </p:txBody>
      </p:sp>
    </p:spTree>
    <p:extLst>
      <p:ext uri="{BB962C8B-B14F-4D97-AF65-F5344CB8AC3E}">
        <p14:creationId xmlns:p14="http://schemas.microsoft.com/office/powerpoint/2010/main" val="62253138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67.xml><?xml version="1.0" encoding="utf-8"?>
<p:sldLayout xmlns:a="http://schemas.openxmlformats.org/drawingml/2006/main" xmlns:r="http://schemas.openxmlformats.org/officeDocument/2006/relationships" xmlns:p="http://schemas.openxmlformats.org/presentationml/2006/main" userDrawn="1">
  <p:cSld name="31_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BBD400-9D84-7E0A-67AC-12C476679D04}"/>
              </a:ext>
              <a:ext uri="{C183D7F6-B498-43B3-948B-1728B52AA6E4}">
                <adec:decorative xmlns:adec="http://schemas.microsoft.com/office/drawing/2017/decorative" val="1"/>
              </a:ext>
            </a:extLst>
          </p:cNvPr>
          <p:cNvSpPr/>
          <p:nvPr/>
        </p:nvSpPr>
        <p:spPr bwMode="auto">
          <a:xfrm>
            <a:off x="584200" y="1106731"/>
            <a:ext cx="10957829" cy="4853657"/>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159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err="1">
              <a:solidFill>
                <a:schemeClr val="accent1">
                  <a:lumMod val="60000"/>
                  <a:lumOff val="40000"/>
                </a:schemeClr>
              </a:solidFill>
              <a:cs typeface="Segoe UI" pitchFamily="34" charset="0"/>
            </a:endParaRPr>
          </a:p>
        </p:txBody>
      </p:sp>
      <p:sp>
        <p:nvSpPr>
          <p:cNvPr id="3" name="Title 2">
            <a:extLst>
              <a:ext uri="{FF2B5EF4-FFF2-40B4-BE49-F238E27FC236}">
                <a16:creationId xmlns:a16="http://schemas.microsoft.com/office/drawing/2014/main" id="{D44DAAA5-8D22-4214-BB05-9157E52DC9F3}"/>
              </a:ext>
            </a:extLst>
          </p:cNvPr>
          <p:cNvSpPr>
            <a:spLocks noGrp="1"/>
          </p:cNvSpPr>
          <p:nvPr>
            <p:ph type="title"/>
          </p:nvPr>
        </p:nvSpPr>
        <p:spPr/>
        <p:txBody>
          <a:bodyPr/>
          <a:lstStyle/>
          <a:p>
            <a:r>
              <a:rPr lang="en-US"/>
              <a:t>Click to edit Master title style</a:t>
            </a:r>
          </a:p>
        </p:txBody>
      </p:sp>
      <p:sp>
        <p:nvSpPr>
          <p:cNvPr id="139" name="Text Placeholder 16">
            <a:extLst>
              <a:ext uri="{FF2B5EF4-FFF2-40B4-BE49-F238E27FC236}">
                <a16:creationId xmlns:a16="http://schemas.microsoft.com/office/drawing/2014/main" id="{37B83A8A-C4C8-7CB9-0305-6ADEF13573BF}"/>
              </a:ext>
            </a:extLst>
          </p:cNvPr>
          <p:cNvSpPr>
            <a:spLocks noGrp="1"/>
          </p:cNvSpPr>
          <p:nvPr>
            <p:ph type="body" sz="quarter" idx="41"/>
          </p:nvPr>
        </p:nvSpPr>
        <p:spPr>
          <a:xfrm>
            <a:off x="4045636" y="1318648"/>
            <a:ext cx="4100729" cy="369332"/>
          </a:xfrm>
        </p:spPr>
        <p:txBody>
          <a:bodyPr anchor="ctr"/>
          <a:lstStyle>
            <a:lvl1pPr algn="ctr">
              <a:spcBef>
                <a:spcPts val="0"/>
              </a:spcBef>
              <a:spcAft>
                <a:spcPts val="0"/>
              </a:spcAft>
              <a:defRPr kumimoji="0" lang="en-US" sz="2400" b="0" i="0" u="none" strike="noStrike" kern="1200" cap="none" spc="0" normalizeH="0" baseline="0" dirty="0">
                <a:ln>
                  <a:noFill/>
                </a:ln>
                <a:solidFill>
                  <a:schemeClr val="accent2">
                    <a:lumMod val="60000"/>
                    <a:lumOff val="40000"/>
                  </a:schemeClr>
                </a:solidFill>
                <a:effectLst/>
                <a:uLnTx/>
                <a:uFillTx/>
                <a:latin typeface="Segoe UI Semibold"/>
                <a:ea typeface="+mn-ea"/>
                <a:cs typeface="+mn-cs"/>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126" name="Text Placeholder 16">
            <a:extLst>
              <a:ext uri="{FF2B5EF4-FFF2-40B4-BE49-F238E27FC236}">
                <a16:creationId xmlns:a16="http://schemas.microsoft.com/office/drawing/2014/main" id="{5CA89292-6A8B-736F-A160-F6C52D25AD77}"/>
              </a:ext>
            </a:extLst>
          </p:cNvPr>
          <p:cNvSpPr>
            <a:spLocks noGrp="1"/>
          </p:cNvSpPr>
          <p:nvPr>
            <p:ph type="body" sz="quarter" idx="28"/>
          </p:nvPr>
        </p:nvSpPr>
        <p:spPr>
          <a:xfrm>
            <a:off x="924532"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7" name="Text Placeholder 16">
            <a:extLst>
              <a:ext uri="{FF2B5EF4-FFF2-40B4-BE49-F238E27FC236}">
                <a16:creationId xmlns:a16="http://schemas.microsoft.com/office/drawing/2014/main" id="{888315FB-BC21-EAC4-D6A6-DFBC2695CB6F}"/>
              </a:ext>
            </a:extLst>
          </p:cNvPr>
          <p:cNvSpPr>
            <a:spLocks noGrp="1"/>
          </p:cNvSpPr>
          <p:nvPr>
            <p:ph type="body" sz="quarter" idx="29"/>
          </p:nvPr>
        </p:nvSpPr>
        <p:spPr>
          <a:xfrm>
            <a:off x="2700254"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8" name="Text Placeholder 16">
            <a:extLst>
              <a:ext uri="{FF2B5EF4-FFF2-40B4-BE49-F238E27FC236}">
                <a16:creationId xmlns:a16="http://schemas.microsoft.com/office/drawing/2014/main" id="{3520ABD7-E02A-ABAA-3AF4-7E1651126762}"/>
              </a:ext>
            </a:extLst>
          </p:cNvPr>
          <p:cNvSpPr>
            <a:spLocks noGrp="1"/>
          </p:cNvSpPr>
          <p:nvPr>
            <p:ph type="body" sz="quarter" idx="30"/>
          </p:nvPr>
        </p:nvSpPr>
        <p:spPr>
          <a:xfrm>
            <a:off x="4475976"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9" name="Text Placeholder 16">
            <a:extLst>
              <a:ext uri="{FF2B5EF4-FFF2-40B4-BE49-F238E27FC236}">
                <a16:creationId xmlns:a16="http://schemas.microsoft.com/office/drawing/2014/main" id="{09F40FB5-46B6-D410-9972-21269B73312A}"/>
              </a:ext>
            </a:extLst>
          </p:cNvPr>
          <p:cNvSpPr>
            <a:spLocks noGrp="1"/>
          </p:cNvSpPr>
          <p:nvPr>
            <p:ph type="body" sz="quarter" idx="31"/>
          </p:nvPr>
        </p:nvSpPr>
        <p:spPr>
          <a:xfrm>
            <a:off x="6251698"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0" name="Text Placeholder 16">
            <a:extLst>
              <a:ext uri="{FF2B5EF4-FFF2-40B4-BE49-F238E27FC236}">
                <a16:creationId xmlns:a16="http://schemas.microsoft.com/office/drawing/2014/main" id="{71B14F64-5F5E-7BF9-5158-7DCCA6DEC4C3}"/>
              </a:ext>
            </a:extLst>
          </p:cNvPr>
          <p:cNvSpPr>
            <a:spLocks noGrp="1"/>
          </p:cNvSpPr>
          <p:nvPr>
            <p:ph type="body" sz="quarter" idx="32"/>
          </p:nvPr>
        </p:nvSpPr>
        <p:spPr>
          <a:xfrm>
            <a:off x="8027420"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1" name="Text Placeholder 16">
            <a:extLst>
              <a:ext uri="{FF2B5EF4-FFF2-40B4-BE49-F238E27FC236}">
                <a16:creationId xmlns:a16="http://schemas.microsoft.com/office/drawing/2014/main" id="{3994B75F-E52F-1E1C-EB33-52A24F2C4413}"/>
              </a:ext>
            </a:extLst>
          </p:cNvPr>
          <p:cNvSpPr>
            <a:spLocks noGrp="1"/>
          </p:cNvSpPr>
          <p:nvPr>
            <p:ph type="body" sz="quarter" idx="33"/>
          </p:nvPr>
        </p:nvSpPr>
        <p:spPr>
          <a:xfrm>
            <a:off x="9803139"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2" name="Text Placeholder 16">
            <a:extLst>
              <a:ext uri="{FF2B5EF4-FFF2-40B4-BE49-F238E27FC236}">
                <a16:creationId xmlns:a16="http://schemas.microsoft.com/office/drawing/2014/main" id="{FD0C7087-A5A1-8AA5-C6BA-0BBF23360BD0}"/>
              </a:ext>
            </a:extLst>
          </p:cNvPr>
          <p:cNvSpPr>
            <a:spLocks noGrp="1"/>
          </p:cNvSpPr>
          <p:nvPr>
            <p:ph type="body" sz="quarter" idx="34"/>
          </p:nvPr>
        </p:nvSpPr>
        <p:spPr>
          <a:xfrm>
            <a:off x="1599374"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3" name="Text Placeholder 16">
            <a:extLst>
              <a:ext uri="{FF2B5EF4-FFF2-40B4-BE49-F238E27FC236}">
                <a16:creationId xmlns:a16="http://schemas.microsoft.com/office/drawing/2014/main" id="{4BEF74E7-7BDC-448C-A996-D8FB5BF74183}"/>
              </a:ext>
            </a:extLst>
          </p:cNvPr>
          <p:cNvSpPr>
            <a:spLocks noGrp="1"/>
          </p:cNvSpPr>
          <p:nvPr>
            <p:ph type="body" sz="quarter" idx="35"/>
          </p:nvPr>
        </p:nvSpPr>
        <p:spPr>
          <a:xfrm>
            <a:off x="3499258"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4" name="Text Placeholder 16">
            <a:extLst>
              <a:ext uri="{FF2B5EF4-FFF2-40B4-BE49-F238E27FC236}">
                <a16:creationId xmlns:a16="http://schemas.microsoft.com/office/drawing/2014/main" id="{78012E27-F811-01CA-1257-B0F216876065}"/>
              </a:ext>
            </a:extLst>
          </p:cNvPr>
          <p:cNvSpPr>
            <a:spLocks noGrp="1"/>
          </p:cNvSpPr>
          <p:nvPr>
            <p:ph type="body" sz="quarter" idx="36"/>
          </p:nvPr>
        </p:nvSpPr>
        <p:spPr>
          <a:xfrm>
            <a:off x="5399142"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5" name="Text Placeholder 16">
            <a:extLst>
              <a:ext uri="{FF2B5EF4-FFF2-40B4-BE49-F238E27FC236}">
                <a16:creationId xmlns:a16="http://schemas.microsoft.com/office/drawing/2014/main" id="{74D3E8A3-A86C-83C2-7811-162D88C1F088}"/>
              </a:ext>
            </a:extLst>
          </p:cNvPr>
          <p:cNvSpPr>
            <a:spLocks noGrp="1"/>
          </p:cNvSpPr>
          <p:nvPr>
            <p:ph type="body" sz="quarter" idx="37"/>
          </p:nvPr>
        </p:nvSpPr>
        <p:spPr>
          <a:xfrm>
            <a:off x="7299026"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6" name="Text Placeholder 16">
            <a:extLst>
              <a:ext uri="{FF2B5EF4-FFF2-40B4-BE49-F238E27FC236}">
                <a16:creationId xmlns:a16="http://schemas.microsoft.com/office/drawing/2014/main" id="{FDC0DED6-6BD8-65F6-F5F7-5FB669D12A14}"/>
              </a:ext>
            </a:extLst>
          </p:cNvPr>
          <p:cNvSpPr>
            <a:spLocks noGrp="1"/>
          </p:cNvSpPr>
          <p:nvPr>
            <p:ph type="body" sz="quarter" idx="38"/>
          </p:nvPr>
        </p:nvSpPr>
        <p:spPr>
          <a:xfrm>
            <a:off x="9198908" y="3993254"/>
            <a:ext cx="2011680"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231" name="Text Placeholder 16">
            <a:extLst>
              <a:ext uri="{FF2B5EF4-FFF2-40B4-BE49-F238E27FC236}">
                <a16:creationId xmlns:a16="http://schemas.microsoft.com/office/drawing/2014/main" id="{F6DDCB44-BB3A-EB55-C61E-1E87AAB52300}"/>
              </a:ext>
            </a:extLst>
          </p:cNvPr>
          <p:cNvSpPr>
            <a:spLocks noGrp="1"/>
          </p:cNvSpPr>
          <p:nvPr>
            <p:ph type="body" sz="quarter" idx="42"/>
          </p:nvPr>
        </p:nvSpPr>
        <p:spPr>
          <a:xfrm>
            <a:off x="4760597" y="4609705"/>
            <a:ext cx="2670806" cy="276999"/>
          </a:xfrm>
        </p:spPr>
        <p:txBody>
          <a:bodyPr anchor="ctr"/>
          <a:lstStyle>
            <a:lvl1pPr algn="ctr">
              <a:spcBef>
                <a:spcPts val="0"/>
              </a:spcBef>
              <a:spcAft>
                <a:spcPts val="0"/>
              </a:spcAft>
              <a:defRPr kumimoji="0" lang="en-US" sz="1800" b="0" i="0" u="none" strike="noStrike" kern="1200" cap="none" spc="0" normalizeH="0" baseline="0" dirty="0">
                <a:ln>
                  <a:noFill/>
                </a:ln>
                <a:solidFill>
                  <a:schemeClr val="accent2">
                    <a:lumMod val="60000"/>
                    <a:lumOff val="40000"/>
                  </a:schemeClr>
                </a:solidFill>
                <a:effectLst/>
                <a:uLnTx/>
                <a:uFillTx/>
                <a:latin typeface="Segoe UI Semibold"/>
                <a:ea typeface="+mn-ea"/>
                <a:cs typeface="+mn-cs"/>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137" name="Text Placeholder 16">
            <a:extLst>
              <a:ext uri="{FF2B5EF4-FFF2-40B4-BE49-F238E27FC236}">
                <a16:creationId xmlns:a16="http://schemas.microsoft.com/office/drawing/2014/main" id="{C9EA89E8-706B-1C61-7302-571250FEF877}"/>
              </a:ext>
            </a:extLst>
          </p:cNvPr>
          <p:cNvSpPr>
            <a:spLocks noGrp="1"/>
          </p:cNvSpPr>
          <p:nvPr>
            <p:ph type="body" sz="quarter" idx="39"/>
          </p:nvPr>
        </p:nvSpPr>
        <p:spPr>
          <a:xfrm>
            <a:off x="4684862" y="5652876"/>
            <a:ext cx="2822276"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cxnSp>
        <p:nvCxnSpPr>
          <p:cNvPr id="234" name="Straight Connector 233">
            <a:extLst>
              <a:ext uri="{FF2B5EF4-FFF2-40B4-BE49-F238E27FC236}">
                <a16:creationId xmlns:a16="http://schemas.microsoft.com/office/drawing/2014/main" id="{328E59E3-CC2D-1799-A946-56CAFEA26FC5}"/>
              </a:ext>
              <a:ext uri="{C183D7F6-B498-43B3-948B-1728B52AA6E4}">
                <adec:decorative xmlns:adec="http://schemas.microsoft.com/office/drawing/2017/decorative" val="1"/>
              </a:ext>
            </a:extLst>
          </p:cNvPr>
          <p:cNvCxnSpPr>
            <a:cxnSpLocks/>
          </p:cNvCxnSpPr>
          <p:nvPr userDrawn="1"/>
        </p:nvCxnSpPr>
        <p:spPr>
          <a:xfrm flipH="1">
            <a:off x="4320279"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66F70DE-CFCB-7C44-592B-43D1ADCCD4A9}"/>
              </a:ext>
              <a:ext uri="{C183D7F6-B498-43B3-948B-1728B52AA6E4}">
                <adec:decorative xmlns:adec="http://schemas.microsoft.com/office/drawing/2017/decorative" val="1"/>
              </a:ext>
            </a:extLst>
          </p:cNvPr>
          <p:cNvCxnSpPr>
            <a:cxnSpLocks/>
          </p:cNvCxnSpPr>
          <p:nvPr userDrawn="1"/>
        </p:nvCxnSpPr>
        <p:spPr>
          <a:xfrm flipH="1">
            <a:off x="7871723"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B8758C8A-1B4C-FDBF-4116-2E7790A95E86}"/>
              </a:ext>
              <a:ext uri="{C183D7F6-B498-43B3-948B-1728B52AA6E4}">
                <adec:decorative xmlns:adec="http://schemas.microsoft.com/office/drawing/2017/decorative" val="1"/>
              </a:ext>
            </a:extLst>
          </p:cNvPr>
          <p:cNvCxnSpPr>
            <a:cxnSpLocks/>
          </p:cNvCxnSpPr>
          <p:nvPr userDrawn="1"/>
        </p:nvCxnSpPr>
        <p:spPr>
          <a:xfrm flipH="1">
            <a:off x="9647445"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778E4206-C644-115E-6366-FC7FCC1239D3}"/>
              </a:ext>
              <a:ext uri="{C183D7F6-B498-43B3-948B-1728B52AA6E4}">
                <adec:decorative xmlns:adec="http://schemas.microsoft.com/office/drawing/2017/decorative" val="1"/>
              </a:ext>
            </a:extLst>
          </p:cNvPr>
          <p:cNvCxnSpPr>
            <a:cxnSpLocks/>
          </p:cNvCxnSpPr>
          <p:nvPr userDrawn="1"/>
        </p:nvCxnSpPr>
        <p:spPr>
          <a:xfrm flipH="1">
            <a:off x="6096001"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E90203A1-9921-BB6C-27B2-08D6A9A95425}"/>
              </a:ext>
              <a:ext uri="{C183D7F6-B498-43B3-948B-1728B52AA6E4}">
                <adec:decorative xmlns:adec="http://schemas.microsoft.com/office/drawing/2017/decorative" val="1"/>
              </a:ext>
            </a:extLst>
          </p:cNvPr>
          <p:cNvCxnSpPr>
            <a:cxnSpLocks/>
          </p:cNvCxnSpPr>
          <p:nvPr userDrawn="1"/>
        </p:nvCxnSpPr>
        <p:spPr>
          <a:xfrm flipH="1">
            <a:off x="2544557"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CA4D497-527A-683A-27EB-FF60A2F2E83A}"/>
              </a:ext>
              <a:ext uri="{C183D7F6-B498-43B3-948B-1728B52AA6E4}">
                <adec:decorative xmlns:adec="http://schemas.microsoft.com/office/drawing/2017/decorative" val="1"/>
              </a:ext>
            </a:extLst>
          </p:cNvPr>
          <p:cNvCxnSpPr>
            <a:cxnSpLocks/>
          </p:cNvCxnSpPr>
          <p:nvPr userDrawn="1"/>
        </p:nvCxnSpPr>
        <p:spPr>
          <a:xfrm flipH="1">
            <a:off x="5181364"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DB61BEAC-2A25-F20F-4CE0-19518DC028DE}"/>
              </a:ext>
              <a:ext uri="{C183D7F6-B498-43B3-948B-1728B52AA6E4}">
                <adec:decorative xmlns:adec="http://schemas.microsoft.com/office/drawing/2017/decorative" val="1"/>
              </a:ext>
            </a:extLst>
          </p:cNvPr>
          <p:cNvCxnSpPr>
            <a:cxnSpLocks/>
          </p:cNvCxnSpPr>
          <p:nvPr userDrawn="1"/>
        </p:nvCxnSpPr>
        <p:spPr>
          <a:xfrm flipH="1">
            <a:off x="8981132"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BD324277-4705-89E4-E306-ACDB00F4DEF1}"/>
              </a:ext>
              <a:ext uri="{C183D7F6-B498-43B3-948B-1728B52AA6E4}">
                <adec:decorative xmlns:adec="http://schemas.microsoft.com/office/drawing/2017/decorative" val="1"/>
              </a:ext>
            </a:extLst>
          </p:cNvPr>
          <p:cNvCxnSpPr>
            <a:cxnSpLocks/>
          </p:cNvCxnSpPr>
          <p:nvPr userDrawn="1"/>
        </p:nvCxnSpPr>
        <p:spPr>
          <a:xfrm flipH="1">
            <a:off x="7081248"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39A0A58C-DDAE-7368-89D5-3455339BB422}"/>
              </a:ext>
              <a:ext uri="{C183D7F6-B498-43B3-948B-1728B52AA6E4}">
                <adec:decorative xmlns:adec="http://schemas.microsoft.com/office/drawing/2017/decorative" val="1"/>
              </a:ext>
            </a:extLst>
          </p:cNvPr>
          <p:cNvCxnSpPr>
            <a:cxnSpLocks/>
          </p:cNvCxnSpPr>
          <p:nvPr userDrawn="1"/>
        </p:nvCxnSpPr>
        <p:spPr>
          <a:xfrm flipH="1">
            <a:off x="3281480"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5986F53-A9B6-5771-B6DF-F1B51FCF45E5}"/>
              </a:ext>
              <a:ext uri="{C183D7F6-B498-43B3-948B-1728B52AA6E4}">
                <adec:decorative xmlns:adec="http://schemas.microsoft.com/office/drawing/2017/decorative" val="1"/>
              </a:ext>
            </a:extLst>
          </p:cNvPr>
          <p:cNvSpPr/>
          <p:nvPr userDrawn="1"/>
        </p:nvSpPr>
        <p:spPr bwMode="auto">
          <a:xfrm>
            <a:off x="584200" y="6117477"/>
            <a:ext cx="10957829" cy="552340"/>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1524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err="1">
              <a:solidFill>
                <a:schemeClr val="accent1">
                  <a:lumMod val="60000"/>
                  <a:lumOff val="40000"/>
                </a:schemeClr>
              </a:solidFill>
              <a:cs typeface="Segoe UI" pitchFamily="34" charset="0"/>
            </a:endParaRPr>
          </a:p>
        </p:txBody>
      </p:sp>
      <p:sp>
        <p:nvSpPr>
          <p:cNvPr id="5" name="Text Placeholder 16">
            <a:extLst>
              <a:ext uri="{FF2B5EF4-FFF2-40B4-BE49-F238E27FC236}">
                <a16:creationId xmlns:a16="http://schemas.microsoft.com/office/drawing/2014/main" id="{A3B54949-70D5-73D1-09AD-8C5CA75354F1}"/>
              </a:ext>
            </a:extLst>
          </p:cNvPr>
          <p:cNvSpPr>
            <a:spLocks noGrp="1"/>
          </p:cNvSpPr>
          <p:nvPr>
            <p:ph type="body" sz="quarter" idx="43"/>
          </p:nvPr>
        </p:nvSpPr>
        <p:spPr>
          <a:xfrm>
            <a:off x="4684862" y="6208981"/>
            <a:ext cx="2822276" cy="369332"/>
          </a:xfrm>
        </p:spPr>
        <p:txBody>
          <a:bodyPr anchor="ctr"/>
          <a:lstStyle>
            <a:lvl1pPr algn="ctr">
              <a:spcBef>
                <a:spcPts val="0"/>
              </a:spcBef>
              <a:spcAft>
                <a:spcPts val="0"/>
              </a:spcAft>
              <a:defRPr lang="en-US" sz="2400" b="0" kern="1200" cap="none" spc="-50" baseline="0" dirty="0">
                <a:ln w="3175">
                  <a:noFill/>
                </a:ln>
                <a:gradFill flip="none" rotWithShape="1">
                  <a:gsLst>
                    <a:gs pos="36000">
                      <a:schemeClr val="accent1"/>
                    </a:gs>
                    <a:gs pos="74000">
                      <a:srgbClr val="D59DFF"/>
                    </a:gs>
                  </a:gsLst>
                  <a:lin ang="2700000" scaled="1"/>
                  <a:tileRect/>
                </a:gradFill>
                <a:effectLst/>
                <a:latin typeface="Segoe UI Semibold"/>
                <a:ea typeface="+mj-lt"/>
                <a:cs typeface="Segoe UI Semibold"/>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Tree>
    <p:extLst>
      <p:ext uri="{BB962C8B-B14F-4D97-AF65-F5344CB8AC3E}">
        <p14:creationId xmlns:p14="http://schemas.microsoft.com/office/powerpoint/2010/main" val="323001878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688184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69.xml><?xml version="1.0" encoding="utf-8"?>
<p:sldLayout xmlns:a="http://schemas.openxmlformats.org/drawingml/2006/main" xmlns:r="http://schemas.openxmlformats.org/officeDocument/2006/relationships" xmlns:p="http://schemas.openxmlformats.org/presentationml/2006/main" userDrawn="1">
  <p:cSld name="Blank - Black">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487484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022279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71.xml><?xml version="1.0" encoding="utf-8"?>
<p:sldLayout xmlns:a="http://schemas.openxmlformats.org/drawingml/2006/main" xmlns:r="http://schemas.openxmlformats.org/officeDocument/2006/relationships" xmlns:p="http://schemas.openxmlformats.org/presentationml/2006/main" userDrawn="1">
  <p:cSld name="11_TITLE &amp; SUB">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50E10-653B-9779-E6E5-2A3B1D86498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7127570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Blank 3">
    <p:bg>
      <p:bgPr>
        <a:solidFill>
          <a:srgbClr val="45414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349431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73.xml><?xml version="1.0" encoding="utf-8"?>
<p:sldLayout xmlns:a="http://schemas.openxmlformats.org/drawingml/2006/main" xmlns:r="http://schemas.openxmlformats.org/officeDocument/2006/relationships" xmlns:p="http://schemas.openxmlformats.org/presentationml/2006/main" userDrawn="1">
  <p:cSld name="26_Title Only">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A722DA1-E48A-0989-FE5F-F9DCC94C78CF}"/>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41052513"/>
      </p:ext>
    </p:extLst>
  </p:cSld>
  <p:clrMapOvr>
    <a:masterClrMapping/>
  </p:clrMapOvr>
  <p:transition>
    <p:fade/>
  </p:transition>
  <p:extLst>
    <p:ext uri="{DCECCB84-F9BA-43D5-87BE-67443E8EF086}">
      <p15:sldGuideLst xmlns:p15="http://schemas.microsoft.com/office/powerpoint/2012/main">
        <p15:guide id="15">
          <p15:clr>
            <a:srgbClr val="A4A3A4"/>
          </p15:clr>
        </p15:guide>
        <p15:guide id="16" pos="384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74.xml><?xml version="1.0" encoding="utf-8"?>
<p:sldLayout xmlns:a="http://schemas.openxmlformats.org/drawingml/2006/main" xmlns:r="http://schemas.openxmlformats.org/officeDocument/2006/relationships" xmlns:p="http://schemas.openxmlformats.org/presentationml/2006/main" userDrawn="1">
  <p:cSld name="3_Horizontal">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8AB207AD-DEAE-154A-A901-6FD356CDE8A4}"/>
              </a:ext>
              <a:ext uri="{C183D7F6-B498-43B3-948B-1728B52AA6E4}">
                <adec:decorative xmlns:adec="http://schemas.microsoft.com/office/drawing/2017/decorative" val="1"/>
              </a:ext>
            </a:extLst>
          </p:cNvPr>
          <p:cNvSpPr/>
          <p:nvPr userDrawn="1"/>
        </p:nvSpPr>
        <p:spPr>
          <a:xfrm>
            <a:off x="2961411" y="3291776"/>
            <a:ext cx="9230589" cy="1414956"/>
          </a:xfrm>
          <a:prstGeom prst="rect">
            <a:avLst/>
          </a:prstGeom>
          <a:solidFill>
            <a:schemeClr val="bg1">
              <a:lumMod val="8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MICROSOFT LOGO">
            <a:extLst>
              <a:ext uri="{FF2B5EF4-FFF2-40B4-BE49-F238E27FC236}">
                <a16:creationId xmlns:a16="http://schemas.microsoft.com/office/drawing/2014/main" id="{CC7BF76F-4846-4D42-BB24-41761B4010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56270" y="6299345"/>
            <a:ext cx="1554480" cy="333103"/>
          </a:xfrm>
          <a:prstGeom prst="rect">
            <a:avLst/>
          </a:prstGeom>
        </p:spPr>
      </p:pic>
      <p:sp>
        <p:nvSpPr>
          <p:cNvPr id="5" name="CUSTOMER LOGO">
            <a:extLst>
              <a:ext uri="{FF2B5EF4-FFF2-40B4-BE49-F238E27FC236}">
                <a16:creationId xmlns:a16="http://schemas.microsoft.com/office/drawing/2014/main" id="{3D70BBFF-3B0B-644F-878A-E178AF5B45E4}"/>
              </a:ext>
            </a:extLst>
          </p:cNvPr>
          <p:cNvSpPr>
            <a:spLocks noGrp="1" noChangeAspect="1"/>
          </p:cNvSpPr>
          <p:nvPr>
            <p:ph type="pic" sz="quarter" idx="23" hasCustomPrompt="1"/>
          </p:nvPr>
        </p:nvSpPr>
        <p:spPr>
          <a:xfrm>
            <a:off x="401737" y="436245"/>
            <a:ext cx="2103120" cy="2103120"/>
          </a:xfrm>
          <a:prstGeom prst="rect">
            <a:avLst/>
          </a:prstGeom>
        </p:spPr>
        <p:txBody>
          <a:bodyPr/>
          <a:lstStyle>
            <a:lvl1pPr marL="0" indent="0">
              <a:buNone/>
              <a:defRPr/>
            </a:lvl1pPr>
          </a:lstStyle>
          <a:p>
            <a:r>
              <a:rPr lang="en-US"/>
              <a:t>Logo</a:t>
            </a:r>
          </a:p>
        </p:txBody>
      </p:sp>
      <p:sp>
        <p:nvSpPr>
          <p:cNvPr id="24" name="BANNER IMAGE">
            <a:extLst>
              <a:ext uri="{FF2B5EF4-FFF2-40B4-BE49-F238E27FC236}">
                <a16:creationId xmlns:a16="http://schemas.microsoft.com/office/drawing/2014/main" id="{3C57D4FA-1216-4944-BBF6-C83155F9ED20}"/>
              </a:ext>
            </a:extLst>
          </p:cNvPr>
          <p:cNvSpPr>
            <a:spLocks noGrp="1" noChangeAspect="1"/>
          </p:cNvSpPr>
          <p:nvPr>
            <p:ph type="pic" sz="quarter" idx="24" hasCustomPrompt="1"/>
          </p:nvPr>
        </p:nvSpPr>
        <p:spPr>
          <a:xfrm>
            <a:off x="2960688" y="0"/>
            <a:ext cx="9235440" cy="3292475"/>
          </a:xfrm>
          <a:prstGeom prst="rect">
            <a:avLst/>
          </a:prstGeom>
        </p:spPr>
        <p:txBody>
          <a:bodyPr/>
          <a:lstStyle>
            <a:lvl1pPr marL="0" indent="0">
              <a:buNone/>
              <a:defRPr/>
            </a:lvl1pPr>
          </a:lstStyle>
          <a:p>
            <a:r>
              <a:rPr lang="en-US"/>
              <a:t>Horizontal banner image</a:t>
            </a:r>
          </a:p>
        </p:txBody>
      </p:sp>
      <p:sp>
        <p:nvSpPr>
          <p:cNvPr id="27" name="QUOTE" descr="quote">
            <a:extLst>
              <a:ext uri="{FF2B5EF4-FFF2-40B4-BE49-F238E27FC236}">
                <a16:creationId xmlns:a16="http://schemas.microsoft.com/office/drawing/2014/main" id="{CEABE899-10A3-484A-9A5F-6B1D4CB09EA4}"/>
              </a:ext>
            </a:extLst>
          </p:cNvPr>
          <p:cNvSpPr>
            <a:spLocks noGrp="1"/>
          </p:cNvSpPr>
          <p:nvPr>
            <p:ph type="body" sz="quarter" idx="10"/>
          </p:nvPr>
        </p:nvSpPr>
        <p:spPr>
          <a:xfrm>
            <a:off x="3268758" y="3460224"/>
            <a:ext cx="8643841" cy="830262"/>
          </a:xfrm>
          <a:prstGeom prst="rect">
            <a:avLst/>
          </a:prstGeom>
        </p:spPr>
        <p:txBody>
          <a:bodyPr lIns="0" tIns="0" rIns="0" bIns="0" anchor="b" anchorCtr="0"/>
          <a:lstStyle>
            <a:lvl1pPr marL="0" indent="0">
              <a:lnSpc>
                <a:spcPct val="100000"/>
              </a:lnSpc>
              <a:buNone/>
              <a:defRPr sz="1800" b="0" i="0">
                <a:latin typeface="Segoe UI" panose="020B0502040204020203" pitchFamily="34" charset="0"/>
                <a:cs typeface="Segoe UI" panose="020B0502040204020203" pitchFamily="34" charset="0"/>
              </a:defRPr>
            </a:lvl1pPr>
          </a:lstStyle>
          <a:p>
            <a:pPr lvl="0"/>
            <a:endParaRPr lang="en-US"/>
          </a:p>
        </p:txBody>
      </p:sp>
      <p:sp>
        <p:nvSpPr>
          <p:cNvPr id="37" name="QUOTE AUTHOR" descr="quote author">
            <a:extLst>
              <a:ext uri="{FF2B5EF4-FFF2-40B4-BE49-F238E27FC236}">
                <a16:creationId xmlns:a16="http://schemas.microsoft.com/office/drawing/2014/main" id="{F5AC1971-A820-D44B-949E-127EE4381960}"/>
              </a:ext>
            </a:extLst>
          </p:cNvPr>
          <p:cNvSpPr>
            <a:spLocks noGrp="1"/>
          </p:cNvSpPr>
          <p:nvPr>
            <p:ph type="body" sz="quarter" idx="11"/>
          </p:nvPr>
        </p:nvSpPr>
        <p:spPr>
          <a:xfrm>
            <a:off x="3268757" y="4423180"/>
            <a:ext cx="8643841" cy="158979"/>
          </a:xfrm>
          <a:prstGeom prst="rect">
            <a:avLst/>
          </a:prstGeom>
        </p:spPr>
        <p:txBody>
          <a:bodyPr lIns="0" tIns="0" rIns="0" bIns="0"/>
          <a:lstStyle>
            <a:lvl1pPr marL="0" indent="0">
              <a:buNone/>
              <a:defRPr sz="1000" b="0" i="0">
                <a:solidFill>
                  <a:schemeClr val="accent2">
                    <a:lumMod val="60000"/>
                    <a:lumOff val="40000"/>
                  </a:schemeClr>
                </a:solidFill>
                <a:latin typeface="Segoe UI Semilight" panose="020B0402040204020203" pitchFamily="34" charset="0"/>
                <a:cs typeface="Segoe UI Semilight" panose="020B0402040204020203" pitchFamily="34" charset="0"/>
              </a:defRPr>
            </a:lvl1pPr>
          </a:lstStyle>
          <a:p>
            <a:pPr lvl="0"/>
            <a:endParaRPr lang="en-US"/>
          </a:p>
        </p:txBody>
      </p:sp>
      <p:sp>
        <p:nvSpPr>
          <p:cNvPr id="25" name="Situation" descr="Situation">
            <a:extLst>
              <a:ext uri="{FF2B5EF4-FFF2-40B4-BE49-F238E27FC236}">
                <a16:creationId xmlns:a16="http://schemas.microsoft.com/office/drawing/2014/main" id="{F5F6FC98-BF54-8E4B-ADCE-416C088B5FD5}"/>
              </a:ext>
            </a:extLst>
          </p:cNvPr>
          <p:cNvSpPr txBox="1"/>
          <p:nvPr userDrawn="1"/>
        </p:nvSpPr>
        <p:spPr>
          <a:xfrm>
            <a:off x="3268758" y="4875180"/>
            <a:ext cx="1905338" cy="215444"/>
          </a:xfrm>
          <a:prstGeom prst="rect">
            <a:avLst/>
          </a:prstGeom>
          <a:noFill/>
          <a:ln>
            <a:noFill/>
          </a:ln>
        </p:spPr>
        <p:txBody>
          <a:bodyPr wrap="square" lIns="0" tIns="0" rIns="0" bIns="0" rtlCol="0" anchor="ctr" anchorCtr="0">
            <a:spAutoFit/>
          </a:bodyPr>
          <a:lstStyle/>
          <a:p>
            <a:r>
              <a:rPr lang="en-US" sz="1400">
                <a:solidFill>
                  <a:schemeClr val="accent2">
                    <a:lumMod val="60000"/>
                    <a:lumOff val="40000"/>
                  </a:schemeClr>
                </a:solidFill>
                <a:latin typeface="Segoe UI" panose="020B0502040204020203" pitchFamily="34" charset="0"/>
                <a:cs typeface="Segoe UI" panose="020B0502040204020203" pitchFamily="34" charset="0"/>
              </a:rPr>
              <a:t>Situation:</a:t>
            </a:r>
          </a:p>
        </p:txBody>
      </p:sp>
      <p:sp>
        <p:nvSpPr>
          <p:cNvPr id="28" name="SITUATION COPY">
            <a:extLst>
              <a:ext uri="{FF2B5EF4-FFF2-40B4-BE49-F238E27FC236}">
                <a16:creationId xmlns:a16="http://schemas.microsoft.com/office/drawing/2014/main" id="{E03D0DEC-BC71-A445-A3E5-9B83B80381D9}"/>
              </a:ext>
            </a:extLst>
          </p:cNvPr>
          <p:cNvSpPr>
            <a:spLocks noGrp="1"/>
          </p:cNvSpPr>
          <p:nvPr>
            <p:ph type="body" sz="quarter" idx="12"/>
          </p:nvPr>
        </p:nvSpPr>
        <p:spPr>
          <a:xfrm>
            <a:off x="3268758" y="5162439"/>
            <a:ext cx="2422594" cy="1470009"/>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42" name="Solution" descr="Solution">
            <a:extLst>
              <a:ext uri="{FF2B5EF4-FFF2-40B4-BE49-F238E27FC236}">
                <a16:creationId xmlns:a16="http://schemas.microsoft.com/office/drawing/2014/main" id="{B59E8476-D4FE-3D4F-9EC9-5DA909E29651}"/>
              </a:ext>
            </a:extLst>
          </p:cNvPr>
          <p:cNvSpPr txBox="1"/>
          <p:nvPr userDrawn="1"/>
        </p:nvSpPr>
        <p:spPr>
          <a:xfrm>
            <a:off x="5829078" y="4875180"/>
            <a:ext cx="1905338" cy="215444"/>
          </a:xfrm>
          <a:prstGeom prst="rect">
            <a:avLst/>
          </a:prstGeom>
          <a:noFill/>
          <a:ln>
            <a:noFill/>
          </a:ln>
        </p:spPr>
        <p:txBody>
          <a:bodyPr wrap="square" lIns="0" tIns="0" rIns="0" bIns="0" rtlCol="0" anchor="ctr" anchorCtr="0">
            <a:spAutoFit/>
          </a:bodyPr>
          <a:lstStyle/>
          <a:p>
            <a:r>
              <a:rPr lang="en-US" sz="1400">
                <a:solidFill>
                  <a:schemeClr val="accent2">
                    <a:lumMod val="60000"/>
                    <a:lumOff val="40000"/>
                  </a:schemeClr>
                </a:solidFill>
                <a:latin typeface="Segoe UI" panose="020B0502040204020203" pitchFamily="34" charset="0"/>
                <a:cs typeface="Segoe UI" panose="020B0502040204020203" pitchFamily="34" charset="0"/>
              </a:rPr>
              <a:t>Solution:</a:t>
            </a:r>
          </a:p>
        </p:txBody>
      </p:sp>
      <p:sp>
        <p:nvSpPr>
          <p:cNvPr id="43" name="Solution COPY">
            <a:extLst>
              <a:ext uri="{FF2B5EF4-FFF2-40B4-BE49-F238E27FC236}">
                <a16:creationId xmlns:a16="http://schemas.microsoft.com/office/drawing/2014/main" id="{847B54F4-C98A-7F4F-8633-A67212D37E3D}"/>
              </a:ext>
            </a:extLst>
          </p:cNvPr>
          <p:cNvSpPr>
            <a:spLocks noGrp="1"/>
          </p:cNvSpPr>
          <p:nvPr>
            <p:ph type="body" sz="quarter" idx="21"/>
          </p:nvPr>
        </p:nvSpPr>
        <p:spPr>
          <a:xfrm>
            <a:off x="5829078" y="5162439"/>
            <a:ext cx="2592785" cy="1470009"/>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44" name="Impact" descr="Impact">
            <a:extLst>
              <a:ext uri="{FF2B5EF4-FFF2-40B4-BE49-F238E27FC236}">
                <a16:creationId xmlns:a16="http://schemas.microsoft.com/office/drawing/2014/main" id="{B1EBCCF4-5394-C04F-AA62-05007544FC0C}"/>
              </a:ext>
            </a:extLst>
          </p:cNvPr>
          <p:cNvSpPr txBox="1"/>
          <p:nvPr userDrawn="1"/>
        </p:nvSpPr>
        <p:spPr>
          <a:xfrm>
            <a:off x="8797789" y="4858823"/>
            <a:ext cx="1905338" cy="215444"/>
          </a:xfrm>
          <a:prstGeom prst="rect">
            <a:avLst/>
          </a:prstGeom>
          <a:noFill/>
          <a:ln>
            <a:noFill/>
          </a:ln>
        </p:spPr>
        <p:txBody>
          <a:bodyPr wrap="square" lIns="0" tIns="0" rIns="0" bIns="0" rtlCol="0" anchor="ctr" anchorCtr="0">
            <a:spAutoFit/>
          </a:bodyPr>
          <a:lstStyle/>
          <a:p>
            <a:r>
              <a:rPr lang="en-US" sz="1400">
                <a:solidFill>
                  <a:schemeClr val="accent2">
                    <a:lumMod val="60000"/>
                    <a:lumOff val="40000"/>
                  </a:schemeClr>
                </a:solidFill>
                <a:latin typeface="Segoe UI" panose="020B0502040204020203" pitchFamily="34" charset="0"/>
                <a:cs typeface="Segoe UI" panose="020B0502040204020203" pitchFamily="34" charset="0"/>
              </a:rPr>
              <a:t>Impact:</a:t>
            </a:r>
          </a:p>
        </p:txBody>
      </p:sp>
      <p:sp>
        <p:nvSpPr>
          <p:cNvPr id="45" name="Impact COPY">
            <a:extLst>
              <a:ext uri="{FF2B5EF4-FFF2-40B4-BE49-F238E27FC236}">
                <a16:creationId xmlns:a16="http://schemas.microsoft.com/office/drawing/2014/main" id="{817B977B-57E9-154C-AA12-E0B3A70688DF}"/>
              </a:ext>
            </a:extLst>
          </p:cNvPr>
          <p:cNvSpPr>
            <a:spLocks noGrp="1"/>
          </p:cNvSpPr>
          <p:nvPr>
            <p:ph type="body" sz="quarter" idx="22"/>
          </p:nvPr>
        </p:nvSpPr>
        <p:spPr>
          <a:xfrm>
            <a:off x="8728648" y="5162439"/>
            <a:ext cx="3017520" cy="1470009"/>
          </a:xfrm>
          <a:prstGeom prst="rect">
            <a:avLst/>
          </a:prstGeom>
        </p:spPr>
        <p:txBody>
          <a:bodyPr lIns="0" tIns="0" rIns="0" bIns="0"/>
          <a:lstStyle>
            <a:lvl1pPr marL="0" indent="0">
              <a:lnSpc>
                <a:spcPct val="100000"/>
              </a:lnSpc>
              <a:buNone/>
              <a:defRPr sz="1300" b="0" i="0">
                <a:latin typeface="Segoe UI Semilight" panose="020B0402040204020203" pitchFamily="34" charset="0"/>
                <a:cs typeface="Segoe UI Semilight" panose="020B0402040204020203" pitchFamily="34" charset="0"/>
              </a:defRPr>
            </a:lvl1pPr>
          </a:lstStyle>
          <a:p>
            <a:pPr lvl="0"/>
            <a:endParaRPr lang="en-US"/>
          </a:p>
        </p:txBody>
      </p:sp>
      <p:sp>
        <p:nvSpPr>
          <p:cNvPr id="17" name="SPECIFICATIONS'">
            <a:extLst>
              <a:ext uri="{FF2B5EF4-FFF2-40B4-BE49-F238E27FC236}">
                <a16:creationId xmlns:a16="http://schemas.microsoft.com/office/drawing/2014/main" id="{7EE6957E-64E7-4044-BFE8-2BF3980E5126}"/>
              </a:ext>
            </a:extLst>
          </p:cNvPr>
          <p:cNvSpPr>
            <a:spLocks noGrp="1"/>
          </p:cNvSpPr>
          <p:nvPr>
            <p:ph type="body" sz="quarter" idx="18"/>
          </p:nvPr>
        </p:nvSpPr>
        <p:spPr>
          <a:xfrm>
            <a:off x="310297" y="5840513"/>
            <a:ext cx="2286000" cy="153888"/>
          </a:xfrm>
          <a:prstGeom prst="rect">
            <a:avLst/>
          </a:prstGeom>
        </p:spPr>
        <p:txBody>
          <a:bodyPr lIns="0" tIns="0" rIns="0" bIns="0" anchor="b" anchorCtr="0"/>
          <a:lstStyle>
            <a:lvl1pPr marL="0" indent="0">
              <a:lnSpc>
                <a:spcPct val="100000"/>
              </a:lnSpc>
              <a:buNone/>
              <a:defRPr sz="1000" b="1" i="0">
                <a:solidFill>
                  <a:schemeClr val="tx1"/>
                </a:solidFill>
                <a:latin typeface="Segoe UI Semibold" panose="020B0502040204020203" pitchFamily="34" charset="0"/>
                <a:cs typeface="Segoe UI Semibold" panose="020B0502040204020203" pitchFamily="34" charset="0"/>
              </a:defRPr>
            </a:lvl1pPr>
          </a:lstStyle>
          <a:p>
            <a:pPr lvl="0"/>
            <a:endParaRPr lang="en-US"/>
          </a:p>
        </p:txBody>
      </p:sp>
    </p:spTree>
    <p:extLst>
      <p:ext uri="{BB962C8B-B14F-4D97-AF65-F5344CB8AC3E}">
        <p14:creationId xmlns:p14="http://schemas.microsoft.com/office/powerpoint/2010/main" val="743218867"/>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2_Stats - 4 stat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813099B2-2129-039A-2767-165420C12524}"/>
              </a:ext>
            </a:extLst>
          </p:cNvPr>
          <p:cNvSpPr>
            <a:spLocks noGrp="1"/>
          </p:cNvSpPr>
          <p:nvPr>
            <p:ph type="body" sz="quarter" idx="14" hasCustomPrompt="1"/>
          </p:nvPr>
        </p:nvSpPr>
        <p:spPr>
          <a:xfrm>
            <a:off x="993681" y="2293816"/>
            <a:ext cx="3502562" cy="2154436"/>
          </a:xfrm>
          <a:noFill/>
        </p:spPr>
        <p:txBody>
          <a:bodyPr wrap="none" lIns="0" tIns="0" rIns="0" bIns="0">
            <a:spAutoFit/>
          </a:bodyPr>
          <a:lstStyle>
            <a:lvl1pPr marL="0" indent="0">
              <a:spcBef>
                <a:spcPts val="0"/>
              </a:spcBef>
              <a:buNone/>
              <a:defRPr sz="14000"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25%</a:t>
            </a:r>
          </a:p>
        </p:txBody>
      </p:sp>
      <p:sp>
        <p:nvSpPr>
          <p:cNvPr id="4" name="Text Placeholder 3">
            <a:extLst>
              <a:ext uri="{FF2B5EF4-FFF2-40B4-BE49-F238E27FC236}">
                <a16:creationId xmlns:a16="http://schemas.microsoft.com/office/drawing/2014/main" id="{AB0ED395-3598-DBA8-1B82-A33D6388C6E4}"/>
              </a:ext>
            </a:extLst>
          </p:cNvPr>
          <p:cNvSpPr>
            <a:spLocks noGrp="1"/>
          </p:cNvSpPr>
          <p:nvPr>
            <p:ph type="body" sz="quarter" idx="15"/>
          </p:nvPr>
        </p:nvSpPr>
        <p:spPr>
          <a:xfrm>
            <a:off x="4828503" y="3213556"/>
            <a:ext cx="6632575" cy="430887"/>
          </a:xfrm>
        </p:spPr>
        <p:txBody>
          <a:bodyPr anchor="ctr"/>
          <a:lstStyle>
            <a:lvl1pPr>
              <a:defRPr kumimoji="0" lang="en-US" sz="2800" b="0" i="0" u="none" strike="noStrike" kern="1200" cap="none" spc="-50" normalizeH="0" baseline="0" dirty="0" smtClean="0">
                <a:ln w="3175">
                  <a:noFill/>
                </a:ln>
                <a:gradFill>
                  <a:gsLst>
                    <a:gs pos="0">
                      <a:srgbClr val="FFFFFF"/>
                    </a:gs>
                    <a:gs pos="100000">
                      <a:srgbClr val="FFFFFF"/>
                    </a:gs>
                  </a:gsLst>
                  <a:lin ang="5400000" scaled="1"/>
                </a:gradFill>
                <a:effectLst/>
                <a:uLnTx/>
                <a:uFillTx/>
                <a:latin typeface="Segoe UI Semibold"/>
                <a:ea typeface="+mj-lt"/>
                <a:cs typeface="Segoe UI Semibold"/>
              </a:defRPr>
            </a:lvl1pPr>
          </a:lstStyle>
          <a:p>
            <a:pPr lvl="0"/>
            <a:r>
              <a:rPr lang="en-US"/>
              <a:t>Click to edit Master text styles</a:t>
            </a:r>
          </a:p>
        </p:txBody>
      </p:sp>
      <p:sp>
        <p:nvSpPr>
          <p:cNvPr id="3" name="Text Placeholder 4">
            <a:extLst>
              <a:ext uri="{FF2B5EF4-FFF2-40B4-BE49-F238E27FC236}">
                <a16:creationId xmlns:a16="http://schemas.microsoft.com/office/drawing/2014/main" id="{C8B2DAB2-E406-C226-C7A1-F55EFB60C685}"/>
              </a:ext>
            </a:extLst>
          </p:cNvPr>
          <p:cNvSpPr>
            <a:spLocks noGrp="1"/>
          </p:cNvSpPr>
          <p:nvPr>
            <p:ph type="body" sz="quarter" idx="13" hasCustomPrompt="1"/>
          </p:nvPr>
        </p:nvSpPr>
        <p:spPr>
          <a:xfrm>
            <a:off x="584200" y="6138441"/>
            <a:ext cx="9144000" cy="169277"/>
          </a:xfrm>
          <a:noFill/>
        </p:spPr>
        <p:txBody>
          <a:bodyPr wrap="square" lIns="0" tIns="0" rIns="0" bIns="0">
            <a:spAutoFit/>
          </a:bodyPr>
          <a:lstStyle>
            <a:lvl1pPr marL="0" indent="0">
              <a:spcBef>
                <a:spcPts val="0"/>
              </a:spcBef>
              <a:buNone/>
              <a:defRPr sz="1100" spc="0" baseline="0">
                <a:solidFill>
                  <a:schemeClr val="tx1"/>
                </a:solidFill>
                <a:latin typeface="+mn-lt"/>
                <a:cs typeface="Segoe UI" panose="020B0502040204020203" pitchFamily="34" charset="0"/>
              </a:defRPr>
            </a:lvl1pPr>
          </a:lstStyle>
          <a:p>
            <a:pPr lvl="0"/>
            <a:r>
              <a:rPr lang="en-US"/>
              <a:t>Source:  Footnote</a:t>
            </a:r>
          </a:p>
        </p:txBody>
      </p:sp>
    </p:spTree>
    <p:extLst>
      <p:ext uri="{BB962C8B-B14F-4D97-AF65-F5344CB8AC3E}">
        <p14:creationId xmlns:p14="http://schemas.microsoft.com/office/powerpoint/2010/main" val="1346244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76.xml><?xml version="1.0" encoding="utf-8"?>
<p:sldLayout xmlns:a="http://schemas.openxmlformats.org/drawingml/2006/main" xmlns:r="http://schemas.openxmlformats.org/officeDocument/2006/relationships" xmlns:p="http://schemas.openxmlformats.org/presentationml/2006/main" userDrawn="1">
  <p:cSld name="1_Stats - 4 stats">
    <p:spTree>
      <p:nvGrpSpPr>
        <p:cNvPr id="1" name=""/>
        <p:cNvGrpSpPr/>
        <p:nvPr/>
      </p:nvGrpSpPr>
      <p:grpSpPr>
        <a:xfrm>
          <a:off x="0" y="0"/>
          <a:ext cx="0" cy="0"/>
          <a:chOff x="0" y="0"/>
          <a:chExt cx="0" cy="0"/>
        </a:xfrm>
      </p:grpSpPr>
      <p:sp>
        <p:nvSpPr>
          <p:cNvPr id="9" name="Title 1"/>
          <p:cNvSpPr>
            <a:spLocks noGrp="1"/>
          </p:cNvSpPr>
          <p:nvPr userDrawn="1">
            <p:ph type="title" hasCustomPrompt="1"/>
          </p:nvPr>
        </p:nvSpPr>
        <p:spPr>
          <a:xfrm>
            <a:off x="584200" y="2340433"/>
            <a:ext cx="5644590" cy="2031325"/>
          </a:xfrm>
          <a:noFill/>
        </p:spPr>
        <p:txBody>
          <a:bodyPr vert="horz" wrap="square" lIns="0" tIns="0" rIns="0" bIns="0" rtlCol="0" anchor="ctr" anchorCtr="0">
            <a:spAutoFit/>
          </a:bodyPr>
          <a:lstStyle>
            <a:lvl1pPr algn="l">
              <a:defRPr lang="en-US" sz="4400" dirty="0">
                <a:solidFill>
                  <a:schemeClr val="tx1"/>
                </a:solidFill>
                <a:latin typeface="Segoe UI Semibold" panose="020B0702040204020203" pitchFamily="34" charset="0"/>
                <a:cs typeface="Segoe UI Semibold" panose="020B0702040204020203" pitchFamily="34" charset="0"/>
              </a:defRPr>
            </a:lvl1pPr>
          </a:lstStyle>
          <a:p>
            <a:pPr lvl="0"/>
            <a:r>
              <a:rPr lang="en-US"/>
              <a:t>Insert subheading</a:t>
            </a:r>
            <a:br>
              <a:rPr lang="en-US"/>
            </a:br>
            <a:r>
              <a:rPr lang="en-US"/>
              <a:t>related to these</a:t>
            </a:r>
            <a:br>
              <a:rPr lang="en-US"/>
            </a:br>
            <a:r>
              <a:rPr lang="en-US"/>
              <a:t>four stats</a:t>
            </a:r>
          </a:p>
        </p:txBody>
      </p:sp>
      <p:sp>
        <p:nvSpPr>
          <p:cNvPr id="21" name="Number 1">
            <a:extLst>
              <a:ext uri="{FF2B5EF4-FFF2-40B4-BE49-F238E27FC236}">
                <a16:creationId xmlns:a16="http://schemas.microsoft.com/office/drawing/2014/main" id="{813099B2-2129-039A-2767-165420C12524}"/>
              </a:ext>
            </a:extLst>
          </p:cNvPr>
          <p:cNvSpPr>
            <a:spLocks noGrp="1"/>
          </p:cNvSpPr>
          <p:nvPr>
            <p:ph type="body" sz="quarter" idx="14" hasCustomPrompt="1"/>
          </p:nvPr>
        </p:nvSpPr>
        <p:spPr>
          <a:xfrm>
            <a:off x="6408263" y="1660630"/>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25%</a:t>
            </a:r>
          </a:p>
        </p:txBody>
      </p:sp>
      <p:sp>
        <p:nvSpPr>
          <p:cNvPr id="5" name="Text Placeholder 1"/>
          <p:cNvSpPr>
            <a:spLocks noGrp="1"/>
          </p:cNvSpPr>
          <p:nvPr>
            <p:ph type="body" sz="quarter" idx="12" hasCustomPrompt="1"/>
          </p:nvPr>
        </p:nvSpPr>
        <p:spPr>
          <a:xfrm>
            <a:off x="6408263" y="2757463"/>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6" name="Number 2">
            <a:extLst>
              <a:ext uri="{FF2B5EF4-FFF2-40B4-BE49-F238E27FC236}">
                <a16:creationId xmlns:a16="http://schemas.microsoft.com/office/drawing/2014/main" id="{EFF06BA3-3BAA-1074-85B9-B606438A8F9E}"/>
              </a:ext>
            </a:extLst>
          </p:cNvPr>
          <p:cNvSpPr>
            <a:spLocks noGrp="1"/>
          </p:cNvSpPr>
          <p:nvPr>
            <p:ph type="body" sz="quarter" idx="16" hasCustomPrompt="1"/>
          </p:nvPr>
        </p:nvSpPr>
        <p:spPr>
          <a:xfrm>
            <a:off x="9148843" y="1660630"/>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62%</a:t>
            </a:r>
          </a:p>
        </p:txBody>
      </p:sp>
      <p:sp>
        <p:nvSpPr>
          <p:cNvPr id="25" name="Text Placeholder 2">
            <a:extLst>
              <a:ext uri="{FF2B5EF4-FFF2-40B4-BE49-F238E27FC236}">
                <a16:creationId xmlns:a16="http://schemas.microsoft.com/office/drawing/2014/main" id="{409B7551-B84E-357E-0A6D-3D01BC60F254}"/>
              </a:ext>
            </a:extLst>
          </p:cNvPr>
          <p:cNvSpPr>
            <a:spLocks noGrp="1"/>
          </p:cNvSpPr>
          <p:nvPr>
            <p:ph type="body" sz="quarter" idx="15" hasCustomPrompt="1"/>
          </p:nvPr>
        </p:nvSpPr>
        <p:spPr>
          <a:xfrm>
            <a:off x="9148843" y="2757463"/>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28" name="Number 3">
            <a:extLst>
              <a:ext uri="{FF2B5EF4-FFF2-40B4-BE49-F238E27FC236}">
                <a16:creationId xmlns:a16="http://schemas.microsoft.com/office/drawing/2014/main" id="{583FBD10-C4E7-6215-D18A-853EF9F8360A}"/>
              </a:ext>
            </a:extLst>
          </p:cNvPr>
          <p:cNvSpPr>
            <a:spLocks noGrp="1"/>
          </p:cNvSpPr>
          <p:nvPr>
            <p:ph type="body" sz="quarter" idx="18" hasCustomPrompt="1"/>
          </p:nvPr>
        </p:nvSpPr>
        <p:spPr>
          <a:xfrm>
            <a:off x="6408263" y="3799016"/>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98%</a:t>
            </a:r>
          </a:p>
        </p:txBody>
      </p:sp>
      <p:sp>
        <p:nvSpPr>
          <p:cNvPr id="27" name="Text Placeholder 3">
            <a:extLst>
              <a:ext uri="{FF2B5EF4-FFF2-40B4-BE49-F238E27FC236}">
                <a16:creationId xmlns:a16="http://schemas.microsoft.com/office/drawing/2014/main" id="{DAF3389C-C772-F76C-525F-79C9628C93DA}"/>
              </a:ext>
            </a:extLst>
          </p:cNvPr>
          <p:cNvSpPr>
            <a:spLocks noGrp="1"/>
          </p:cNvSpPr>
          <p:nvPr>
            <p:ph type="body" sz="quarter" idx="17" hasCustomPrompt="1"/>
          </p:nvPr>
        </p:nvSpPr>
        <p:spPr>
          <a:xfrm>
            <a:off x="6408263" y="4895849"/>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0" name="Number 4">
            <a:extLst>
              <a:ext uri="{FF2B5EF4-FFF2-40B4-BE49-F238E27FC236}">
                <a16:creationId xmlns:a16="http://schemas.microsoft.com/office/drawing/2014/main" id="{659B3A17-0571-55CB-4C15-3E3B6424B5FC}"/>
              </a:ext>
            </a:extLst>
          </p:cNvPr>
          <p:cNvSpPr>
            <a:spLocks noGrp="1"/>
          </p:cNvSpPr>
          <p:nvPr>
            <p:ph type="body" sz="quarter" idx="20" hasCustomPrompt="1"/>
          </p:nvPr>
        </p:nvSpPr>
        <p:spPr>
          <a:xfrm>
            <a:off x="9148843" y="3799016"/>
            <a:ext cx="1986441" cy="1107996"/>
          </a:xfrm>
          <a:noFill/>
        </p:spPr>
        <p:txBody>
          <a:bodyPr wrap="square" lIns="0" tIns="0" rIns="0" bIns="0">
            <a:spAutoFit/>
          </a:bodyPr>
          <a:lstStyle>
            <a:lvl1pPr marL="0" indent="0">
              <a:spcBef>
                <a:spcPts val="0"/>
              </a:spcBef>
              <a:buNone/>
              <a:defRPr sz="7200" spc="0" baseline="0">
                <a:gradFill>
                  <a:gsLst>
                    <a:gs pos="0">
                      <a:srgbClr val="50E6FF"/>
                    </a:gs>
                    <a:gs pos="100000">
                      <a:srgbClr val="0078D4"/>
                    </a:gs>
                  </a:gsLst>
                  <a:lin ang="2400000" scaled="0"/>
                </a:gradFill>
                <a:latin typeface="+mj-lt"/>
                <a:cs typeface="Segoe UI" panose="020B0502040204020203" pitchFamily="34" charset="0"/>
              </a:defRPr>
            </a:lvl1pPr>
          </a:lstStyle>
          <a:p>
            <a:pPr lvl="0"/>
            <a:r>
              <a:rPr lang="en-US"/>
              <a:t>35%</a:t>
            </a:r>
          </a:p>
        </p:txBody>
      </p:sp>
      <p:sp>
        <p:nvSpPr>
          <p:cNvPr id="29" name="Text Placeholder 4">
            <a:extLst>
              <a:ext uri="{FF2B5EF4-FFF2-40B4-BE49-F238E27FC236}">
                <a16:creationId xmlns:a16="http://schemas.microsoft.com/office/drawing/2014/main" id="{66F2B96E-2D44-A7BB-8BF0-282A68FE1CC9}"/>
              </a:ext>
            </a:extLst>
          </p:cNvPr>
          <p:cNvSpPr>
            <a:spLocks noGrp="1"/>
          </p:cNvSpPr>
          <p:nvPr>
            <p:ph type="body" sz="quarter" idx="19" hasCustomPrompt="1"/>
          </p:nvPr>
        </p:nvSpPr>
        <p:spPr>
          <a:xfrm>
            <a:off x="9148843" y="4895849"/>
            <a:ext cx="2165914" cy="492443"/>
          </a:xfrm>
          <a:noFill/>
        </p:spPr>
        <p:txBody>
          <a:bodyPr wrap="square" lIns="0" tIns="0" rIns="0" bIns="0">
            <a:spAutoFit/>
          </a:bodyPr>
          <a:lstStyle>
            <a:lvl1pPr marL="0" indent="0">
              <a:spcBef>
                <a:spcPts val="0"/>
              </a:spcBef>
              <a:buNone/>
              <a:defRPr sz="1600" spc="0" baseline="0">
                <a:solidFill>
                  <a:schemeClr val="tx1"/>
                </a:solidFill>
                <a:latin typeface="+mj-lt"/>
                <a:cs typeface="Segoe UI" panose="020B0502040204020203" pitchFamily="34" charset="0"/>
              </a:defRPr>
            </a:lvl1pPr>
          </a:lstStyle>
          <a:p>
            <a:pPr marL="0" marR="0" lvl="0" indent="0" algn="l" defTabSz="914192"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Insert text insert </a:t>
            </a:r>
            <a:b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br>
            <a:r>
              <a:rPr kumimoji="0" lang="en-US" sz="1600" b="0" i="0" u="none" strike="noStrike" kern="0" cap="none" spc="0" normalizeH="0" baseline="0" noProof="0">
                <a:ln>
                  <a:noFill/>
                </a:ln>
                <a:gradFill>
                  <a:gsLst>
                    <a:gs pos="1250">
                      <a:srgbClr val="FFFFFF"/>
                    </a:gs>
                    <a:gs pos="100000">
                      <a:srgbClr val="FFFFFF"/>
                    </a:gs>
                  </a:gsLst>
                  <a:lin ang="5400000" scaled="0"/>
                </a:gradFill>
                <a:effectLst/>
                <a:uLnTx/>
                <a:uFillTx/>
                <a:latin typeface="Segoe UI Semibold"/>
                <a:ea typeface="+mn-ea"/>
                <a:cs typeface="Segoe UI" panose="020B0502040204020203" pitchFamily="34" charset="0"/>
              </a:rPr>
              <a:t>text insert text</a:t>
            </a:r>
          </a:p>
        </p:txBody>
      </p:sp>
      <p:sp>
        <p:nvSpPr>
          <p:cNvPr id="3" name="source">
            <a:extLst>
              <a:ext uri="{FF2B5EF4-FFF2-40B4-BE49-F238E27FC236}">
                <a16:creationId xmlns:a16="http://schemas.microsoft.com/office/drawing/2014/main" id="{C8B2DAB2-E406-C226-C7A1-F55EFB60C685}"/>
              </a:ext>
            </a:extLst>
          </p:cNvPr>
          <p:cNvSpPr>
            <a:spLocks noGrp="1"/>
          </p:cNvSpPr>
          <p:nvPr>
            <p:ph type="body" sz="quarter" idx="13" hasCustomPrompt="1"/>
          </p:nvPr>
        </p:nvSpPr>
        <p:spPr>
          <a:xfrm>
            <a:off x="584200" y="6138441"/>
            <a:ext cx="9144000" cy="169277"/>
          </a:xfrm>
          <a:noFill/>
        </p:spPr>
        <p:txBody>
          <a:bodyPr wrap="square" lIns="0" tIns="0" rIns="0" bIns="0">
            <a:spAutoFit/>
          </a:bodyPr>
          <a:lstStyle>
            <a:lvl1pPr marL="0" indent="0">
              <a:spcBef>
                <a:spcPts val="0"/>
              </a:spcBef>
              <a:buNone/>
              <a:defRPr sz="1100" spc="0" baseline="0">
                <a:solidFill>
                  <a:schemeClr val="tx1"/>
                </a:solidFill>
                <a:latin typeface="+mn-lt"/>
                <a:cs typeface="Segoe UI" panose="020B0502040204020203" pitchFamily="34" charset="0"/>
              </a:defRPr>
            </a:lvl1pPr>
          </a:lstStyle>
          <a:p>
            <a:pPr lvl="0"/>
            <a:r>
              <a:rPr lang="en-US"/>
              <a:t>Source:  Footnote</a:t>
            </a:r>
          </a:p>
        </p:txBody>
      </p:sp>
    </p:spTree>
    <p:extLst>
      <p:ext uri="{BB962C8B-B14F-4D97-AF65-F5344CB8AC3E}">
        <p14:creationId xmlns:p14="http://schemas.microsoft.com/office/powerpoint/2010/main" val="8573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1_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180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2552845222"/>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147B7F7-3EAA-3540-BC65-00BDB110EAC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13" name="Title 1">
            <a:extLst>
              <a:ext uri="{FF2B5EF4-FFF2-40B4-BE49-F238E27FC236}">
                <a16:creationId xmlns:a16="http://schemas.microsoft.com/office/drawing/2014/main" id="{4A36DC34-EED6-8F49-8473-3802F6C2A3D1}"/>
              </a:ext>
            </a:extLst>
          </p:cNvPr>
          <p:cNvSpPr>
            <a:spLocks noGrp="1"/>
          </p:cNvSpPr>
          <p:nvPr>
            <p:ph type="title" hasCustomPrompt="1"/>
          </p:nvPr>
        </p:nvSpPr>
        <p:spPr>
          <a:xfrm>
            <a:off x="428681" y="2532448"/>
            <a:ext cx="9630389" cy="1793104"/>
          </a:xfrm>
          <a:prstGeom prst="rect">
            <a:avLst/>
          </a:prstGeom>
          <a:noFill/>
        </p:spPr>
        <p:txBody>
          <a:bodyPr lIns="0" tIns="0" rIns="0" bIns="182880" anchor="b" anchorCtr="0"/>
          <a:lstStyle>
            <a:lvl1pPr>
              <a:defRPr sz="4705" strike="noStrike" spc="-49" baseline="0">
                <a:solidFill>
                  <a:schemeClr val="tx2"/>
                </a:solidFill>
              </a:defRPr>
            </a:lvl1pPr>
          </a:lstStyle>
          <a:p>
            <a:r>
              <a:rPr lang="en-US"/>
              <a:t>Azure presentation title </a:t>
            </a:r>
            <a:br>
              <a:rPr lang="en-US"/>
            </a:br>
            <a:r>
              <a:rPr lang="en-US"/>
              <a:t>or event name</a:t>
            </a:r>
          </a:p>
        </p:txBody>
      </p:sp>
      <p:sp>
        <p:nvSpPr>
          <p:cNvPr id="14" name="Text Placeholder 10">
            <a:extLst>
              <a:ext uri="{FF2B5EF4-FFF2-40B4-BE49-F238E27FC236}">
                <a16:creationId xmlns:a16="http://schemas.microsoft.com/office/drawing/2014/main" id="{2E500E80-DD0C-EF4F-BB7D-03960A098E1F}"/>
              </a:ext>
            </a:extLst>
          </p:cNvPr>
          <p:cNvSpPr>
            <a:spLocks noGrp="1"/>
          </p:cNvSpPr>
          <p:nvPr>
            <p:ph type="body" sz="quarter" idx="15" hasCustomPrompt="1"/>
          </p:nvPr>
        </p:nvSpPr>
        <p:spPr>
          <a:xfrm>
            <a:off x="442466" y="4350114"/>
            <a:ext cx="9602819"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spTree>
    <p:extLst>
      <p:ext uri="{BB962C8B-B14F-4D97-AF65-F5344CB8AC3E}">
        <p14:creationId xmlns:p14="http://schemas.microsoft.com/office/powerpoint/2010/main" val="409677946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Title Slide 2">
    <p:bg>
      <p:bgPr>
        <a:solidFill>
          <a:schemeClr val="tx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C1F9C5D-BBFD-AE42-A1D5-DA2C27C2E90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31183" y="473796"/>
            <a:ext cx="1335673" cy="190278"/>
          </a:xfrm>
          <a:prstGeom prst="rect">
            <a:avLst/>
          </a:prstGeom>
        </p:spPr>
      </p:pic>
      <p:sp>
        <p:nvSpPr>
          <p:cNvPr id="15" name="Title 1">
            <a:extLst>
              <a:ext uri="{FF2B5EF4-FFF2-40B4-BE49-F238E27FC236}">
                <a16:creationId xmlns:a16="http://schemas.microsoft.com/office/drawing/2014/main" id="{FDD3BB94-DC99-244C-91E3-A9764AF2671E}"/>
              </a:ext>
            </a:extLst>
          </p:cNvPr>
          <p:cNvSpPr>
            <a:spLocks noGrp="1"/>
          </p:cNvSpPr>
          <p:nvPr>
            <p:ph type="title" hasCustomPrompt="1"/>
          </p:nvPr>
        </p:nvSpPr>
        <p:spPr>
          <a:xfrm>
            <a:off x="428681" y="2532448"/>
            <a:ext cx="9630389" cy="1793104"/>
          </a:xfrm>
          <a:prstGeom prst="rect">
            <a:avLst/>
          </a:prstGeom>
          <a:noFill/>
        </p:spPr>
        <p:txBody>
          <a:bodyPr lIns="0" tIns="0" rIns="0" bIns="182880" anchor="b" anchorCtr="0"/>
          <a:lstStyle>
            <a:lvl1pPr>
              <a:defRPr sz="4705" strike="noStrike" spc="-49" baseline="0">
                <a:solidFill>
                  <a:schemeClr val="bg2"/>
                </a:solidFill>
              </a:defRPr>
            </a:lvl1pPr>
          </a:lstStyle>
          <a:p>
            <a:r>
              <a:rPr lang="en-US"/>
              <a:t>Azure presentation title </a:t>
            </a:r>
            <a:br>
              <a:rPr lang="en-US"/>
            </a:br>
            <a:r>
              <a:rPr lang="en-US"/>
              <a:t>or event name</a:t>
            </a:r>
          </a:p>
        </p:txBody>
      </p:sp>
      <p:sp>
        <p:nvSpPr>
          <p:cNvPr id="16" name="Text Placeholder 10">
            <a:extLst>
              <a:ext uri="{FF2B5EF4-FFF2-40B4-BE49-F238E27FC236}">
                <a16:creationId xmlns:a16="http://schemas.microsoft.com/office/drawing/2014/main" id="{63FCEA3C-C822-5A4A-9561-695239EA77C3}"/>
              </a:ext>
            </a:extLst>
          </p:cNvPr>
          <p:cNvSpPr>
            <a:spLocks noGrp="1"/>
          </p:cNvSpPr>
          <p:nvPr>
            <p:ph type="body" sz="quarter" idx="15" hasCustomPrompt="1"/>
          </p:nvPr>
        </p:nvSpPr>
        <p:spPr>
          <a:xfrm>
            <a:off x="442466" y="4350114"/>
            <a:ext cx="9602819" cy="724246"/>
          </a:xfrm>
          <a:prstGeom prst="rect">
            <a:avLst/>
          </a:prstGeom>
        </p:spPr>
        <p:txBody>
          <a:bodyPr/>
          <a:lstStyle>
            <a:lvl1pPr>
              <a:defRPr sz="1765">
                <a:solidFill>
                  <a:schemeClr val="bg2"/>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spTree>
    <p:extLst>
      <p:ext uri="{BB962C8B-B14F-4D97-AF65-F5344CB8AC3E}">
        <p14:creationId xmlns:p14="http://schemas.microsoft.com/office/powerpoint/2010/main" val="14117795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000000"/>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C1F9C5D-BBFD-AE42-A1D5-DA2C27C2E90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31183" y="473796"/>
            <a:ext cx="1335673" cy="190278"/>
          </a:xfrm>
          <a:prstGeom prst="rect">
            <a:avLst/>
          </a:prstGeom>
        </p:spPr>
      </p:pic>
      <p:sp>
        <p:nvSpPr>
          <p:cNvPr id="11" name="Title 1">
            <a:extLst>
              <a:ext uri="{FF2B5EF4-FFF2-40B4-BE49-F238E27FC236}">
                <a16:creationId xmlns:a16="http://schemas.microsoft.com/office/drawing/2014/main" id="{302B9254-503D-8F44-9D4B-18675DFDE809}"/>
              </a:ext>
            </a:extLst>
          </p:cNvPr>
          <p:cNvSpPr>
            <a:spLocks noGrp="1"/>
          </p:cNvSpPr>
          <p:nvPr>
            <p:ph type="title" hasCustomPrompt="1"/>
          </p:nvPr>
        </p:nvSpPr>
        <p:spPr>
          <a:xfrm>
            <a:off x="428681" y="2532448"/>
            <a:ext cx="9630389" cy="1793104"/>
          </a:xfrm>
          <a:prstGeom prst="rect">
            <a:avLst/>
          </a:prstGeom>
          <a:noFill/>
        </p:spPr>
        <p:txBody>
          <a:bodyPr lIns="0" tIns="0" rIns="0" bIns="182880" anchor="b" anchorCtr="0"/>
          <a:lstStyle>
            <a:lvl1pPr>
              <a:defRPr sz="4705" strike="noStrike" spc="-49" baseline="0">
                <a:solidFill>
                  <a:schemeClr val="bg2"/>
                </a:solidFill>
              </a:defRPr>
            </a:lvl1pPr>
          </a:lstStyle>
          <a:p>
            <a:r>
              <a:rPr lang="en-US"/>
              <a:t>Azure presentation title </a:t>
            </a:r>
            <a:br>
              <a:rPr lang="en-US"/>
            </a:br>
            <a:r>
              <a:rPr lang="en-US"/>
              <a:t>or event name</a:t>
            </a:r>
          </a:p>
        </p:txBody>
      </p:sp>
      <p:sp>
        <p:nvSpPr>
          <p:cNvPr id="12" name="Text Placeholder 10">
            <a:extLst>
              <a:ext uri="{FF2B5EF4-FFF2-40B4-BE49-F238E27FC236}">
                <a16:creationId xmlns:a16="http://schemas.microsoft.com/office/drawing/2014/main" id="{2D6C119F-8C39-DF40-90FE-09B7E3ECDBE0}"/>
              </a:ext>
            </a:extLst>
          </p:cNvPr>
          <p:cNvSpPr>
            <a:spLocks noGrp="1"/>
          </p:cNvSpPr>
          <p:nvPr>
            <p:ph type="body" sz="quarter" idx="15" hasCustomPrompt="1"/>
          </p:nvPr>
        </p:nvSpPr>
        <p:spPr>
          <a:xfrm>
            <a:off x="442466" y="4350114"/>
            <a:ext cx="9602819" cy="724246"/>
          </a:xfrm>
          <a:prstGeom prst="rect">
            <a:avLst/>
          </a:prstGeom>
        </p:spPr>
        <p:txBody>
          <a:bodyPr/>
          <a:lstStyle>
            <a:lvl1pPr>
              <a:defRPr sz="1765">
                <a:solidFill>
                  <a:schemeClr val="bg2"/>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spTree>
    <p:extLst>
      <p:ext uri="{BB962C8B-B14F-4D97-AF65-F5344CB8AC3E}">
        <p14:creationId xmlns:p14="http://schemas.microsoft.com/office/powerpoint/2010/main" val="939739771"/>
      </p:ext>
    </p:extLst>
  </p:cSld>
  <p:clrMapOvr>
    <a:masterClrMapping/>
  </p:clrMapOvr>
  <p:transition>
    <p:fade/>
  </p:transition>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Title slide 4">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F83EBA8-9428-5042-A6AB-BA1563CB95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pic>
        <p:nvPicPr>
          <p:cNvPr id="5" name="Picture 4">
            <a:extLst>
              <a:ext uri="{FF2B5EF4-FFF2-40B4-BE49-F238E27FC236}">
                <a16:creationId xmlns:a16="http://schemas.microsoft.com/office/drawing/2014/main" id="{B0419340-DB0C-B34E-84FE-2AA1A19A58C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5857617" y="0"/>
            <a:ext cx="5973790" cy="6858000"/>
          </a:xfrm>
          <a:prstGeom prst="rect">
            <a:avLst/>
          </a:prstGeom>
        </p:spPr>
      </p:pic>
      <p:sp>
        <p:nvSpPr>
          <p:cNvPr id="8" name="Title 1">
            <a:extLst>
              <a:ext uri="{FF2B5EF4-FFF2-40B4-BE49-F238E27FC236}">
                <a16:creationId xmlns:a16="http://schemas.microsoft.com/office/drawing/2014/main" id="{1D09A9D1-6212-8B49-96D7-B3E9D17D4BAB}"/>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9" name="Text Placeholder 10">
            <a:extLst>
              <a:ext uri="{FF2B5EF4-FFF2-40B4-BE49-F238E27FC236}">
                <a16:creationId xmlns:a16="http://schemas.microsoft.com/office/drawing/2014/main" id="{0881A9F1-B3A4-0742-8DAD-18EC8A78C522}"/>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spTree>
    <p:extLst>
      <p:ext uri="{BB962C8B-B14F-4D97-AF65-F5344CB8AC3E}">
        <p14:creationId xmlns:p14="http://schemas.microsoft.com/office/powerpoint/2010/main" val="3241678064"/>
      </p:ext>
    </p:extLst>
  </p:cSld>
  <p:clrMapOvr>
    <a:masterClrMapping/>
  </p:clrMapOvr>
  <p:transition>
    <p:fade/>
  </p:transition>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Title Slide 5">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pic>
        <p:nvPicPr>
          <p:cNvPr id="7" name="Picture 6">
            <a:extLst>
              <a:ext uri="{FF2B5EF4-FFF2-40B4-BE49-F238E27FC236}">
                <a16:creationId xmlns:a16="http://schemas.microsoft.com/office/drawing/2014/main" id="{F64BDF03-4137-9B4F-811A-B300BDF9B2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286467" y="206105"/>
            <a:ext cx="5583404" cy="6409831"/>
          </a:xfrm>
          <a:prstGeom prst="rect">
            <a:avLst/>
          </a:prstGeom>
        </p:spPr>
      </p:pic>
    </p:spTree>
    <p:extLst>
      <p:ext uri="{BB962C8B-B14F-4D97-AF65-F5344CB8AC3E}">
        <p14:creationId xmlns:p14="http://schemas.microsoft.com/office/powerpoint/2010/main" val="2056115774"/>
      </p:ext>
    </p:extLst>
  </p:cSld>
  <p:clrMapOvr>
    <a:masterClrMapping/>
  </p:clrMapOvr>
  <p:transition>
    <p:fade/>
  </p:transition>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Title Slide 6">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pic>
        <p:nvPicPr>
          <p:cNvPr id="8" name="Picture 7">
            <a:extLst>
              <a:ext uri="{FF2B5EF4-FFF2-40B4-BE49-F238E27FC236}">
                <a16:creationId xmlns:a16="http://schemas.microsoft.com/office/drawing/2014/main" id="{67DB9C92-5B22-1645-98AA-DEA153351D4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45182" y="321589"/>
            <a:ext cx="5413537" cy="6214821"/>
          </a:xfrm>
          <a:prstGeom prst="rect">
            <a:avLst/>
          </a:prstGeom>
        </p:spPr>
      </p:pic>
    </p:spTree>
    <p:extLst>
      <p:ext uri="{BB962C8B-B14F-4D97-AF65-F5344CB8AC3E}">
        <p14:creationId xmlns:p14="http://schemas.microsoft.com/office/powerpoint/2010/main" val="3907194612"/>
      </p:ext>
    </p:extLst>
  </p:cSld>
  <p:clrMapOvr>
    <a:masterClrMapping/>
  </p:clrMapOvr>
  <p:transition>
    <p:fade/>
  </p:transition>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Title Slide 7">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sp>
        <p:nvSpPr>
          <p:cNvPr id="7" name="Rectangle 6">
            <a:extLst>
              <a:ext uri="{FF2B5EF4-FFF2-40B4-BE49-F238E27FC236}">
                <a16:creationId xmlns:a16="http://schemas.microsoft.com/office/drawing/2014/main" id="{7507D490-6D76-184D-B20A-2C0F2F3DD099}"/>
              </a:ext>
            </a:extLst>
          </p:cNvPr>
          <p:cNvSpPr/>
          <p:nvPr userDrawn="1"/>
        </p:nvSpPr>
        <p:spPr bwMode="auto">
          <a:xfrm>
            <a:off x="6111901" y="0"/>
            <a:ext cx="6080099" cy="6858000"/>
          </a:xfrm>
          <a:prstGeom prst="rect">
            <a:avLst/>
          </a:prstGeom>
          <a:solidFill>
            <a:srgbClr val="0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err="1">
              <a:solidFill>
                <a:schemeClr val="tx1"/>
              </a:solidFill>
              <a:ea typeface="Segoe UI" pitchFamily="34" charset="0"/>
              <a:cs typeface="Segoe UI" pitchFamily="34" charset="0"/>
            </a:endParaRPr>
          </a:p>
        </p:txBody>
      </p:sp>
      <p:pic>
        <p:nvPicPr>
          <p:cNvPr id="9" name="Picture 8">
            <a:extLst>
              <a:ext uri="{FF2B5EF4-FFF2-40B4-BE49-F238E27FC236}">
                <a16:creationId xmlns:a16="http://schemas.microsoft.com/office/drawing/2014/main" id="{04B63C3A-8B21-B940-BD1D-D9281E6DD254}"/>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6165055" y="0"/>
            <a:ext cx="5973790" cy="6858000"/>
          </a:xfrm>
          <a:prstGeom prst="rect">
            <a:avLst/>
          </a:prstGeom>
        </p:spPr>
      </p:pic>
    </p:spTree>
    <p:extLst>
      <p:ext uri="{BB962C8B-B14F-4D97-AF65-F5344CB8AC3E}">
        <p14:creationId xmlns:p14="http://schemas.microsoft.com/office/powerpoint/2010/main" val="3620242399"/>
      </p:ext>
    </p:extLst>
  </p:cSld>
  <p:clrMapOvr>
    <a:masterClrMapping/>
  </p:clrMapOvr>
  <p:transition>
    <p:fade/>
  </p:transition>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Title Slide 8">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sp>
        <p:nvSpPr>
          <p:cNvPr id="7" name="Rectangle 6">
            <a:extLst>
              <a:ext uri="{FF2B5EF4-FFF2-40B4-BE49-F238E27FC236}">
                <a16:creationId xmlns:a16="http://schemas.microsoft.com/office/drawing/2014/main" id="{D76228DA-C78B-F44C-94F8-7128E0B2D7A7}"/>
              </a:ext>
            </a:extLst>
          </p:cNvPr>
          <p:cNvSpPr/>
          <p:nvPr userDrawn="1"/>
        </p:nvSpPr>
        <p:spPr bwMode="auto">
          <a:xfrm>
            <a:off x="6111901" y="0"/>
            <a:ext cx="6080099" cy="6858000"/>
          </a:xfrm>
          <a:prstGeom prst="rect">
            <a:avLst/>
          </a:prstGeom>
          <a:solidFill>
            <a:srgbClr val="0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err="1">
              <a:solidFill>
                <a:schemeClr val="tx1"/>
              </a:solidFill>
              <a:ea typeface="Segoe UI" pitchFamily="34" charset="0"/>
              <a:cs typeface="Segoe UI" pitchFamily="34" charset="0"/>
            </a:endParaRPr>
          </a:p>
        </p:txBody>
      </p:sp>
      <p:pic>
        <p:nvPicPr>
          <p:cNvPr id="8" name="Picture 7">
            <a:extLst>
              <a:ext uri="{FF2B5EF4-FFF2-40B4-BE49-F238E27FC236}">
                <a16:creationId xmlns:a16="http://schemas.microsoft.com/office/drawing/2014/main" id="{942E84EF-6F95-A646-8F37-FD94FE907970}"/>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l="7868" t="8847" r="8127" b="8616"/>
          <a:stretch/>
        </p:blipFill>
        <p:spPr>
          <a:xfrm>
            <a:off x="6111901" y="0"/>
            <a:ext cx="6080099" cy="6858000"/>
          </a:xfrm>
          <a:prstGeom prst="rect">
            <a:avLst/>
          </a:prstGeom>
        </p:spPr>
      </p:pic>
    </p:spTree>
    <p:extLst>
      <p:ext uri="{BB962C8B-B14F-4D97-AF65-F5344CB8AC3E}">
        <p14:creationId xmlns:p14="http://schemas.microsoft.com/office/powerpoint/2010/main" val="494457640"/>
      </p:ext>
    </p:extLst>
  </p:cSld>
  <p:clrMapOvr>
    <a:masterClrMapping/>
  </p:clrMapOvr>
  <p:transition>
    <p:fade/>
  </p:transition>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itle Slide 9">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sp>
        <p:nvSpPr>
          <p:cNvPr id="7" name="Rectangle 6">
            <a:extLst>
              <a:ext uri="{FF2B5EF4-FFF2-40B4-BE49-F238E27FC236}">
                <a16:creationId xmlns:a16="http://schemas.microsoft.com/office/drawing/2014/main" id="{01443AB1-0CDE-B44D-8883-27DEB7B914EA}"/>
              </a:ext>
            </a:extLst>
          </p:cNvPr>
          <p:cNvSpPr/>
          <p:nvPr userDrawn="1"/>
        </p:nvSpPr>
        <p:spPr bwMode="auto">
          <a:xfrm>
            <a:off x="6111901" y="0"/>
            <a:ext cx="6080099" cy="6858000"/>
          </a:xfrm>
          <a:prstGeom prst="rect">
            <a:avLst/>
          </a:prstGeom>
          <a:solidFill>
            <a:srgbClr val="0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err="1">
              <a:solidFill>
                <a:schemeClr val="tx1"/>
              </a:solidFill>
              <a:ea typeface="Segoe UI" pitchFamily="34" charset="0"/>
              <a:cs typeface="Segoe UI" pitchFamily="34" charset="0"/>
            </a:endParaRPr>
          </a:p>
        </p:txBody>
      </p:sp>
      <p:pic>
        <p:nvPicPr>
          <p:cNvPr id="8" name="Picture 7">
            <a:extLst>
              <a:ext uri="{FF2B5EF4-FFF2-40B4-BE49-F238E27FC236}">
                <a16:creationId xmlns:a16="http://schemas.microsoft.com/office/drawing/2014/main" id="{64E0159D-061E-A640-B0A5-C7A703E35A97}"/>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6165055" y="0"/>
            <a:ext cx="5973790" cy="6858000"/>
          </a:xfrm>
          <a:prstGeom prst="rect">
            <a:avLst/>
          </a:prstGeom>
        </p:spPr>
      </p:pic>
    </p:spTree>
    <p:extLst>
      <p:ext uri="{BB962C8B-B14F-4D97-AF65-F5344CB8AC3E}">
        <p14:creationId xmlns:p14="http://schemas.microsoft.com/office/powerpoint/2010/main" val="4117587067"/>
      </p:ext>
    </p:extLst>
  </p:cSld>
  <p:clrMapOvr>
    <a:masterClrMapping/>
  </p:clrMapOvr>
  <p:transition>
    <p:fade/>
  </p:transition>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Title Slide 1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pic>
        <p:nvPicPr>
          <p:cNvPr id="9" name="Picture 8">
            <a:extLst>
              <a:ext uri="{FF2B5EF4-FFF2-40B4-BE49-F238E27FC236}">
                <a16:creationId xmlns:a16="http://schemas.microsoft.com/office/drawing/2014/main" id="{92E2926B-CE4C-8042-8EAB-E69CCC77CEF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6218210" y="0"/>
            <a:ext cx="5973790" cy="6858000"/>
          </a:xfrm>
          <a:prstGeom prst="rect">
            <a:avLst/>
          </a:prstGeom>
        </p:spPr>
      </p:pic>
    </p:spTree>
    <p:extLst>
      <p:ext uri="{BB962C8B-B14F-4D97-AF65-F5344CB8AC3E}">
        <p14:creationId xmlns:p14="http://schemas.microsoft.com/office/powerpoint/2010/main" val="3855464519"/>
      </p:ext>
    </p:extLst>
  </p:cSld>
  <p:clrMapOvr>
    <a:masterClrMapping/>
  </p:clrMapOvr>
  <p:transition>
    <p:fade/>
  </p:transition>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Title Slide 1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pic>
        <p:nvPicPr>
          <p:cNvPr id="2" name="Picture 1" descr="A picture containing person, window, computer, table&#10;&#10;Description automatically generated">
            <a:extLst>
              <a:ext uri="{FF2B5EF4-FFF2-40B4-BE49-F238E27FC236}">
                <a16:creationId xmlns:a16="http://schemas.microsoft.com/office/drawing/2014/main" id="{B79E2876-FB33-2646-85EE-84CA60F64DE5}"/>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6218210" y="0"/>
            <a:ext cx="5973790" cy="6858000"/>
          </a:xfrm>
          <a:prstGeom prst="rect">
            <a:avLst/>
          </a:prstGeom>
        </p:spPr>
      </p:pic>
    </p:spTree>
    <p:extLst>
      <p:ext uri="{BB962C8B-B14F-4D97-AF65-F5344CB8AC3E}">
        <p14:creationId xmlns:p14="http://schemas.microsoft.com/office/powerpoint/2010/main" val="1105484741"/>
      </p:ext>
    </p:extLst>
  </p:cSld>
  <p:clrMapOvr>
    <a:masterClrMapping/>
  </p:clrMapOvr>
  <p:transition>
    <p:fade/>
  </p:transition>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Title Slide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B498CFD-6F0F-1548-B3CF-58EC8479BA8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6218210" y="0"/>
            <a:ext cx="5973790" cy="6858000"/>
          </a:xfrm>
          <a:prstGeom prst="rect">
            <a:avLst/>
          </a:prstGeom>
        </p:spPr>
      </p:pic>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5"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2"/>
            </a:lvl3pPr>
            <a:lvl4pPr>
              <a:defRPr sz="1372"/>
            </a:lvl4pPr>
            <a:lvl5pPr>
              <a:defRPr sz="1029"/>
            </a:lvl5pPr>
          </a:lstStyle>
          <a:p>
            <a:pPr lvl="0"/>
            <a:r>
              <a:rPr lang="en-US"/>
              <a:t>Author name</a:t>
            </a:r>
            <a:br>
              <a:rPr lang="en-US"/>
            </a:br>
            <a:r>
              <a:rPr lang="en-US"/>
              <a:t>Date</a:t>
            </a:r>
          </a:p>
        </p:txBody>
      </p:sp>
    </p:spTree>
    <p:extLst>
      <p:ext uri="{BB962C8B-B14F-4D97-AF65-F5344CB8AC3E}">
        <p14:creationId xmlns:p14="http://schemas.microsoft.com/office/powerpoint/2010/main" val="2426574894"/>
      </p:ext>
    </p:extLst>
  </p:cSld>
  <p:clrMapOvr>
    <a:masterClrMapping/>
  </p:clrMapOvr>
  <p:transition>
    <p:fade/>
  </p:transition>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1168943"/>
            <a:ext cx="3618381" cy="899665"/>
          </a:xfrm>
          <a:prstGeom prst="rect">
            <a:avLst/>
          </a:prstGeom>
        </p:spPr>
        <p:txBody>
          <a:bodyPr lIns="0" tIns="0" rIns="0" bIns="0"/>
          <a:lstStyle>
            <a:lvl1pPr>
              <a:defRPr sz="1765" spc="0" baseline="0">
                <a:solidFill>
                  <a:srgbClr val="000000"/>
                </a:solidFill>
              </a:defRPr>
            </a:lvl1pPr>
          </a:lstStyle>
          <a:p>
            <a:r>
              <a:rPr lang="en-US"/>
              <a:t>Contents</a:t>
            </a:r>
          </a:p>
        </p:txBody>
      </p:sp>
      <p:sp>
        <p:nvSpPr>
          <p:cNvPr id="4" name="Text Placeholder 3"/>
          <p:cNvSpPr>
            <a:spLocks noGrp="1"/>
          </p:cNvSpPr>
          <p:nvPr>
            <p:ph type="body" sz="quarter" idx="10" hasCustomPrompt="1"/>
          </p:nvPr>
        </p:nvSpPr>
        <p:spPr>
          <a:xfrm>
            <a:off x="6229843" y="1168943"/>
            <a:ext cx="547437" cy="3786998"/>
          </a:xfrm>
          <a:prstGeom prst="rect">
            <a:avLst/>
          </a:prstGeom>
        </p:spPr>
        <p:txBody>
          <a:bodyPr wrap="square" lIns="0" tIns="0" rIns="0" bIns="0">
            <a:noAutofit/>
          </a:bodyPr>
          <a:lstStyle>
            <a:lvl1pPr marL="0" indent="0" defTabSz="507330">
              <a:spcAft>
                <a:spcPts val="490"/>
              </a:spcAft>
              <a:buNone/>
              <a:defRPr sz="1765" spc="0" baseline="0">
                <a:solidFill>
                  <a:schemeClr val="tx2"/>
                </a:solidFill>
              </a:defRPr>
            </a:lvl1pPr>
            <a:lvl2pPr marL="224097" indent="0">
              <a:buNone/>
              <a:defRPr sz="1765"/>
            </a:lvl2pPr>
            <a:lvl3pPr marL="448193" indent="0">
              <a:buNone/>
              <a:defRPr sz="1765"/>
            </a:lvl3pPr>
            <a:lvl4pPr marL="672290" indent="0">
              <a:buNone/>
              <a:defRPr sz="1765"/>
            </a:lvl4pPr>
            <a:lvl5pPr marL="896386" indent="0">
              <a:buNone/>
              <a:defRPr sz="1765"/>
            </a:lvl5pPr>
          </a:lstStyle>
          <a:p>
            <a:pPr lvl="0"/>
            <a:r>
              <a:rPr lang="en-US"/>
              <a:t>##</a:t>
            </a:r>
            <a:br>
              <a:rPr lang="en-US"/>
            </a:br>
            <a:r>
              <a:rPr lang="en-US"/>
              <a:t>##</a:t>
            </a:r>
            <a:br>
              <a:rPr lang="en-US"/>
            </a:br>
            <a:r>
              <a:rPr lang="en-US"/>
              <a:t>##</a:t>
            </a:r>
            <a:br>
              <a:rPr lang="en-US"/>
            </a:br>
            <a:r>
              <a:rPr lang="en-US"/>
              <a:t>##</a:t>
            </a:r>
            <a:br>
              <a:rPr lang="en-US"/>
            </a:br>
            <a:r>
              <a:rPr lang="en-US"/>
              <a:t>##</a:t>
            </a:r>
          </a:p>
        </p:txBody>
      </p:sp>
      <p:sp>
        <p:nvSpPr>
          <p:cNvPr id="11" name="Text Placeholder 3">
            <a:extLst>
              <a:ext uri="{FF2B5EF4-FFF2-40B4-BE49-F238E27FC236}">
                <a16:creationId xmlns:a16="http://schemas.microsoft.com/office/drawing/2014/main" id="{FF941B29-79EC-DD49-A767-757BAE16FCDB}"/>
              </a:ext>
            </a:extLst>
          </p:cNvPr>
          <p:cNvSpPr>
            <a:spLocks noGrp="1"/>
          </p:cNvSpPr>
          <p:nvPr>
            <p:ph type="body" sz="quarter" idx="11" hasCustomPrompt="1"/>
          </p:nvPr>
        </p:nvSpPr>
        <p:spPr>
          <a:xfrm>
            <a:off x="6777280" y="1168942"/>
            <a:ext cx="3290380" cy="3786998"/>
          </a:xfrm>
          <a:prstGeom prst="rect">
            <a:avLst/>
          </a:prstGeom>
        </p:spPr>
        <p:txBody>
          <a:bodyPr wrap="square" lIns="0" tIns="0" rIns="0" bIns="0">
            <a:noAutofit/>
          </a:bodyPr>
          <a:lstStyle>
            <a:lvl1pPr marL="0" indent="0" defTabSz="507330">
              <a:spcAft>
                <a:spcPts val="490"/>
              </a:spcAft>
              <a:buNone/>
              <a:defRPr sz="1765" spc="0" baseline="0">
                <a:solidFill>
                  <a:srgbClr val="000000"/>
                </a:solidFill>
              </a:defRPr>
            </a:lvl1pPr>
            <a:lvl2pPr marL="224097" indent="0">
              <a:buNone/>
              <a:defRPr sz="1765"/>
            </a:lvl2pPr>
            <a:lvl3pPr marL="448193" indent="0">
              <a:buNone/>
              <a:defRPr sz="1765"/>
            </a:lvl3pPr>
            <a:lvl4pPr marL="672290" indent="0">
              <a:buNone/>
              <a:defRPr sz="1765"/>
            </a:lvl4pPr>
            <a:lvl5pPr marL="896386" indent="0">
              <a:buNone/>
              <a:defRPr sz="1765"/>
            </a:lvl5pPr>
          </a:lstStyle>
          <a:p>
            <a:pPr lvl="0"/>
            <a:r>
              <a:rPr lang="en-US"/>
              <a:t>Section Title</a:t>
            </a:r>
            <a:br>
              <a:rPr lang="en-US"/>
            </a:br>
            <a:r>
              <a:rPr lang="en-US"/>
              <a:t>Section Title</a:t>
            </a:r>
            <a:br>
              <a:rPr lang="en-US"/>
            </a:br>
            <a:r>
              <a:rPr lang="en-US"/>
              <a:t>Section Title</a:t>
            </a:r>
            <a:br>
              <a:rPr lang="en-US"/>
            </a:br>
            <a:r>
              <a:rPr lang="en-US"/>
              <a:t>Section Title</a:t>
            </a:r>
            <a:br>
              <a:rPr lang="en-US"/>
            </a:br>
            <a:r>
              <a:rPr lang="en-US"/>
              <a:t>Section Title</a:t>
            </a:r>
          </a:p>
        </p:txBody>
      </p:sp>
      <p:sp>
        <p:nvSpPr>
          <p:cNvPr id="16" name="Text Box 3">
            <a:extLst>
              <a:ext uri="{FF2B5EF4-FFF2-40B4-BE49-F238E27FC236}">
                <a16:creationId xmlns:a16="http://schemas.microsoft.com/office/drawing/2014/main" id="{A2F7DAD6-99FA-B74A-87E5-BFA3CB237070}"/>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Tree>
    <p:extLst>
      <p:ext uri="{BB962C8B-B14F-4D97-AF65-F5344CB8AC3E}">
        <p14:creationId xmlns:p14="http://schemas.microsoft.com/office/powerpoint/2010/main" val="781605377"/>
      </p:ext>
    </p:extLst>
  </p:cSld>
  <p:clrMapOvr>
    <a:masterClrMapping/>
  </p:clrMapOvr>
  <p:transition>
    <p:fade/>
  </p:transition>
</p:sldLayout>
</file>

<file path=ppt/slideLayouts/slideLayout291.xml><?xml version="1.0" encoding="utf-8"?>
<p:sldLayout xmlns:a="http://schemas.openxmlformats.org/drawingml/2006/main" xmlns:r="http://schemas.openxmlformats.org/officeDocument/2006/relationships" xmlns:p="http://schemas.openxmlformats.org/presentationml/2006/main" preserve="1" userDrawn="1">
  <p:cSld name="Tex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Heading Segoe UI </a:t>
            </a:r>
            <a:r>
              <a:rPr lang="en-US" err="1"/>
              <a:t>Semibold</a:t>
            </a:r>
            <a:r>
              <a:rPr lang="en-US"/>
              <a:t> 28/32</a:t>
            </a:r>
          </a:p>
        </p:txBody>
      </p:sp>
      <p:sp>
        <p:nvSpPr>
          <p:cNvPr id="4" name="Text Placeholder 3"/>
          <p:cNvSpPr>
            <a:spLocks noGrp="1"/>
          </p:cNvSpPr>
          <p:nvPr>
            <p:ph type="body" sz="quarter" idx="10" hasCustomPrompt="1"/>
          </p:nvPr>
        </p:nvSpPr>
        <p:spPr>
          <a:xfrm>
            <a:off x="455995" y="1922801"/>
            <a:ext cx="11306469" cy="287771"/>
          </a:xfrm>
          <a:prstGeom prst="rect">
            <a:avLst/>
          </a:prstGeom>
        </p:spPr>
        <p:txBody>
          <a:bodyPr wrap="square" lIns="0" tIns="0" rIns="0" bIns="0">
            <a:spAutoFit/>
          </a:bodyPr>
          <a:lstStyle>
            <a:lvl1pPr marL="0" indent="0">
              <a:lnSpc>
                <a:spcPts val="2353"/>
              </a:lnSpc>
              <a:buNone/>
              <a:defRPr sz="1961" b="0" i="0" spc="0">
                <a:solidFill>
                  <a:srgbClr val="000000"/>
                </a:solidFill>
                <a:latin typeface="+mj-lt"/>
              </a:defRPr>
            </a:lvl1pPr>
            <a:lvl2pPr marL="0" indent="0">
              <a:lnSpc>
                <a:spcPts val="2353"/>
              </a:lnSpc>
              <a:buNone/>
              <a:defRPr spc="0">
                <a:solidFill>
                  <a:srgbClr val="000000"/>
                </a:solidFill>
                <a:latin typeface="+mn-lt"/>
              </a:defRPr>
            </a:lvl2pPr>
            <a:lvl3pPr marL="448193" indent="0">
              <a:buNone/>
              <a:defRPr/>
            </a:lvl3pPr>
            <a:lvl4pPr marL="672290" indent="0">
              <a:buNone/>
              <a:defRPr/>
            </a:lvl4pPr>
            <a:lvl5pPr marL="896386" indent="0">
              <a:buNone/>
              <a:defRPr/>
            </a:lvl5pPr>
          </a:lstStyle>
          <a:p>
            <a:pPr lvl="1"/>
            <a:r>
              <a:rPr lang="en-US"/>
              <a:t>Large: subhead Segoe UI Regular 20/24</a:t>
            </a:r>
          </a:p>
        </p:txBody>
      </p:sp>
      <p:sp>
        <p:nvSpPr>
          <p:cNvPr id="5" name="Text Placeholder 4"/>
          <p:cNvSpPr>
            <a:spLocks noGrp="1"/>
          </p:cNvSpPr>
          <p:nvPr>
            <p:ph type="body" sz="quarter" idx="11" hasCustomPrompt="1"/>
          </p:nvPr>
        </p:nvSpPr>
        <p:spPr>
          <a:xfrm>
            <a:off x="455995" y="3015704"/>
            <a:ext cx="11306469" cy="216206"/>
          </a:xfrm>
          <a:prstGeom prst="rect">
            <a:avLst/>
          </a:prstGeom>
        </p:spPr>
        <p:txBody>
          <a:bodyPr lIns="0" tIns="0" rIns="0" bIns="0"/>
          <a:lstStyle>
            <a:lvl1pPr marL="0" indent="0">
              <a:lnSpc>
                <a:spcPts val="1765"/>
              </a:lnSpc>
              <a:spcBef>
                <a:spcPts val="0"/>
              </a:spcBef>
              <a:buNone/>
              <a:defRPr sz="1372" b="0" spc="0">
                <a:solidFill>
                  <a:schemeClr val="tx2"/>
                </a:solidFill>
                <a:latin typeface="+mj-lt"/>
              </a:defRPr>
            </a:lvl1pPr>
            <a:lvl2pPr marL="0" indent="0">
              <a:lnSpc>
                <a:spcPts val="1765"/>
              </a:lnSpc>
              <a:spcBef>
                <a:spcPts val="0"/>
              </a:spcBef>
              <a:buNone/>
              <a:defRPr sz="1372" spc="0">
                <a:solidFill>
                  <a:srgbClr val="000000"/>
                </a:solidFill>
              </a:defRPr>
            </a:lvl2pPr>
            <a:lvl3pPr marL="448193" indent="0">
              <a:buNone/>
              <a:defRPr/>
            </a:lvl3pPr>
            <a:lvl4pPr marL="672290" indent="0">
              <a:buNone/>
              <a:defRPr/>
            </a:lvl4pPr>
            <a:lvl5pPr marL="896386" indent="0">
              <a:buNone/>
              <a:defRPr/>
            </a:lvl5pPr>
          </a:lstStyle>
          <a:p>
            <a:pPr lvl="0"/>
            <a:r>
              <a:rPr lang="en-US"/>
              <a:t>Medium: paragraph heading Segoe UI </a:t>
            </a:r>
            <a:r>
              <a:rPr lang="en-US" err="1"/>
              <a:t>Semibold</a:t>
            </a:r>
            <a:r>
              <a:rPr lang="en-US"/>
              <a:t> 14/18</a:t>
            </a:r>
          </a:p>
        </p:txBody>
      </p:sp>
      <p:sp>
        <p:nvSpPr>
          <p:cNvPr id="10" name="Text Placeholder 6">
            <a:extLst>
              <a:ext uri="{FF2B5EF4-FFF2-40B4-BE49-F238E27FC236}">
                <a16:creationId xmlns:a16="http://schemas.microsoft.com/office/drawing/2014/main" id="{76E35749-090F-0542-9B4B-BF37EFC334BC}"/>
              </a:ext>
            </a:extLst>
          </p:cNvPr>
          <p:cNvSpPr>
            <a:spLocks noGrp="1"/>
          </p:cNvSpPr>
          <p:nvPr>
            <p:ph type="body" sz="quarter" idx="14" hasCustomPrompt="1"/>
          </p:nvPr>
        </p:nvSpPr>
        <p:spPr>
          <a:xfrm>
            <a:off x="455995" y="4503832"/>
            <a:ext cx="11306469" cy="150884"/>
          </a:xfrm>
          <a:prstGeom prst="rect">
            <a:avLst/>
          </a:prstGeom>
        </p:spPr>
        <p:txBody>
          <a:bodyPr lIns="0" tIns="0" rIns="0" bIns="0"/>
          <a:lstStyle>
            <a:lvl1pPr marL="0" indent="0">
              <a:lnSpc>
                <a:spcPts val="1176"/>
              </a:lnSpc>
              <a:spcBef>
                <a:spcPts val="0"/>
              </a:spcBef>
              <a:buNone/>
              <a:defRPr sz="980" spc="0">
                <a:solidFill>
                  <a:schemeClr val="tx1"/>
                </a:solidFill>
              </a:defRPr>
            </a:lvl1pPr>
            <a:lvl2pPr marL="0" indent="0">
              <a:lnSpc>
                <a:spcPct val="100000"/>
              </a:lnSpc>
              <a:spcBef>
                <a:spcPts val="0"/>
              </a:spcBef>
              <a:buNone/>
              <a:defRPr sz="980" spc="0">
                <a:solidFill>
                  <a:srgbClr val="000000"/>
                </a:solidFill>
              </a:defRPr>
            </a:lvl2pPr>
            <a:lvl3pPr marL="448193" indent="0">
              <a:buNone/>
              <a:defRPr/>
            </a:lvl3pPr>
            <a:lvl4pPr marL="672290" indent="0">
              <a:buNone/>
              <a:defRPr/>
            </a:lvl4pPr>
            <a:lvl5pPr marL="0" indent="0">
              <a:lnSpc>
                <a:spcPct val="100000"/>
              </a:lnSpc>
              <a:buNone/>
              <a:defRPr>
                <a:solidFill>
                  <a:srgbClr val="000000"/>
                </a:solidFill>
              </a:defRPr>
            </a:lvl5pPr>
          </a:lstStyle>
          <a:p>
            <a:pPr lvl="1"/>
            <a:r>
              <a:rPr lang="en-US"/>
              <a:t>Small: caption body copy Segoe Regular 10/12</a:t>
            </a:r>
          </a:p>
        </p:txBody>
      </p:sp>
      <p:sp>
        <p:nvSpPr>
          <p:cNvPr id="18" name="Text Box 3">
            <a:extLst>
              <a:ext uri="{FF2B5EF4-FFF2-40B4-BE49-F238E27FC236}">
                <a16:creationId xmlns:a16="http://schemas.microsoft.com/office/drawing/2014/main" id="{19F02595-114B-2D46-ABDC-5E65D166807C}"/>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19" name="Text Placeholder 3">
            <a:extLst>
              <a:ext uri="{FF2B5EF4-FFF2-40B4-BE49-F238E27FC236}">
                <a16:creationId xmlns:a16="http://schemas.microsoft.com/office/drawing/2014/main" id="{68F32AD9-0E33-284C-8468-E63BF69AF2EB}"/>
              </a:ext>
            </a:extLst>
          </p:cNvPr>
          <p:cNvSpPr>
            <a:spLocks noGrp="1"/>
          </p:cNvSpPr>
          <p:nvPr>
            <p:ph type="body" sz="quarter" idx="24" hasCustomPrompt="1"/>
          </p:nvPr>
        </p:nvSpPr>
        <p:spPr>
          <a:xfrm>
            <a:off x="454169" y="4299924"/>
            <a:ext cx="11306469" cy="243143"/>
          </a:xfrm>
          <a:prstGeom prst="rect">
            <a:avLst/>
          </a:prstGeom>
        </p:spPr>
        <p:txBody>
          <a:bodyPr tIns="0"/>
          <a:lstStyle>
            <a:lvl1pPr>
              <a:defRPr lang="en-US" sz="980" b="1" kern="1200" spc="0" dirty="0" smtClean="0">
                <a:solidFill>
                  <a:srgbClr val="000000"/>
                </a:solidFill>
                <a:latin typeface="+mn-lt"/>
                <a:ea typeface="+mn-ea"/>
                <a:cs typeface="+mn-cs"/>
              </a:defRPr>
            </a:lvl1pPr>
          </a:lstStyle>
          <a:p>
            <a:pPr lvl="0"/>
            <a:r>
              <a:rPr lang="en-US"/>
              <a:t>Small: caption title Segoe UI Bold 10/12. </a:t>
            </a:r>
          </a:p>
        </p:txBody>
      </p:sp>
      <p:sp>
        <p:nvSpPr>
          <p:cNvPr id="21" name="Text Placeholder 4">
            <a:extLst>
              <a:ext uri="{FF2B5EF4-FFF2-40B4-BE49-F238E27FC236}">
                <a16:creationId xmlns:a16="http://schemas.microsoft.com/office/drawing/2014/main" id="{BA46FDB1-D336-7C45-BF92-D58B6C550364}"/>
              </a:ext>
            </a:extLst>
          </p:cNvPr>
          <p:cNvSpPr>
            <a:spLocks noGrp="1"/>
          </p:cNvSpPr>
          <p:nvPr>
            <p:ph type="body" sz="quarter" idx="18" hasCustomPrompt="1"/>
          </p:nvPr>
        </p:nvSpPr>
        <p:spPr>
          <a:xfrm>
            <a:off x="454169" y="3258992"/>
            <a:ext cx="11306469" cy="216142"/>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Medium: body copy Segoe UI Regular 14/18</a:t>
            </a:r>
          </a:p>
        </p:txBody>
      </p:sp>
    </p:spTree>
    <p:extLst>
      <p:ext uri="{BB962C8B-B14F-4D97-AF65-F5344CB8AC3E}">
        <p14:creationId xmlns:p14="http://schemas.microsoft.com/office/powerpoint/2010/main" val="2302630276"/>
      </p:ext>
    </p:extLst>
  </p:cSld>
  <p:clrMapOvr>
    <a:masterClrMapping/>
  </p:clrMapOvr>
  <p:transition>
    <p:fade/>
  </p:transition>
</p:sldLayout>
</file>

<file path=ppt/slideLayouts/slideLayout292.xml><?xml version="1.0" encoding="utf-8"?>
<p:sldLayout xmlns:a="http://schemas.openxmlformats.org/drawingml/2006/main" xmlns:r="http://schemas.openxmlformats.org/officeDocument/2006/relationships" xmlns:p="http://schemas.openxmlformats.org/presentationml/2006/main" preserve="1" userDrawn="1">
  <p:cSld name="1_Tex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Heading Segoe UI </a:t>
            </a:r>
            <a:r>
              <a:rPr lang="en-US" err="1"/>
              <a:t>Semibold</a:t>
            </a:r>
            <a:r>
              <a:rPr lang="en-US"/>
              <a:t> 28/32</a:t>
            </a:r>
          </a:p>
        </p:txBody>
      </p:sp>
      <p:sp>
        <p:nvSpPr>
          <p:cNvPr id="18" name="Text Box 3">
            <a:extLst>
              <a:ext uri="{FF2B5EF4-FFF2-40B4-BE49-F238E27FC236}">
                <a16:creationId xmlns:a16="http://schemas.microsoft.com/office/drawing/2014/main" id="{19F02595-114B-2D46-ABDC-5E65D166807C}"/>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7" name="Text Placeholder 3">
            <a:extLst>
              <a:ext uri="{FF2B5EF4-FFF2-40B4-BE49-F238E27FC236}">
                <a16:creationId xmlns:a16="http://schemas.microsoft.com/office/drawing/2014/main" id="{FEE1E43F-C091-614B-AA20-F39D0AACAA1C}"/>
              </a:ext>
            </a:extLst>
          </p:cNvPr>
          <p:cNvSpPr>
            <a:spLocks noGrp="1"/>
          </p:cNvSpPr>
          <p:nvPr>
            <p:ph type="body" sz="quarter" idx="10" hasCustomPrompt="1"/>
          </p:nvPr>
        </p:nvSpPr>
        <p:spPr>
          <a:xfrm>
            <a:off x="455995" y="1922586"/>
            <a:ext cx="9384447" cy="3365537"/>
          </a:xfrm>
          <a:prstGeom prst="rect">
            <a:avLst/>
          </a:prstGeom>
        </p:spPr>
        <p:txBody>
          <a:bodyPr wrap="square" lIns="0" tIns="0" rIns="0" bIns="0">
            <a:spAutoFit/>
          </a:bodyPr>
          <a:lstStyle>
            <a:lvl1pPr marL="336145" marR="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lang="en-US" sz="1961" kern="1200" spc="0" baseline="0" dirty="0">
                <a:solidFill>
                  <a:srgbClr val="000000"/>
                </a:solidFill>
                <a:latin typeface="+mn-lt"/>
                <a:ea typeface="+mn-ea"/>
                <a:cs typeface="+mn-cs"/>
              </a:defRPr>
            </a:lvl1pPr>
            <a:lvl2pPr marL="224097" indent="0">
              <a:buNone/>
              <a:defRPr/>
            </a:lvl2pPr>
            <a:lvl3pPr marL="448193" indent="0">
              <a:buNone/>
              <a:defRPr/>
            </a:lvl3pPr>
            <a:lvl4pPr marL="672290" indent="0">
              <a:buNone/>
              <a:defRPr/>
            </a:lvl4pPr>
            <a:lvl5pPr marL="896386" indent="0">
              <a:buNone/>
              <a:defRPr/>
            </a:lvl5pPr>
          </a:lstStyle>
          <a:p>
            <a:pPr lvl="0"/>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br>
              <a:rPr lang="en-US"/>
            </a:br>
            <a:endParaRPr lang="en-US"/>
          </a:p>
          <a:p>
            <a:pPr marL="336145" marR="0" lvl="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a:pPr>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br>
              <a:rPr lang="en-US"/>
            </a:br>
            <a:endParaRPr lang="en-US"/>
          </a:p>
          <a:p>
            <a:pPr marL="336145" marR="0" lvl="0" indent="-336145" algn="l" defTabSz="914367" rtl="0" eaLnBrk="1" fontAlgn="auto" latinLnBrk="0" hangingPunct="1">
              <a:lnSpc>
                <a:spcPts val="2353"/>
              </a:lnSpc>
              <a:spcBef>
                <a:spcPts val="0"/>
              </a:spcBef>
              <a:spcAft>
                <a:spcPts val="0"/>
              </a:spcAft>
              <a:buClrTx/>
              <a:buSzPct val="90000"/>
              <a:buFont typeface="Arial" panose="020B0604020202020204" pitchFamily="34" charset="0"/>
              <a:buChar char="•"/>
              <a:tabLst/>
              <a:defRPr/>
            </a:pPr>
            <a:r>
              <a:rPr lang="en-US"/>
              <a:t>Bulleted list Segoe UI Regular 20/24. Dis </a:t>
            </a:r>
            <a:r>
              <a:rPr lang="en-US" err="1"/>
              <a:t>apid</a:t>
            </a:r>
            <a:r>
              <a:rPr lang="en-US"/>
              <a:t> es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vit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endParaRPr lang="en-US"/>
          </a:p>
          <a:p>
            <a:pPr lvl="0"/>
            <a:endParaRPr lang="en-US"/>
          </a:p>
          <a:p>
            <a:pPr lvl="0"/>
            <a:endParaRPr lang="en-US"/>
          </a:p>
          <a:p>
            <a:pPr lvl="0"/>
            <a:endParaRPr lang="en-US"/>
          </a:p>
        </p:txBody>
      </p:sp>
    </p:spTree>
    <p:extLst>
      <p:ext uri="{BB962C8B-B14F-4D97-AF65-F5344CB8AC3E}">
        <p14:creationId xmlns:p14="http://schemas.microsoft.com/office/powerpoint/2010/main" val="2372512527"/>
      </p:ext>
    </p:extLst>
  </p:cSld>
  <p:clrMapOvr>
    <a:masterClrMapping/>
  </p:clrMapOvr>
  <p:transition>
    <p:fade/>
  </p:transition>
</p:sldLayout>
</file>

<file path=ppt/slideLayouts/slideLayout293.xml><?xml version="1.0" encoding="utf-8"?>
<p:sldLayout xmlns:a="http://schemas.openxmlformats.org/drawingml/2006/main" xmlns:r="http://schemas.openxmlformats.org/officeDocument/2006/relationships" xmlns:p="http://schemas.openxmlformats.org/presentationml/2006/main" preserve="1" userDrawn="1">
  <p:cSld name="Text option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Text option 1: three column bulleted list</a:t>
            </a:r>
          </a:p>
        </p:txBody>
      </p:sp>
      <p:sp>
        <p:nvSpPr>
          <p:cNvPr id="4" name="Text Placeholder 3"/>
          <p:cNvSpPr>
            <a:spLocks noGrp="1"/>
          </p:cNvSpPr>
          <p:nvPr>
            <p:ph type="body" sz="quarter" idx="10" hasCustomPrompt="1"/>
          </p:nvPr>
        </p:nvSpPr>
        <p:spPr>
          <a:xfrm>
            <a:off x="455995" y="1922587"/>
            <a:ext cx="9384447" cy="603538"/>
          </a:xfrm>
          <a:prstGeom prst="rect">
            <a:avLst/>
          </a:prstGeom>
        </p:spPr>
        <p:txBody>
          <a:bodyPr wrap="square" lIns="0" tIns="0" rIns="0" bIns="0">
            <a:spAutoFit/>
          </a:bodyPr>
          <a:lstStyle>
            <a:lvl1pPr marL="0" indent="0">
              <a:lnSpc>
                <a:spcPts val="2353"/>
              </a:lnSpc>
              <a:buNone/>
              <a:defRPr lang="en-US" sz="1961" kern="1200" spc="0" baseline="0" dirty="0">
                <a:solidFill>
                  <a:srgbClr val="000000"/>
                </a:solidFill>
                <a:latin typeface="+mn-lt"/>
                <a:ea typeface="+mn-ea"/>
                <a:cs typeface="+mn-cs"/>
              </a:defRPr>
            </a:lvl1pPr>
            <a:lvl2pPr marL="224097" indent="0">
              <a:buNone/>
              <a:defRPr/>
            </a:lvl2pPr>
            <a:lvl3pPr marL="448193" indent="0">
              <a:buNone/>
              <a:defRPr/>
            </a:lvl3pPr>
            <a:lvl4pPr marL="672290" indent="0">
              <a:buNone/>
              <a:defRPr/>
            </a:lvl4pPr>
            <a:lvl5pPr marL="896386" indent="0">
              <a:buNone/>
              <a:defRPr/>
            </a:lvl5pPr>
          </a:lstStyle>
          <a:p>
            <a:pPr lvl="0"/>
            <a:r>
              <a:rPr lang="en-US"/>
              <a:t>Subhead Segoe UI Regular 20/24. Dis </a:t>
            </a:r>
            <a:r>
              <a:rPr lang="en-US" err="1"/>
              <a:t>apid</a:t>
            </a:r>
            <a:r>
              <a:rPr lang="en-US"/>
              <a:t> </a:t>
            </a:r>
            <a:r>
              <a:rPr lang="en-US" err="1"/>
              <a:t>es</a:t>
            </a:r>
            <a:r>
              <a:rPr lang="en-US"/>
              <a:t>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a:t>
            </a:r>
            <a:r>
              <a:rPr lang="en-US" err="1"/>
              <a:t>vit</a:t>
            </a:r>
            <a:r>
              <a:rPr lang="en-US"/>
              <a: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r>
              <a:rPr lang="en-US"/>
              <a:t>.</a:t>
            </a:r>
          </a:p>
        </p:txBody>
      </p:sp>
      <p:sp>
        <p:nvSpPr>
          <p:cNvPr id="5" name="Text Placeholder 4"/>
          <p:cNvSpPr>
            <a:spLocks noGrp="1"/>
          </p:cNvSpPr>
          <p:nvPr>
            <p:ph type="body" sz="quarter" idx="11" hasCustomPrompt="1"/>
          </p:nvPr>
        </p:nvSpPr>
        <p:spPr>
          <a:xfrm>
            <a:off x="455995" y="3151388"/>
            <a:ext cx="3618381" cy="216206"/>
          </a:xfrm>
          <a:prstGeom prst="rect">
            <a:avLst/>
          </a:prstGeom>
        </p:spPr>
        <p:txBody>
          <a:bodyPr lIns="0" tIns="0" rIns="0" bIns="0"/>
          <a:lstStyle>
            <a:lvl1pPr marL="0" indent="0">
              <a:lnSpc>
                <a:spcPts val="1765"/>
              </a:lnSpc>
              <a:spcBef>
                <a:spcPts val="0"/>
              </a:spcBef>
              <a:spcAft>
                <a:spcPts val="588"/>
              </a:spcAft>
              <a:buNone/>
              <a:defRPr sz="1372" b="0" spc="0" baseline="0">
                <a:solidFill>
                  <a:schemeClr val="tx2"/>
                </a:solidFill>
                <a:latin typeface="+mj-lt"/>
              </a:defRPr>
            </a:lvl1pPr>
            <a:lvl2pPr marL="280121" marR="0" indent="-280121" algn="l" defTabSz="914367" rtl="0" eaLnBrk="1" fontAlgn="auto" latinLnBrk="0" hangingPunct="1">
              <a:lnSpc>
                <a:spcPts val="1765"/>
              </a:lnSpc>
              <a:spcBef>
                <a:spcPts val="0"/>
              </a:spcBef>
              <a:spcAft>
                <a:spcPts val="588"/>
              </a:spcAft>
              <a:buClrTx/>
              <a:buSzPct val="90000"/>
              <a:buFont typeface="Arial" panose="020B0604020202020204" pitchFamily="34" charset="0"/>
              <a:buChar char="•"/>
              <a:tabLst/>
              <a:defRPr lang="en-US" sz="1372" kern="1200" spc="0" baseline="0" dirty="0">
                <a:solidFill>
                  <a:srgbClr val="000000"/>
                </a:solidFill>
                <a:latin typeface="+mn-lt"/>
                <a:ea typeface="+mn-ea"/>
                <a:cs typeface="+mn-cs"/>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14/18</a:t>
            </a:r>
          </a:p>
        </p:txBody>
      </p:sp>
      <p:sp>
        <p:nvSpPr>
          <p:cNvPr id="21" name="Text Placeholder 4">
            <a:extLst>
              <a:ext uri="{FF2B5EF4-FFF2-40B4-BE49-F238E27FC236}">
                <a16:creationId xmlns:a16="http://schemas.microsoft.com/office/drawing/2014/main" id="{03383CEA-4FEB-4C9E-B7D6-3B36BC8EB75A}"/>
              </a:ext>
            </a:extLst>
          </p:cNvPr>
          <p:cNvSpPr>
            <a:spLocks noGrp="1"/>
          </p:cNvSpPr>
          <p:nvPr>
            <p:ph type="body" sz="quarter" idx="12" hasCustomPrompt="1"/>
          </p:nvPr>
        </p:nvSpPr>
        <p:spPr>
          <a:xfrm>
            <a:off x="4318449" y="3151388"/>
            <a:ext cx="3618381" cy="216206"/>
          </a:xfrm>
          <a:prstGeom prst="rect">
            <a:avLst/>
          </a:prstGeom>
        </p:spPr>
        <p:txBody>
          <a:bodyPr lIns="0" tIns="0" rIns="0" bIns="0"/>
          <a:lstStyle>
            <a:lvl1pPr marL="0" indent="0">
              <a:lnSpc>
                <a:spcPts val="1765"/>
              </a:lnSpc>
              <a:spcBef>
                <a:spcPts val="0"/>
              </a:spcBef>
              <a:spcAft>
                <a:spcPts val="588"/>
              </a:spcAft>
              <a:buNone/>
              <a:defRPr sz="1372" b="0" spc="0" baseline="0">
                <a:solidFill>
                  <a:schemeClr val="tx2"/>
                </a:solidFill>
                <a:latin typeface="+mj-lt"/>
              </a:defRPr>
            </a:lvl1pPr>
            <a:lvl2pPr marL="280121" marR="0" indent="-280121" algn="l" defTabSz="914367" rtl="0" eaLnBrk="1" fontAlgn="auto" latinLnBrk="0" hangingPunct="1">
              <a:lnSpc>
                <a:spcPts val="1765"/>
              </a:lnSpc>
              <a:spcBef>
                <a:spcPts val="0"/>
              </a:spcBef>
              <a:spcAft>
                <a:spcPts val="588"/>
              </a:spcAft>
              <a:buClrTx/>
              <a:buSzPct val="90000"/>
              <a:buFont typeface="Arial" panose="020B0604020202020204" pitchFamily="34" charset="0"/>
              <a:buChar char="•"/>
              <a:tabLst/>
              <a:defRPr lang="en-US" sz="1372" kern="1200" spc="0" baseline="0" dirty="0">
                <a:solidFill>
                  <a:srgbClr val="000000"/>
                </a:solidFill>
                <a:latin typeface="+mn-lt"/>
                <a:ea typeface="+mn-ea"/>
                <a:cs typeface="+mn-cs"/>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14/18</a:t>
            </a:r>
          </a:p>
        </p:txBody>
      </p:sp>
      <p:sp>
        <p:nvSpPr>
          <p:cNvPr id="22" name="Text Placeholder 4">
            <a:extLst>
              <a:ext uri="{FF2B5EF4-FFF2-40B4-BE49-F238E27FC236}">
                <a16:creationId xmlns:a16="http://schemas.microsoft.com/office/drawing/2014/main" id="{35007055-7118-477F-B301-DB401591FA27}"/>
              </a:ext>
            </a:extLst>
          </p:cNvPr>
          <p:cNvSpPr>
            <a:spLocks noGrp="1"/>
          </p:cNvSpPr>
          <p:nvPr>
            <p:ph type="body" sz="quarter" idx="13" hasCustomPrompt="1"/>
          </p:nvPr>
        </p:nvSpPr>
        <p:spPr>
          <a:xfrm>
            <a:off x="8149960" y="3151388"/>
            <a:ext cx="3618381" cy="216206"/>
          </a:xfrm>
          <a:prstGeom prst="rect">
            <a:avLst/>
          </a:prstGeom>
        </p:spPr>
        <p:txBody>
          <a:bodyPr lIns="0" tIns="0" rIns="0" bIns="0"/>
          <a:lstStyle>
            <a:lvl1pPr marL="0" indent="0">
              <a:lnSpc>
                <a:spcPts val="1765"/>
              </a:lnSpc>
              <a:spcBef>
                <a:spcPts val="0"/>
              </a:spcBef>
              <a:spcAft>
                <a:spcPts val="588"/>
              </a:spcAft>
              <a:buNone/>
              <a:defRPr sz="1372" b="0" spc="0" baseline="0">
                <a:solidFill>
                  <a:schemeClr val="tx2"/>
                </a:solidFill>
                <a:latin typeface="+mj-lt"/>
              </a:defRPr>
            </a:lvl1pPr>
            <a:lvl2pPr marL="280121" marR="0" indent="-280121" algn="l" defTabSz="914367" rtl="0" eaLnBrk="1" fontAlgn="auto" latinLnBrk="0" hangingPunct="1">
              <a:lnSpc>
                <a:spcPts val="1765"/>
              </a:lnSpc>
              <a:spcBef>
                <a:spcPts val="0"/>
              </a:spcBef>
              <a:spcAft>
                <a:spcPts val="588"/>
              </a:spcAft>
              <a:buClrTx/>
              <a:buSzPct val="90000"/>
              <a:buFont typeface="Arial" panose="020B0604020202020204" pitchFamily="34" charset="0"/>
              <a:buChar char="•"/>
              <a:tabLst/>
              <a:defRPr lang="en-US" sz="1372" kern="1200" spc="0" baseline="0" dirty="0">
                <a:solidFill>
                  <a:srgbClr val="000000"/>
                </a:solidFill>
                <a:latin typeface="+mn-lt"/>
                <a:ea typeface="+mn-ea"/>
                <a:cs typeface="+mn-cs"/>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14/18</a:t>
            </a:r>
          </a:p>
        </p:txBody>
      </p:sp>
      <p:sp>
        <p:nvSpPr>
          <p:cNvPr id="23" name="Text Box 3">
            <a:extLst>
              <a:ext uri="{FF2B5EF4-FFF2-40B4-BE49-F238E27FC236}">
                <a16:creationId xmlns:a16="http://schemas.microsoft.com/office/drawing/2014/main" id="{DD31BD93-DFDF-4C46-8FDE-B1B55850B6B2}"/>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24" name="Text Placeholder 4">
            <a:extLst>
              <a:ext uri="{FF2B5EF4-FFF2-40B4-BE49-F238E27FC236}">
                <a16:creationId xmlns:a16="http://schemas.microsoft.com/office/drawing/2014/main" id="{2951A14E-1D63-9E44-9361-FD57A8BD812A}"/>
              </a:ext>
            </a:extLst>
          </p:cNvPr>
          <p:cNvSpPr>
            <a:spLocks noGrp="1"/>
          </p:cNvSpPr>
          <p:nvPr>
            <p:ph type="body" sz="quarter" idx="17" hasCustomPrompt="1"/>
          </p:nvPr>
        </p:nvSpPr>
        <p:spPr>
          <a:xfrm>
            <a:off x="454169" y="3378439"/>
            <a:ext cx="3618381" cy="2059666"/>
          </a:xfrm>
          <a:prstGeom prst="rect">
            <a:avLst/>
          </a:prstGeom>
        </p:spPr>
        <p:txBody>
          <a:bodyPr lIns="0" tIns="0" rIns="0" bIns="0"/>
          <a:lstStyle>
            <a:lvl1pPr marL="280121" indent="-280121">
              <a:lnSpc>
                <a:spcPts val="1765"/>
              </a:lnSpc>
              <a:spcBef>
                <a:spcPts val="0"/>
              </a:spcBef>
              <a:buFont typeface="Arial" panose="020B0604020202020204" pitchFamily="34" charset="0"/>
              <a:buChar char="•"/>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5" name="Text Placeholder 4">
            <a:extLst>
              <a:ext uri="{FF2B5EF4-FFF2-40B4-BE49-F238E27FC236}">
                <a16:creationId xmlns:a16="http://schemas.microsoft.com/office/drawing/2014/main" id="{1C3BF983-4009-1049-9AD7-C94BE3AA193C}"/>
              </a:ext>
            </a:extLst>
          </p:cNvPr>
          <p:cNvSpPr>
            <a:spLocks noGrp="1"/>
          </p:cNvSpPr>
          <p:nvPr>
            <p:ph type="body" sz="quarter" idx="18" hasCustomPrompt="1"/>
          </p:nvPr>
        </p:nvSpPr>
        <p:spPr>
          <a:xfrm>
            <a:off x="4318449" y="3378439"/>
            <a:ext cx="3618381" cy="2059666"/>
          </a:xfrm>
          <a:prstGeom prst="rect">
            <a:avLst/>
          </a:prstGeom>
        </p:spPr>
        <p:txBody>
          <a:bodyPr lIns="0" tIns="0" rIns="0" bIns="0"/>
          <a:lstStyle>
            <a:lvl1pPr marL="280121" indent="-280121">
              <a:lnSpc>
                <a:spcPts val="1765"/>
              </a:lnSpc>
              <a:spcBef>
                <a:spcPts val="0"/>
              </a:spcBef>
              <a:buFont typeface="Arial" panose="020B0604020202020204" pitchFamily="34" charset="0"/>
              <a:buChar char="•"/>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6" name="Text Placeholder 4">
            <a:extLst>
              <a:ext uri="{FF2B5EF4-FFF2-40B4-BE49-F238E27FC236}">
                <a16:creationId xmlns:a16="http://schemas.microsoft.com/office/drawing/2014/main" id="{2361C016-E331-F44F-ACAE-52E4AE73469E}"/>
              </a:ext>
            </a:extLst>
          </p:cNvPr>
          <p:cNvSpPr>
            <a:spLocks noGrp="1"/>
          </p:cNvSpPr>
          <p:nvPr>
            <p:ph type="body" sz="quarter" idx="19" hasCustomPrompt="1"/>
          </p:nvPr>
        </p:nvSpPr>
        <p:spPr>
          <a:xfrm>
            <a:off x="8156766" y="3378439"/>
            <a:ext cx="3618381" cy="2059666"/>
          </a:xfrm>
          <a:prstGeom prst="rect">
            <a:avLst/>
          </a:prstGeom>
        </p:spPr>
        <p:txBody>
          <a:bodyPr lIns="0" tIns="0" rIns="0" bIns="0"/>
          <a:lstStyle>
            <a:lvl1pPr marL="280121" indent="-280121">
              <a:lnSpc>
                <a:spcPts val="1765"/>
              </a:lnSpc>
              <a:spcBef>
                <a:spcPts val="0"/>
              </a:spcBef>
              <a:buFont typeface="Arial" panose="020B0604020202020204" pitchFamily="34" charset="0"/>
              <a:buChar char="•"/>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3631057164"/>
      </p:ext>
    </p:extLst>
  </p:cSld>
  <p:clrMapOvr>
    <a:masterClrMapping/>
  </p:clrMapOvr>
  <p:transition>
    <p:fade/>
  </p:transition>
</p:sldLayout>
</file>

<file path=ppt/slideLayouts/slideLayout294.xml><?xml version="1.0" encoding="utf-8"?>
<p:sldLayout xmlns:a="http://schemas.openxmlformats.org/drawingml/2006/main" xmlns:r="http://schemas.openxmlformats.org/officeDocument/2006/relationships" xmlns:p="http://schemas.openxmlformats.org/presentationml/2006/main" preserve="1" userDrawn="1">
  <p:cSld name="Text option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Text option 2: two columns copy heavy</a:t>
            </a:r>
          </a:p>
        </p:txBody>
      </p:sp>
      <p:sp>
        <p:nvSpPr>
          <p:cNvPr id="16" name="Text Placeholder 4">
            <a:extLst>
              <a:ext uri="{FF2B5EF4-FFF2-40B4-BE49-F238E27FC236}">
                <a16:creationId xmlns:a16="http://schemas.microsoft.com/office/drawing/2014/main" id="{99E39B6D-21AF-485C-B606-D6EA248988A6}"/>
              </a:ext>
            </a:extLst>
          </p:cNvPr>
          <p:cNvSpPr>
            <a:spLocks noGrp="1"/>
          </p:cNvSpPr>
          <p:nvPr>
            <p:ph type="body" sz="quarter" idx="13" hasCustomPrompt="1"/>
          </p:nvPr>
        </p:nvSpPr>
        <p:spPr>
          <a:xfrm>
            <a:off x="455995" y="2363622"/>
            <a:ext cx="3618381" cy="216206"/>
          </a:xfrm>
          <a:prstGeom prst="rect">
            <a:avLst/>
          </a:prstGeom>
        </p:spPr>
        <p:txBody>
          <a:bodyPr lIns="0" tIns="0" rIns="0" bIns="0"/>
          <a:lstStyle>
            <a:lvl1pPr marL="0" indent="0">
              <a:lnSpc>
                <a:spcPts val="1765"/>
              </a:lnSpc>
              <a:spcBef>
                <a:spcPts val="1176"/>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7" name="Text Placeholder 4">
            <a:extLst>
              <a:ext uri="{FF2B5EF4-FFF2-40B4-BE49-F238E27FC236}">
                <a16:creationId xmlns:a16="http://schemas.microsoft.com/office/drawing/2014/main" id="{D0D85DDD-B7EA-4D73-BA98-A5ACF1DB2D33}"/>
              </a:ext>
            </a:extLst>
          </p:cNvPr>
          <p:cNvSpPr>
            <a:spLocks noGrp="1"/>
          </p:cNvSpPr>
          <p:nvPr>
            <p:ph type="body" sz="quarter" idx="14" hasCustomPrompt="1"/>
          </p:nvPr>
        </p:nvSpPr>
        <p:spPr>
          <a:xfrm>
            <a:off x="4303151" y="2363622"/>
            <a:ext cx="3618381" cy="216206"/>
          </a:xfrm>
          <a:prstGeom prst="rect">
            <a:avLst/>
          </a:prstGeom>
        </p:spPr>
        <p:txBody>
          <a:bodyPr lIns="0" tIns="0" rIns="0" bIns="0"/>
          <a:lstStyle>
            <a:lvl1pPr marL="0" indent="0">
              <a:lnSpc>
                <a:spcPts val="1765"/>
              </a:lnSpc>
              <a:spcBef>
                <a:spcPts val="1176"/>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3" name="Text Box 3">
            <a:extLst>
              <a:ext uri="{FF2B5EF4-FFF2-40B4-BE49-F238E27FC236}">
                <a16:creationId xmlns:a16="http://schemas.microsoft.com/office/drawing/2014/main" id="{CCDF1654-4D2D-794C-BBB7-E1447C036FDB}"/>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18" name="Text Placeholder 4">
            <a:extLst>
              <a:ext uri="{FF2B5EF4-FFF2-40B4-BE49-F238E27FC236}">
                <a16:creationId xmlns:a16="http://schemas.microsoft.com/office/drawing/2014/main" id="{82A6E05B-C65A-8C44-AC8B-AA08746E6668}"/>
              </a:ext>
            </a:extLst>
          </p:cNvPr>
          <p:cNvSpPr>
            <a:spLocks noGrp="1"/>
          </p:cNvSpPr>
          <p:nvPr>
            <p:ph type="body" sz="quarter" idx="17" hasCustomPrompt="1"/>
          </p:nvPr>
        </p:nvSpPr>
        <p:spPr>
          <a:xfrm>
            <a:off x="455995" y="2593749"/>
            <a:ext cx="3618381" cy="2059666"/>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19" name="Text Placeholder 4">
            <a:extLst>
              <a:ext uri="{FF2B5EF4-FFF2-40B4-BE49-F238E27FC236}">
                <a16:creationId xmlns:a16="http://schemas.microsoft.com/office/drawing/2014/main" id="{D52482AC-A354-B546-9AAD-B3E028512046}"/>
              </a:ext>
            </a:extLst>
          </p:cNvPr>
          <p:cNvSpPr>
            <a:spLocks noGrp="1"/>
          </p:cNvSpPr>
          <p:nvPr>
            <p:ph type="body" sz="quarter" idx="18" hasCustomPrompt="1"/>
          </p:nvPr>
        </p:nvSpPr>
        <p:spPr>
          <a:xfrm>
            <a:off x="4286809" y="2593749"/>
            <a:ext cx="3618381" cy="2059666"/>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8718734"/>
      </p:ext>
    </p:extLst>
  </p:cSld>
  <p:clrMapOvr>
    <a:masterClrMapping/>
  </p:clrMapOvr>
  <p:transition>
    <p:fade/>
  </p:transition>
</p:sldLayout>
</file>

<file path=ppt/slideLayouts/slideLayout295.xml><?xml version="1.0" encoding="utf-8"?>
<p:sldLayout xmlns:a="http://schemas.openxmlformats.org/drawingml/2006/main" xmlns:r="http://schemas.openxmlformats.org/officeDocument/2006/relationships" xmlns:p="http://schemas.openxmlformats.org/presentationml/2006/main" preserve="1" userDrawn="1">
  <p:cSld name="Text option 3">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64957" y="1599722"/>
            <a:ext cx="3609417" cy="3108047"/>
          </a:xfrm>
          <a:prstGeom prst="rect">
            <a:avLst/>
          </a:prstGeom>
        </p:spPr>
      </p:pic>
      <p:sp>
        <p:nvSpPr>
          <p:cNvPr id="8" name="Picture Placeholder 7">
            <a:extLst>
              <a:ext uri="{FF2B5EF4-FFF2-40B4-BE49-F238E27FC236}">
                <a16:creationId xmlns:a16="http://schemas.microsoft.com/office/drawing/2014/main" id="{E501F238-570E-E648-9E57-DAA86A7A8ED3}"/>
              </a:ext>
            </a:extLst>
          </p:cNvPr>
          <p:cNvSpPr>
            <a:spLocks noGrp="1"/>
          </p:cNvSpPr>
          <p:nvPr>
            <p:ph type="pic" sz="quarter" idx="21" hasCustomPrompt="1"/>
          </p:nvPr>
        </p:nvSpPr>
        <p:spPr>
          <a:xfrm>
            <a:off x="465332" y="1599719"/>
            <a:ext cx="3609043" cy="3099393"/>
          </a:xfrm>
          <a:prstGeom prst="rect">
            <a:avLst/>
          </a:prstGeom>
        </p:spPr>
        <p:txBody>
          <a:bodyPr anchor="ctr" anchorCtr="0">
            <a:noAutofit/>
          </a:bodyPr>
          <a:lstStyle>
            <a:lvl1pPr algn="ctr">
              <a:defRPr>
                <a:solidFill>
                  <a:schemeClr val="bg1"/>
                </a:solidFill>
              </a:defRPr>
            </a:lvl1pPr>
          </a:lstStyle>
          <a:p>
            <a:r>
              <a:rPr lang="en-US"/>
              <a:t>Drop photo here</a:t>
            </a:r>
          </a:p>
        </p:txBody>
      </p:sp>
      <p:pic>
        <p:nvPicPr>
          <p:cNvPr id="6" name="Picture 5"/>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309002" y="1599718"/>
            <a:ext cx="3612531" cy="3099392"/>
          </a:xfrm>
          <a:prstGeom prst="rect">
            <a:avLst/>
          </a:prstGeom>
        </p:spPr>
      </p:pic>
      <p:sp>
        <p:nvSpPr>
          <p:cNvPr id="11" name="Picture Placeholder 10">
            <a:extLst>
              <a:ext uri="{FF2B5EF4-FFF2-40B4-BE49-F238E27FC236}">
                <a16:creationId xmlns:a16="http://schemas.microsoft.com/office/drawing/2014/main" id="{5877AA6F-F5D0-8349-8D7F-7A036C53AFEC}"/>
              </a:ext>
            </a:extLst>
          </p:cNvPr>
          <p:cNvSpPr>
            <a:spLocks noGrp="1"/>
          </p:cNvSpPr>
          <p:nvPr>
            <p:ph type="pic" sz="quarter" idx="22" hasCustomPrompt="1"/>
          </p:nvPr>
        </p:nvSpPr>
        <p:spPr>
          <a:xfrm>
            <a:off x="4303151" y="1599720"/>
            <a:ext cx="3618381" cy="3099393"/>
          </a:xfrm>
          <a:prstGeom prst="rect">
            <a:avLst/>
          </a:prstGeom>
        </p:spPr>
        <p:txBody>
          <a:bodyPr anchor="ctr" anchorCtr="0">
            <a:noAutofit/>
          </a:bodyPr>
          <a:lstStyle>
            <a:lvl1pPr algn="ctr">
              <a:defRPr>
                <a:solidFill>
                  <a:schemeClr val="bg1"/>
                </a:solidFill>
              </a:defRPr>
            </a:lvl1pPr>
          </a:lstStyle>
          <a:p>
            <a:r>
              <a:rPr lang="en-US"/>
              <a:t>Drop photo here</a:t>
            </a:r>
          </a:p>
        </p:txBody>
      </p:sp>
      <p:pic>
        <p:nvPicPr>
          <p:cNvPr id="7" name="Picture 6"/>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8144083" y="1599720"/>
            <a:ext cx="3609417" cy="3103720"/>
          </a:xfrm>
          <a:prstGeom prst="rect">
            <a:avLst/>
          </a:prstGeom>
        </p:spPr>
      </p:pic>
      <p:sp>
        <p:nvSpPr>
          <p:cNvPr id="14" name="Picture Placeholder 13">
            <a:extLst>
              <a:ext uri="{FF2B5EF4-FFF2-40B4-BE49-F238E27FC236}">
                <a16:creationId xmlns:a16="http://schemas.microsoft.com/office/drawing/2014/main" id="{983A4321-3796-F044-9126-51A6AA308B77}"/>
              </a:ext>
            </a:extLst>
          </p:cNvPr>
          <p:cNvSpPr>
            <a:spLocks noGrp="1"/>
          </p:cNvSpPr>
          <p:nvPr>
            <p:ph type="pic" sz="quarter" idx="23" hasCustomPrompt="1"/>
          </p:nvPr>
        </p:nvSpPr>
        <p:spPr>
          <a:xfrm>
            <a:off x="8144082" y="1599719"/>
            <a:ext cx="3609043" cy="3099394"/>
          </a:xfrm>
          <a:prstGeom prst="rect">
            <a:avLst/>
          </a:prstGeom>
        </p:spPr>
        <p:txBody>
          <a:bodyPr anchor="ctr" anchorCtr="0">
            <a:noAutofit/>
          </a:bodyPr>
          <a:lstStyle>
            <a:lvl1pPr algn="ctr">
              <a:defRPr>
                <a:solidFill>
                  <a:schemeClr val="bg1"/>
                </a:solidFill>
              </a:defRPr>
            </a:lvl1pPr>
          </a:lstStyle>
          <a:p>
            <a:r>
              <a:rPr lang="en-US"/>
              <a:t>Drop photo here</a:t>
            </a:r>
          </a:p>
        </p:txBody>
      </p:sp>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Text option 3: three columns images and text</a:t>
            </a:r>
          </a:p>
        </p:txBody>
      </p:sp>
      <p:sp>
        <p:nvSpPr>
          <p:cNvPr id="5" name="Text Placeholder 4"/>
          <p:cNvSpPr>
            <a:spLocks noGrp="1"/>
          </p:cNvSpPr>
          <p:nvPr>
            <p:ph type="body" sz="quarter" idx="11" hasCustomPrompt="1"/>
          </p:nvPr>
        </p:nvSpPr>
        <p:spPr>
          <a:xfrm>
            <a:off x="455995" y="4927922"/>
            <a:ext cx="3618381" cy="216206"/>
          </a:xfrm>
          <a:prstGeom prst="rect">
            <a:avLst/>
          </a:prstGeom>
        </p:spPr>
        <p:txBody>
          <a:bodyPr lIns="0" tIns="0" rIns="0" bIns="0"/>
          <a:lstStyle>
            <a:lvl1pPr marL="0" indent="0">
              <a:lnSpc>
                <a:spcPts val="1765"/>
              </a:lnSpc>
              <a:spcBef>
                <a:spcPts val="1176"/>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0" name="Text Placeholder 4"/>
          <p:cNvSpPr>
            <a:spLocks noGrp="1"/>
          </p:cNvSpPr>
          <p:nvPr>
            <p:ph type="body" sz="quarter" idx="13" hasCustomPrompt="1"/>
          </p:nvPr>
        </p:nvSpPr>
        <p:spPr>
          <a:xfrm>
            <a:off x="8144083" y="4927922"/>
            <a:ext cx="3618381" cy="216206"/>
          </a:xfrm>
          <a:prstGeom prst="rect">
            <a:avLst/>
          </a:prstGeom>
        </p:spPr>
        <p:txBody>
          <a:bodyPr lIns="0" tIns="0" rIns="0" bIns="0"/>
          <a:lstStyle>
            <a:lvl1pPr marL="0" indent="0">
              <a:lnSpc>
                <a:spcPts val="1765"/>
              </a:lnSpc>
              <a:spcBef>
                <a:spcPts val="1176"/>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32" name="Text Placeholder 4">
            <a:extLst>
              <a:ext uri="{FF2B5EF4-FFF2-40B4-BE49-F238E27FC236}">
                <a16:creationId xmlns:a16="http://schemas.microsoft.com/office/drawing/2014/main" id="{197742EC-5845-4BB1-84A3-00C1CF89012A}"/>
              </a:ext>
            </a:extLst>
          </p:cNvPr>
          <p:cNvSpPr>
            <a:spLocks noGrp="1"/>
          </p:cNvSpPr>
          <p:nvPr>
            <p:ph type="body" sz="quarter" idx="20" hasCustomPrompt="1"/>
          </p:nvPr>
        </p:nvSpPr>
        <p:spPr>
          <a:xfrm>
            <a:off x="4303151" y="4927922"/>
            <a:ext cx="3618381" cy="216206"/>
          </a:xfrm>
          <a:prstGeom prst="rect">
            <a:avLst/>
          </a:prstGeom>
        </p:spPr>
        <p:txBody>
          <a:bodyPr lIns="0" tIns="0" rIns="0" bIns="0"/>
          <a:lstStyle>
            <a:lvl1pPr marL="0" indent="0">
              <a:lnSpc>
                <a:spcPts val="1765"/>
              </a:lnSpc>
              <a:spcBef>
                <a:spcPts val="1176"/>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8" name="Text Box 3">
            <a:extLst>
              <a:ext uri="{FF2B5EF4-FFF2-40B4-BE49-F238E27FC236}">
                <a16:creationId xmlns:a16="http://schemas.microsoft.com/office/drawing/2014/main" id="{06DC0489-95B2-B74C-8FE4-80E75D67DE41}"/>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19" name="Text Placeholder 4">
            <a:extLst>
              <a:ext uri="{FF2B5EF4-FFF2-40B4-BE49-F238E27FC236}">
                <a16:creationId xmlns:a16="http://schemas.microsoft.com/office/drawing/2014/main" id="{F22038DD-9076-B34B-B54A-107DF3F024EE}"/>
              </a:ext>
            </a:extLst>
          </p:cNvPr>
          <p:cNvSpPr>
            <a:spLocks noGrp="1"/>
          </p:cNvSpPr>
          <p:nvPr>
            <p:ph type="body" sz="quarter" idx="17" hasCustomPrompt="1"/>
          </p:nvPr>
        </p:nvSpPr>
        <p:spPr>
          <a:xfrm>
            <a:off x="464957" y="5157653"/>
            <a:ext cx="3618381" cy="905504"/>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1" name="Text Placeholder 4">
            <a:extLst>
              <a:ext uri="{FF2B5EF4-FFF2-40B4-BE49-F238E27FC236}">
                <a16:creationId xmlns:a16="http://schemas.microsoft.com/office/drawing/2014/main" id="{B0C89B53-FA50-F248-AD0B-933DE098D70A}"/>
              </a:ext>
            </a:extLst>
          </p:cNvPr>
          <p:cNvSpPr>
            <a:spLocks noGrp="1"/>
          </p:cNvSpPr>
          <p:nvPr>
            <p:ph type="body" sz="quarter" idx="24" hasCustomPrompt="1"/>
          </p:nvPr>
        </p:nvSpPr>
        <p:spPr>
          <a:xfrm>
            <a:off x="4306077" y="5157653"/>
            <a:ext cx="3618381" cy="905504"/>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2" name="Text Placeholder 4">
            <a:extLst>
              <a:ext uri="{FF2B5EF4-FFF2-40B4-BE49-F238E27FC236}">
                <a16:creationId xmlns:a16="http://schemas.microsoft.com/office/drawing/2014/main" id="{C11EA858-BBCA-2149-9368-C1FDBC6C8DFD}"/>
              </a:ext>
            </a:extLst>
          </p:cNvPr>
          <p:cNvSpPr>
            <a:spLocks noGrp="1"/>
          </p:cNvSpPr>
          <p:nvPr>
            <p:ph type="body" sz="quarter" idx="25" hasCustomPrompt="1"/>
          </p:nvPr>
        </p:nvSpPr>
        <p:spPr>
          <a:xfrm>
            <a:off x="8144083" y="5157653"/>
            <a:ext cx="3618381" cy="905504"/>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1861659116"/>
      </p:ext>
    </p:extLst>
  </p:cSld>
  <p:clrMapOvr>
    <a:masterClrMapping/>
  </p:clrMapOvr>
  <p:transition>
    <p:fade/>
  </p:transition>
</p:sldLayout>
</file>

<file path=ppt/slideLayouts/slideLayout296.xml><?xml version="1.0" encoding="utf-8"?>
<p:sldLayout xmlns:a="http://schemas.openxmlformats.org/drawingml/2006/main" xmlns:r="http://schemas.openxmlformats.org/officeDocument/2006/relationships" xmlns:p="http://schemas.openxmlformats.org/presentationml/2006/main" preserve="1" userDrawn="1">
  <p:cSld name="Text option 4">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Text option 4: Six columns (numbered list)</a:t>
            </a:r>
          </a:p>
        </p:txBody>
      </p:sp>
      <p:sp>
        <p:nvSpPr>
          <p:cNvPr id="5" name="Text Placeholder 4"/>
          <p:cNvSpPr>
            <a:spLocks noGrp="1"/>
          </p:cNvSpPr>
          <p:nvPr>
            <p:ph type="body" sz="quarter" idx="11" hasCustomPrompt="1"/>
          </p:nvPr>
        </p:nvSpPr>
        <p:spPr>
          <a:xfrm>
            <a:off x="455995" y="3167817"/>
            <a:ext cx="1693247" cy="442532"/>
          </a:xfrm>
          <a:prstGeom prst="rect">
            <a:avLst/>
          </a:prstGeom>
        </p:spPr>
        <p:txBody>
          <a:bodyPr lIns="0" tIns="0" rIns="0" bIns="0"/>
          <a:lstStyle>
            <a:lvl1pPr marL="0" indent="0">
              <a:lnSpc>
                <a:spcPts val="1765"/>
              </a:lnSpc>
              <a:spcBef>
                <a:spcPts val="882"/>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14" name="Text Placeholder 4"/>
          <p:cNvSpPr>
            <a:spLocks noGrp="1"/>
          </p:cNvSpPr>
          <p:nvPr>
            <p:ph type="body" sz="quarter" idx="15" hasCustomPrompt="1"/>
          </p:nvPr>
        </p:nvSpPr>
        <p:spPr>
          <a:xfrm>
            <a:off x="2378328" y="3167817"/>
            <a:ext cx="1693247" cy="442532"/>
          </a:xfrm>
          <a:prstGeom prst="rect">
            <a:avLst/>
          </a:prstGeom>
        </p:spPr>
        <p:txBody>
          <a:bodyPr lIns="0" tIns="0" rIns="0" bIns="0"/>
          <a:lstStyle>
            <a:lvl1pPr marL="0" marR="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2" b="0" kern="1200" spc="0" baseline="0" dirty="0" smtClean="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16" name="Text Placeholder 4"/>
          <p:cNvSpPr>
            <a:spLocks noGrp="1"/>
          </p:cNvSpPr>
          <p:nvPr>
            <p:ph type="body" sz="quarter" idx="17" hasCustomPrompt="1"/>
          </p:nvPr>
        </p:nvSpPr>
        <p:spPr>
          <a:xfrm>
            <a:off x="4300662" y="3167817"/>
            <a:ext cx="1693247" cy="442532"/>
          </a:xfrm>
          <a:prstGeom prst="rect">
            <a:avLst/>
          </a:prstGeom>
        </p:spPr>
        <p:txBody>
          <a:bodyPr lIns="0" tIns="0" rIns="0" bIns="0"/>
          <a:lstStyle>
            <a:lvl1pPr marL="0" marR="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18" name="Text Placeholder 4"/>
          <p:cNvSpPr>
            <a:spLocks noGrp="1"/>
          </p:cNvSpPr>
          <p:nvPr>
            <p:ph type="body" sz="quarter" idx="19" hasCustomPrompt="1"/>
          </p:nvPr>
        </p:nvSpPr>
        <p:spPr>
          <a:xfrm>
            <a:off x="6222995" y="3167817"/>
            <a:ext cx="1693247" cy="442532"/>
          </a:xfrm>
          <a:prstGeom prst="rect">
            <a:avLst/>
          </a:prstGeom>
        </p:spPr>
        <p:txBody>
          <a:bodyPr lIns="0" tIns="0" rIns="0" bIns="0"/>
          <a:lstStyle>
            <a:lvl1pPr marL="0" marR="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2" b="0" kern="1200" spc="0" baseline="0" dirty="0" smtClean="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20" name="Text Placeholder 4"/>
          <p:cNvSpPr>
            <a:spLocks noGrp="1"/>
          </p:cNvSpPr>
          <p:nvPr>
            <p:ph type="body" sz="quarter" idx="21" hasCustomPrompt="1"/>
          </p:nvPr>
        </p:nvSpPr>
        <p:spPr>
          <a:xfrm>
            <a:off x="8145328" y="3167817"/>
            <a:ext cx="1693247" cy="442532"/>
          </a:xfrm>
          <a:prstGeom prst="rect">
            <a:avLst/>
          </a:prstGeom>
        </p:spPr>
        <p:txBody>
          <a:bodyPr lIns="0" tIns="0" rIns="0" bIns="0"/>
          <a:lstStyle>
            <a:lvl1pPr marL="0" marR="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22" name="Text Placeholder 4"/>
          <p:cNvSpPr>
            <a:spLocks noGrp="1"/>
          </p:cNvSpPr>
          <p:nvPr>
            <p:ph type="body" sz="quarter" idx="23" hasCustomPrompt="1"/>
          </p:nvPr>
        </p:nvSpPr>
        <p:spPr>
          <a:xfrm>
            <a:off x="10067660" y="3167817"/>
            <a:ext cx="1693247" cy="442532"/>
          </a:xfrm>
          <a:prstGeom prst="rect">
            <a:avLst/>
          </a:prstGeom>
        </p:spPr>
        <p:txBody>
          <a:bodyPr lIns="0" tIns="0" rIns="0" bIns="0"/>
          <a:lstStyle>
            <a:lvl1pPr marL="0" marR="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4" name="Text Placeholder 3">
            <a:extLst>
              <a:ext uri="{FF2B5EF4-FFF2-40B4-BE49-F238E27FC236}">
                <a16:creationId xmlns:a16="http://schemas.microsoft.com/office/drawing/2014/main" id="{44FF16C0-0541-41AD-98F7-A469609E8DC6}"/>
              </a:ext>
            </a:extLst>
          </p:cNvPr>
          <p:cNvSpPr>
            <a:spLocks noGrp="1"/>
          </p:cNvSpPr>
          <p:nvPr>
            <p:ph type="body" sz="quarter" idx="31" hasCustomPrompt="1"/>
          </p:nvPr>
        </p:nvSpPr>
        <p:spPr>
          <a:xfrm>
            <a:off x="455995" y="2025026"/>
            <a:ext cx="256787" cy="258381"/>
          </a:xfrm>
          <a:prstGeom prst="rect">
            <a:avLst/>
          </a:prstGeom>
        </p:spPr>
        <p:txBody>
          <a:bodyPr tIns="0" bIns="0"/>
          <a:lstStyle>
            <a:lvl1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1pPr>
            <a:lvl2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2pPr>
            <a:lvl3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3pPr>
            <a:lvl4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4pPr>
            <a:lvl5pPr marL="0" algn="l" defTabSz="914102" rtl="0" eaLnBrk="1" fontAlgn="base" latinLnBrk="0" hangingPunct="1">
              <a:lnSpc>
                <a:spcPts val="2353"/>
              </a:lnSpc>
              <a:spcBef>
                <a:spcPct val="0"/>
              </a:spcBef>
              <a:spcAft>
                <a:spcPct val="0"/>
              </a:spcAft>
              <a:defRPr lang="en-US" sz="980" kern="1200" dirty="0">
                <a:solidFill>
                  <a:schemeClr val="tx1"/>
                </a:solidFill>
                <a:latin typeface="+mj-lt"/>
                <a:ea typeface="Segoe UI" pitchFamily="34" charset="0"/>
                <a:cs typeface="Segoe UI" pitchFamily="34" charset="0"/>
              </a:defRPr>
            </a:lvl5pPr>
          </a:lstStyle>
          <a:p>
            <a:pPr lvl="0"/>
            <a:r>
              <a:rPr lang="en-US"/>
              <a:t>1.</a:t>
            </a:r>
          </a:p>
        </p:txBody>
      </p:sp>
      <p:sp>
        <p:nvSpPr>
          <p:cNvPr id="37" name="Text Placeholder 3">
            <a:extLst>
              <a:ext uri="{FF2B5EF4-FFF2-40B4-BE49-F238E27FC236}">
                <a16:creationId xmlns:a16="http://schemas.microsoft.com/office/drawing/2014/main" id="{95171A5B-905D-4832-B11A-13594619F33F}"/>
              </a:ext>
            </a:extLst>
          </p:cNvPr>
          <p:cNvSpPr>
            <a:spLocks noGrp="1"/>
          </p:cNvSpPr>
          <p:nvPr>
            <p:ph type="body" sz="quarter" idx="32" hasCustomPrompt="1"/>
          </p:nvPr>
        </p:nvSpPr>
        <p:spPr>
          <a:xfrm>
            <a:off x="2379573" y="2025026"/>
            <a:ext cx="256787" cy="258381"/>
          </a:xfrm>
          <a:prstGeom prst="rect">
            <a:avLst/>
          </a:prstGeom>
        </p:spPr>
        <p:txBody>
          <a:bodyPr tIns="0" bIns="0"/>
          <a:lstStyle>
            <a:lvl1pPr marL="0" algn="l" defTabSz="914102" rtl="0" eaLnBrk="1" fontAlgn="base" latinLnBrk="0" hangingPunct="1">
              <a:lnSpc>
                <a:spcPts val="2353"/>
              </a:lnSpc>
              <a:spcBef>
                <a:spcPct val="0"/>
              </a:spcBef>
              <a:spcAft>
                <a:spcPct val="0"/>
              </a:spcAft>
              <a:defRPr lang="en-US" sz="980" kern="1200" dirty="0" smtClean="0">
                <a:solidFill>
                  <a:srgbClr val="000000"/>
                </a:solidFill>
                <a:latin typeface="+mj-lt"/>
                <a:ea typeface="Segoe UI" pitchFamily="34" charset="0"/>
                <a:cs typeface="Segoe UI" pitchFamily="34" charset="0"/>
              </a:defRPr>
            </a:lvl1pPr>
            <a:lvl2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2pPr>
            <a:lvl3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3pPr>
            <a:lvl4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4pPr>
            <a:lvl5pPr marL="0" algn="l" defTabSz="914102" rtl="0" eaLnBrk="1" fontAlgn="base" latinLnBrk="0" hangingPunct="1">
              <a:lnSpc>
                <a:spcPts val="2353"/>
              </a:lnSpc>
              <a:spcBef>
                <a:spcPct val="0"/>
              </a:spcBef>
              <a:spcAft>
                <a:spcPct val="0"/>
              </a:spcAft>
              <a:defRPr lang="en-US" sz="980" kern="1200" dirty="0">
                <a:solidFill>
                  <a:schemeClr val="tx1"/>
                </a:solidFill>
                <a:latin typeface="+mj-lt"/>
                <a:ea typeface="Segoe UI" pitchFamily="34" charset="0"/>
                <a:cs typeface="Segoe UI" pitchFamily="34" charset="0"/>
              </a:defRPr>
            </a:lvl5pPr>
          </a:lstStyle>
          <a:p>
            <a:pPr lvl="0"/>
            <a:r>
              <a:rPr lang="en-US"/>
              <a:t>2.</a:t>
            </a:r>
          </a:p>
        </p:txBody>
      </p:sp>
      <p:sp>
        <p:nvSpPr>
          <p:cNvPr id="38" name="Text Placeholder 3">
            <a:extLst>
              <a:ext uri="{FF2B5EF4-FFF2-40B4-BE49-F238E27FC236}">
                <a16:creationId xmlns:a16="http://schemas.microsoft.com/office/drawing/2014/main" id="{DDBE933A-166C-4934-8425-2A89AAA211E9}"/>
              </a:ext>
            </a:extLst>
          </p:cNvPr>
          <p:cNvSpPr>
            <a:spLocks noGrp="1"/>
          </p:cNvSpPr>
          <p:nvPr>
            <p:ph type="body" sz="quarter" idx="33" hasCustomPrompt="1"/>
          </p:nvPr>
        </p:nvSpPr>
        <p:spPr>
          <a:xfrm>
            <a:off x="4303151" y="2025026"/>
            <a:ext cx="256787" cy="258381"/>
          </a:xfrm>
          <a:prstGeom prst="rect">
            <a:avLst/>
          </a:prstGeom>
        </p:spPr>
        <p:txBody>
          <a:bodyPr tIns="0" bIns="0"/>
          <a:lstStyle>
            <a:lvl1pPr marL="0" algn="l" defTabSz="914102" rtl="0" eaLnBrk="1" fontAlgn="base" latinLnBrk="0" hangingPunct="1">
              <a:lnSpc>
                <a:spcPts val="2353"/>
              </a:lnSpc>
              <a:spcBef>
                <a:spcPct val="0"/>
              </a:spcBef>
              <a:spcAft>
                <a:spcPct val="0"/>
              </a:spcAft>
              <a:defRPr lang="en-US" sz="980" kern="1200" dirty="0" smtClean="0">
                <a:solidFill>
                  <a:srgbClr val="000000"/>
                </a:solidFill>
                <a:latin typeface="+mj-lt"/>
                <a:ea typeface="Segoe UI" pitchFamily="34" charset="0"/>
                <a:cs typeface="Segoe UI" pitchFamily="34" charset="0"/>
              </a:defRPr>
            </a:lvl1pPr>
            <a:lvl2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2pPr>
            <a:lvl3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3pPr>
            <a:lvl4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4pPr>
            <a:lvl5pPr marL="0" algn="l" defTabSz="914102" rtl="0" eaLnBrk="1" fontAlgn="base" latinLnBrk="0" hangingPunct="1">
              <a:lnSpc>
                <a:spcPts val="2353"/>
              </a:lnSpc>
              <a:spcBef>
                <a:spcPct val="0"/>
              </a:spcBef>
              <a:spcAft>
                <a:spcPct val="0"/>
              </a:spcAft>
              <a:defRPr lang="en-US" sz="980" kern="1200" dirty="0">
                <a:solidFill>
                  <a:schemeClr val="tx1"/>
                </a:solidFill>
                <a:latin typeface="+mj-lt"/>
                <a:ea typeface="Segoe UI" pitchFamily="34" charset="0"/>
                <a:cs typeface="Segoe UI" pitchFamily="34" charset="0"/>
              </a:defRPr>
            </a:lvl5pPr>
          </a:lstStyle>
          <a:p>
            <a:pPr lvl="0"/>
            <a:r>
              <a:rPr lang="en-US"/>
              <a:t>3.</a:t>
            </a:r>
          </a:p>
        </p:txBody>
      </p:sp>
      <p:sp>
        <p:nvSpPr>
          <p:cNvPr id="39" name="Text Placeholder 3">
            <a:extLst>
              <a:ext uri="{FF2B5EF4-FFF2-40B4-BE49-F238E27FC236}">
                <a16:creationId xmlns:a16="http://schemas.microsoft.com/office/drawing/2014/main" id="{171069D2-CF68-4D89-9134-20A61AFA10DD}"/>
              </a:ext>
            </a:extLst>
          </p:cNvPr>
          <p:cNvSpPr>
            <a:spLocks noGrp="1"/>
          </p:cNvSpPr>
          <p:nvPr>
            <p:ph type="body" sz="quarter" idx="34" hasCustomPrompt="1"/>
          </p:nvPr>
        </p:nvSpPr>
        <p:spPr>
          <a:xfrm>
            <a:off x="6229842" y="2025026"/>
            <a:ext cx="256787" cy="258381"/>
          </a:xfrm>
          <a:prstGeom prst="rect">
            <a:avLst/>
          </a:prstGeom>
        </p:spPr>
        <p:txBody>
          <a:bodyPr tIns="0" bIns="0"/>
          <a:lstStyle>
            <a:lvl1pPr marL="0" algn="l" defTabSz="914102" rtl="0" eaLnBrk="1" fontAlgn="base" latinLnBrk="0" hangingPunct="1">
              <a:lnSpc>
                <a:spcPts val="2353"/>
              </a:lnSpc>
              <a:spcBef>
                <a:spcPct val="0"/>
              </a:spcBef>
              <a:spcAft>
                <a:spcPct val="0"/>
              </a:spcAft>
              <a:defRPr lang="en-US" sz="980" kern="1200" dirty="0" smtClean="0">
                <a:solidFill>
                  <a:srgbClr val="000000"/>
                </a:solidFill>
                <a:latin typeface="+mj-lt"/>
                <a:ea typeface="Segoe UI" pitchFamily="34" charset="0"/>
                <a:cs typeface="Segoe UI" pitchFamily="34" charset="0"/>
              </a:defRPr>
            </a:lvl1pPr>
            <a:lvl2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2pPr>
            <a:lvl3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3pPr>
            <a:lvl4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4pPr>
            <a:lvl5pPr marL="0" algn="l" defTabSz="914102" rtl="0" eaLnBrk="1" fontAlgn="base" latinLnBrk="0" hangingPunct="1">
              <a:lnSpc>
                <a:spcPts val="2353"/>
              </a:lnSpc>
              <a:spcBef>
                <a:spcPct val="0"/>
              </a:spcBef>
              <a:spcAft>
                <a:spcPct val="0"/>
              </a:spcAft>
              <a:defRPr lang="en-US" sz="980" kern="1200" dirty="0">
                <a:solidFill>
                  <a:schemeClr val="tx1"/>
                </a:solidFill>
                <a:latin typeface="+mj-lt"/>
                <a:ea typeface="Segoe UI" pitchFamily="34" charset="0"/>
                <a:cs typeface="Segoe UI" pitchFamily="34" charset="0"/>
              </a:defRPr>
            </a:lvl5pPr>
          </a:lstStyle>
          <a:p>
            <a:pPr lvl="0"/>
            <a:r>
              <a:rPr lang="en-US"/>
              <a:t>4.</a:t>
            </a:r>
          </a:p>
        </p:txBody>
      </p:sp>
      <p:sp>
        <p:nvSpPr>
          <p:cNvPr id="40" name="Text Placeholder 3">
            <a:extLst>
              <a:ext uri="{FF2B5EF4-FFF2-40B4-BE49-F238E27FC236}">
                <a16:creationId xmlns:a16="http://schemas.microsoft.com/office/drawing/2014/main" id="{77858A5B-7408-41FF-9369-C0F9B773A308}"/>
              </a:ext>
            </a:extLst>
          </p:cNvPr>
          <p:cNvSpPr>
            <a:spLocks noGrp="1"/>
          </p:cNvSpPr>
          <p:nvPr>
            <p:ph type="body" sz="quarter" idx="35" hasCustomPrompt="1"/>
          </p:nvPr>
        </p:nvSpPr>
        <p:spPr>
          <a:xfrm>
            <a:off x="8139413" y="2025026"/>
            <a:ext cx="256787" cy="258381"/>
          </a:xfrm>
          <a:prstGeom prst="rect">
            <a:avLst/>
          </a:prstGeom>
        </p:spPr>
        <p:txBody>
          <a:bodyPr tIns="0" bIns="0"/>
          <a:lstStyle>
            <a:lvl1pPr marL="0" algn="l" defTabSz="914102" rtl="0" eaLnBrk="1" fontAlgn="base" latinLnBrk="0" hangingPunct="1">
              <a:lnSpc>
                <a:spcPts val="2353"/>
              </a:lnSpc>
              <a:spcBef>
                <a:spcPct val="0"/>
              </a:spcBef>
              <a:spcAft>
                <a:spcPct val="0"/>
              </a:spcAft>
              <a:defRPr lang="en-US" sz="980" kern="1200" dirty="0" smtClean="0">
                <a:solidFill>
                  <a:srgbClr val="000000"/>
                </a:solidFill>
                <a:latin typeface="+mj-lt"/>
                <a:ea typeface="Segoe UI" pitchFamily="34" charset="0"/>
                <a:cs typeface="Segoe UI" pitchFamily="34" charset="0"/>
              </a:defRPr>
            </a:lvl1pPr>
            <a:lvl2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2pPr>
            <a:lvl3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3pPr>
            <a:lvl4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4pPr>
            <a:lvl5pPr marL="0" algn="l" defTabSz="914102" rtl="0" eaLnBrk="1" fontAlgn="base" latinLnBrk="0" hangingPunct="1">
              <a:lnSpc>
                <a:spcPts val="2353"/>
              </a:lnSpc>
              <a:spcBef>
                <a:spcPct val="0"/>
              </a:spcBef>
              <a:spcAft>
                <a:spcPct val="0"/>
              </a:spcAft>
              <a:defRPr lang="en-US" sz="980" kern="1200" dirty="0">
                <a:solidFill>
                  <a:schemeClr val="tx1"/>
                </a:solidFill>
                <a:latin typeface="+mj-lt"/>
                <a:ea typeface="Segoe UI" pitchFamily="34" charset="0"/>
                <a:cs typeface="Segoe UI" pitchFamily="34" charset="0"/>
              </a:defRPr>
            </a:lvl5pPr>
          </a:lstStyle>
          <a:p>
            <a:pPr lvl="0"/>
            <a:r>
              <a:rPr lang="en-US"/>
              <a:t>5.</a:t>
            </a:r>
          </a:p>
        </p:txBody>
      </p:sp>
      <p:sp>
        <p:nvSpPr>
          <p:cNvPr id="41" name="Text Placeholder 3">
            <a:extLst>
              <a:ext uri="{FF2B5EF4-FFF2-40B4-BE49-F238E27FC236}">
                <a16:creationId xmlns:a16="http://schemas.microsoft.com/office/drawing/2014/main" id="{AF637A76-D1E1-49A2-AF33-3521BBC721C4}"/>
              </a:ext>
            </a:extLst>
          </p:cNvPr>
          <p:cNvSpPr>
            <a:spLocks noGrp="1"/>
          </p:cNvSpPr>
          <p:nvPr>
            <p:ph type="body" sz="quarter" idx="36" hasCustomPrompt="1"/>
          </p:nvPr>
        </p:nvSpPr>
        <p:spPr>
          <a:xfrm>
            <a:off x="10067660" y="2025026"/>
            <a:ext cx="256787" cy="258381"/>
          </a:xfrm>
          <a:prstGeom prst="rect">
            <a:avLst/>
          </a:prstGeom>
        </p:spPr>
        <p:txBody>
          <a:bodyPr tIns="0" bIns="0"/>
          <a:lstStyle>
            <a:lvl1pPr marL="0" algn="l" defTabSz="914102" rtl="0" eaLnBrk="1" fontAlgn="base" latinLnBrk="0" hangingPunct="1">
              <a:lnSpc>
                <a:spcPts val="2353"/>
              </a:lnSpc>
              <a:spcBef>
                <a:spcPct val="0"/>
              </a:spcBef>
              <a:spcAft>
                <a:spcPct val="0"/>
              </a:spcAft>
              <a:defRPr lang="en-US" sz="980" kern="1200" dirty="0" smtClean="0">
                <a:solidFill>
                  <a:srgbClr val="000000"/>
                </a:solidFill>
                <a:latin typeface="+mj-lt"/>
                <a:ea typeface="Segoe UI" pitchFamily="34" charset="0"/>
                <a:cs typeface="Segoe UI" pitchFamily="34" charset="0"/>
              </a:defRPr>
            </a:lvl1pPr>
            <a:lvl2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2pPr>
            <a:lvl3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3pPr>
            <a:lvl4pPr marL="0" algn="l" defTabSz="914102" rtl="0" eaLnBrk="1" fontAlgn="base" latinLnBrk="0" hangingPunct="1">
              <a:lnSpc>
                <a:spcPts val="2353"/>
              </a:lnSpc>
              <a:spcBef>
                <a:spcPct val="0"/>
              </a:spcBef>
              <a:spcAft>
                <a:spcPct val="0"/>
              </a:spcAft>
              <a:defRPr lang="en-US" sz="980" kern="1200" dirty="0" smtClean="0">
                <a:solidFill>
                  <a:schemeClr val="tx1"/>
                </a:solidFill>
                <a:latin typeface="+mj-lt"/>
                <a:ea typeface="Segoe UI" pitchFamily="34" charset="0"/>
                <a:cs typeface="Segoe UI" pitchFamily="34" charset="0"/>
              </a:defRPr>
            </a:lvl4pPr>
            <a:lvl5pPr marL="0" algn="l" defTabSz="914102" rtl="0" eaLnBrk="1" fontAlgn="base" latinLnBrk="0" hangingPunct="1">
              <a:lnSpc>
                <a:spcPts val="2353"/>
              </a:lnSpc>
              <a:spcBef>
                <a:spcPct val="0"/>
              </a:spcBef>
              <a:spcAft>
                <a:spcPct val="0"/>
              </a:spcAft>
              <a:defRPr lang="en-US" sz="980" kern="1200" dirty="0">
                <a:solidFill>
                  <a:schemeClr val="tx1"/>
                </a:solidFill>
                <a:latin typeface="+mj-lt"/>
                <a:ea typeface="Segoe UI" pitchFamily="34" charset="0"/>
                <a:cs typeface="Segoe UI" pitchFamily="34" charset="0"/>
              </a:defRPr>
            </a:lvl5pPr>
          </a:lstStyle>
          <a:p>
            <a:pPr lvl="0"/>
            <a:r>
              <a:rPr lang="en-US"/>
              <a:t>6.</a:t>
            </a:r>
          </a:p>
        </p:txBody>
      </p:sp>
      <p:sp>
        <p:nvSpPr>
          <p:cNvPr id="33" name="Text Box 3">
            <a:extLst>
              <a:ext uri="{FF2B5EF4-FFF2-40B4-BE49-F238E27FC236}">
                <a16:creationId xmlns:a16="http://schemas.microsoft.com/office/drawing/2014/main" id="{75395D73-9049-014E-BEF9-A35587DB4139}"/>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34" name="Text Placeholder 4">
            <a:extLst>
              <a:ext uri="{FF2B5EF4-FFF2-40B4-BE49-F238E27FC236}">
                <a16:creationId xmlns:a16="http://schemas.microsoft.com/office/drawing/2014/main" id="{3CC09D91-3BB7-5C4A-98CF-F87FD6AACD86}"/>
              </a:ext>
            </a:extLst>
          </p:cNvPr>
          <p:cNvSpPr>
            <a:spLocks noGrp="1"/>
          </p:cNvSpPr>
          <p:nvPr>
            <p:ph type="body" sz="quarter" idx="24" hasCustomPrompt="1"/>
          </p:nvPr>
        </p:nvSpPr>
        <p:spPr>
          <a:xfrm>
            <a:off x="454169" y="3622292"/>
            <a:ext cx="1693248" cy="2290499"/>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35" name="Text Placeholder 4">
            <a:extLst>
              <a:ext uri="{FF2B5EF4-FFF2-40B4-BE49-F238E27FC236}">
                <a16:creationId xmlns:a16="http://schemas.microsoft.com/office/drawing/2014/main" id="{90A489FF-470D-734F-9769-61F47A78897E}"/>
              </a:ext>
            </a:extLst>
          </p:cNvPr>
          <p:cNvSpPr>
            <a:spLocks noGrp="1"/>
          </p:cNvSpPr>
          <p:nvPr>
            <p:ph type="body" sz="quarter" idx="37" hasCustomPrompt="1"/>
          </p:nvPr>
        </p:nvSpPr>
        <p:spPr>
          <a:xfrm>
            <a:off x="2378329" y="3622292"/>
            <a:ext cx="1693248" cy="2290499"/>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36" name="Text Placeholder 4">
            <a:extLst>
              <a:ext uri="{FF2B5EF4-FFF2-40B4-BE49-F238E27FC236}">
                <a16:creationId xmlns:a16="http://schemas.microsoft.com/office/drawing/2014/main" id="{6F43AC1C-4836-034C-B18E-A886EB0A0954}"/>
              </a:ext>
            </a:extLst>
          </p:cNvPr>
          <p:cNvSpPr>
            <a:spLocks noGrp="1"/>
          </p:cNvSpPr>
          <p:nvPr>
            <p:ph type="body" sz="quarter" idx="38" hasCustomPrompt="1"/>
          </p:nvPr>
        </p:nvSpPr>
        <p:spPr>
          <a:xfrm>
            <a:off x="4300662" y="3622292"/>
            <a:ext cx="1693248" cy="2290499"/>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42" name="Text Placeholder 4">
            <a:extLst>
              <a:ext uri="{FF2B5EF4-FFF2-40B4-BE49-F238E27FC236}">
                <a16:creationId xmlns:a16="http://schemas.microsoft.com/office/drawing/2014/main" id="{9221C77D-8F08-6C49-9011-B244AD138F0B}"/>
              </a:ext>
            </a:extLst>
          </p:cNvPr>
          <p:cNvSpPr>
            <a:spLocks noGrp="1"/>
          </p:cNvSpPr>
          <p:nvPr>
            <p:ph type="body" sz="quarter" idx="39" hasCustomPrompt="1"/>
          </p:nvPr>
        </p:nvSpPr>
        <p:spPr>
          <a:xfrm>
            <a:off x="6229842" y="3622292"/>
            <a:ext cx="1693248" cy="2290499"/>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43" name="Text Placeholder 4">
            <a:extLst>
              <a:ext uri="{FF2B5EF4-FFF2-40B4-BE49-F238E27FC236}">
                <a16:creationId xmlns:a16="http://schemas.microsoft.com/office/drawing/2014/main" id="{F3776908-857F-F24D-9AF6-14CF938B5693}"/>
              </a:ext>
            </a:extLst>
          </p:cNvPr>
          <p:cNvSpPr>
            <a:spLocks noGrp="1"/>
          </p:cNvSpPr>
          <p:nvPr>
            <p:ph type="body" sz="quarter" idx="40" hasCustomPrompt="1"/>
          </p:nvPr>
        </p:nvSpPr>
        <p:spPr>
          <a:xfrm>
            <a:off x="8139413" y="3622292"/>
            <a:ext cx="1693248" cy="2290499"/>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44" name="Text Placeholder 4">
            <a:extLst>
              <a:ext uri="{FF2B5EF4-FFF2-40B4-BE49-F238E27FC236}">
                <a16:creationId xmlns:a16="http://schemas.microsoft.com/office/drawing/2014/main" id="{EFB7F2E6-D12A-0A47-939B-737BAD817601}"/>
              </a:ext>
            </a:extLst>
          </p:cNvPr>
          <p:cNvSpPr>
            <a:spLocks noGrp="1"/>
          </p:cNvSpPr>
          <p:nvPr>
            <p:ph type="body" sz="quarter" idx="41" hasCustomPrompt="1"/>
          </p:nvPr>
        </p:nvSpPr>
        <p:spPr>
          <a:xfrm>
            <a:off x="10044584" y="3622292"/>
            <a:ext cx="1693248" cy="2290499"/>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pic>
        <p:nvPicPr>
          <p:cNvPr id="46" name="Picture 45">
            <a:extLst>
              <a:ext uri="{FF2B5EF4-FFF2-40B4-BE49-F238E27FC236}">
                <a16:creationId xmlns:a16="http://schemas.microsoft.com/office/drawing/2014/main" id="{15EF402B-0A39-4444-AF7E-380A1C25739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2882637" y="2301518"/>
            <a:ext cx="647418" cy="647510"/>
          </a:xfrm>
          <a:prstGeom prst="rect">
            <a:avLst/>
          </a:prstGeom>
        </p:spPr>
      </p:pic>
      <p:pic>
        <p:nvPicPr>
          <p:cNvPr id="47" name="Picture 46">
            <a:extLst>
              <a:ext uri="{FF2B5EF4-FFF2-40B4-BE49-F238E27FC236}">
                <a16:creationId xmlns:a16="http://schemas.microsoft.com/office/drawing/2014/main" id="{3E2F996C-B451-5D43-A1A7-18659348D8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567498" y="2301518"/>
            <a:ext cx="647418" cy="647510"/>
          </a:xfrm>
          <a:prstGeom prst="rect">
            <a:avLst/>
          </a:prstGeom>
        </p:spPr>
      </p:pic>
      <p:pic>
        <p:nvPicPr>
          <p:cNvPr id="48" name="Picture 47">
            <a:extLst>
              <a:ext uri="{FF2B5EF4-FFF2-40B4-BE49-F238E27FC236}">
                <a16:creationId xmlns:a16="http://schemas.microsoft.com/office/drawing/2014/main" id="{2164D954-D4BE-604E-A1FA-5D4A16CC776D}"/>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8686028" y="2301518"/>
            <a:ext cx="647418" cy="647510"/>
          </a:xfrm>
          <a:prstGeom prst="rect">
            <a:avLst/>
          </a:prstGeom>
        </p:spPr>
      </p:pic>
      <p:pic>
        <p:nvPicPr>
          <p:cNvPr id="49" name="Picture 48">
            <a:extLst>
              <a:ext uri="{FF2B5EF4-FFF2-40B4-BE49-F238E27FC236}">
                <a16:creationId xmlns:a16="http://schemas.microsoft.com/office/drawing/2014/main" id="{5FC96516-B0E2-964A-9976-F62D8A3CA035}"/>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6752756" y="2301518"/>
            <a:ext cx="647418" cy="647510"/>
          </a:xfrm>
          <a:prstGeom prst="rect">
            <a:avLst/>
          </a:prstGeom>
        </p:spPr>
      </p:pic>
      <p:pic>
        <p:nvPicPr>
          <p:cNvPr id="50" name="Picture 49">
            <a:extLst>
              <a:ext uri="{FF2B5EF4-FFF2-40B4-BE49-F238E27FC236}">
                <a16:creationId xmlns:a16="http://schemas.microsoft.com/office/drawing/2014/main" id="{C42970E5-3D59-6D4C-802D-2A054118D505}"/>
              </a:ext>
            </a:extLst>
          </p:cNvPr>
          <p:cNvPicPr>
            <a:picLocks noChangeAspect="1"/>
          </p:cNvPicPr>
          <p:nvPr userDrawn="1"/>
        </p:nvPicPr>
        <p:blipFill>
          <a:blip r:embed="rId6" cstate="screen">
            <a:extLst>
              <a:ext uri="{28A0092B-C50C-407E-A947-70E740481C1C}">
                <a14:useLocalDpi xmlns:a14="http://schemas.microsoft.com/office/drawing/2010/main"/>
              </a:ext>
            </a:extLst>
          </a:blip>
          <a:stretch>
            <a:fillRect/>
          </a:stretch>
        </p:blipFill>
        <p:spPr>
          <a:xfrm>
            <a:off x="4802988" y="2301518"/>
            <a:ext cx="647418" cy="647510"/>
          </a:xfrm>
          <a:prstGeom prst="rect">
            <a:avLst/>
          </a:prstGeom>
        </p:spPr>
      </p:pic>
      <p:pic>
        <p:nvPicPr>
          <p:cNvPr id="51" name="Picture 50">
            <a:extLst>
              <a:ext uri="{FF2B5EF4-FFF2-40B4-BE49-F238E27FC236}">
                <a16:creationId xmlns:a16="http://schemas.microsoft.com/office/drawing/2014/main" id="{32F713FA-C34D-0546-BEC6-2429F7B462C9}"/>
              </a:ext>
            </a:extLst>
          </p:cNvPr>
          <p:cNvPicPr>
            <a:picLocks noChangeAspect="1"/>
          </p:cNvPicPr>
          <p:nvPr userDrawn="1"/>
        </p:nvPicPr>
        <p:blipFill>
          <a:blip r:embed="rId7" cstate="screen">
            <a:extLst>
              <a:ext uri="{28A0092B-C50C-407E-A947-70E740481C1C}">
                <a14:useLocalDpi xmlns:a14="http://schemas.microsoft.com/office/drawing/2010/main"/>
              </a:ext>
            </a:extLst>
          </a:blip>
          <a:stretch>
            <a:fillRect/>
          </a:stretch>
        </p:blipFill>
        <p:spPr>
          <a:xfrm>
            <a:off x="1002611" y="2301518"/>
            <a:ext cx="647418" cy="647510"/>
          </a:xfrm>
          <a:prstGeom prst="rect">
            <a:avLst/>
          </a:prstGeom>
        </p:spPr>
      </p:pic>
      <p:sp>
        <p:nvSpPr>
          <p:cNvPr id="25" name="Content Placeholder 15"/>
          <p:cNvSpPr>
            <a:spLocks noGrp="1"/>
          </p:cNvSpPr>
          <p:nvPr>
            <p:ph sz="quarter" idx="26" hasCustomPrompt="1"/>
          </p:nvPr>
        </p:nvSpPr>
        <p:spPr>
          <a:xfrm>
            <a:off x="2378328" y="2283405"/>
            <a:ext cx="1693247" cy="672414"/>
          </a:xfrm>
          <a:prstGeom prst="rect">
            <a:avLst/>
          </a:prstGeom>
        </p:spPr>
        <p:txBody>
          <a:bodyPr>
            <a:noAutofit/>
          </a:bodyPr>
          <a:lstStyle>
            <a:lvl1pPr marL="0" indent="0">
              <a:buNone/>
              <a:defRPr sz="1961">
                <a:solidFill>
                  <a:srgbClr val="000000"/>
                </a:solidFill>
              </a:defRPr>
            </a:lvl1pPr>
          </a:lstStyle>
          <a:p>
            <a:pPr marL="0" marR="0" lvl="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lang="en-US"/>
              <a:t>Drop graphic here</a:t>
            </a:r>
          </a:p>
          <a:p>
            <a:pPr lvl="0"/>
            <a:endParaRPr lang="en-US"/>
          </a:p>
        </p:txBody>
      </p:sp>
      <p:sp>
        <p:nvSpPr>
          <p:cNvPr id="24" name="Content Placeholder 15"/>
          <p:cNvSpPr>
            <a:spLocks noGrp="1"/>
          </p:cNvSpPr>
          <p:nvPr>
            <p:ph sz="quarter" idx="25" hasCustomPrompt="1"/>
          </p:nvPr>
        </p:nvSpPr>
        <p:spPr>
          <a:xfrm>
            <a:off x="455995" y="2283405"/>
            <a:ext cx="1693247" cy="672414"/>
          </a:xfrm>
          <a:prstGeom prst="rect">
            <a:avLst/>
          </a:prstGeom>
        </p:spPr>
        <p:txBody>
          <a:bodyPr>
            <a:noAutofit/>
          </a:bodyPr>
          <a:lstStyle>
            <a:lvl1pPr marL="0" indent="0">
              <a:buNone/>
              <a:defRPr sz="1961">
                <a:solidFill>
                  <a:srgbClr val="000000"/>
                </a:solidFill>
              </a:defRPr>
            </a:lvl1pPr>
          </a:lstStyle>
          <a:p>
            <a:pPr lvl="0"/>
            <a:r>
              <a:rPr lang="en-US"/>
              <a:t>Drop graphic here</a:t>
            </a:r>
          </a:p>
        </p:txBody>
      </p:sp>
      <p:sp>
        <p:nvSpPr>
          <p:cNvPr id="26" name="Content Placeholder 15"/>
          <p:cNvSpPr>
            <a:spLocks noGrp="1"/>
          </p:cNvSpPr>
          <p:nvPr>
            <p:ph sz="quarter" idx="27" hasCustomPrompt="1"/>
          </p:nvPr>
        </p:nvSpPr>
        <p:spPr>
          <a:xfrm>
            <a:off x="4300662" y="2283405"/>
            <a:ext cx="1693247" cy="672414"/>
          </a:xfrm>
          <a:prstGeom prst="rect">
            <a:avLst/>
          </a:prstGeom>
        </p:spPr>
        <p:txBody>
          <a:bodyPr>
            <a:noAutofit/>
          </a:bodyPr>
          <a:lstStyle>
            <a:lvl1pPr marL="0" indent="0">
              <a:buNone/>
              <a:defRPr sz="1961">
                <a:solidFill>
                  <a:srgbClr val="000000"/>
                </a:solidFill>
              </a:defRPr>
            </a:lvl1pPr>
          </a:lstStyle>
          <a:p>
            <a:pPr marL="0" marR="0" lvl="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lang="en-US"/>
              <a:t>Drop graphic here</a:t>
            </a:r>
          </a:p>
          <a:p>
            <a:pPr lvl="0"/>
            <a:endParaRPr lang="en-US"/>
          </a:p>
        </p:txBody>
      </p:sp>
      <p:sp>
        <p:nvSpPr>
          <p:cNvPr id="27" name="Content Placeholder 15"/>
          <p:cNvSpPr>
            <a:spLocks noGrp="1"/>
          </p:cNvSpPr>
          <p:nvPr>
            <p:ph sz="quarter" idx="28" hasCustomPrompt="1"/>
          </p:nvPr>
        </p:nvSpPr>
        <p:spPr>
          <a:xfrm>
            <a:off x="6222995" y="2283405"/>
            <a:ext cx="1693247" cy="672414"/>
          </a:xfrm>
          <a:prstGeom prst="rect">
            <a:avLst/>
          </a:prstGeom>
        </p:spPr>
        <p:txBody>
          <a:bodyPr>
            <a:noAutofit/>
          </a:bodyPr>
          <a:lstStyle>
            <a:lvl1pPr marL="0" indent="0">
              <a:buNone/>
              <a:defRPr sz="1961">
                <a:solidFill>
                  <a:srgbClr val="000000"/>
                </a:solidFill>
              </a:defRPr>
            </a:lvl1pPr>
          </a:lstStyle>
          <a:p>
            <a:pPr marL="0" marR="0" lvl="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lang="en-US"/>
              <a:t>Drop graphic here</a:t>
            </a:r>
          </a:p>
          <a:p>
            <a:pPr lvl="0"/>
            <a:endParaRPr lang="en-US"/>
          </a:p>
        </p:txBody>
      </p:sp>
      <p:sp>
        <p:nvSpPr>
          <p:cNvPr id="28" name="Content Placeholder 15"/>
          <p:cNvSpPr>
            <a:spLocks noGrp="1"/>
          </p:cNvSpPr>
          <p:nvPr>
            <p:ph sz="quarter" idx="29" hasCustomPrompt="1"/>
          </p:nvPr>
        </p:nvSpPr>
        <p:spPr>
          <a:xfrm>
            <a:off x="8145328" y="2283405"/>
            <a:ext cx="1693247" cy="672414"/>
          </a:xfrm>
          <a:prstGeom prst="rect">
            <a:avLst/>
          </a:prstGeom>
        </p:spPr>
        <p:txBody>
          <a:bodyPr>
            <a:noAutofit/>
          </a:bodyPr>
          <a:lstStyle>
            <a:lvl1pPr marL="0" indent="0">
              <a:buNone/>
              <a:defRPr sz="1961">
                <a:solidFill>
                  <a:srgbClr val="000000"/>
                </a:solidFill>
              </a:defRPr>
            </a:lvl1pPr>
          </a:lstStyle>
          <a:p>
            <a:pPr marL="0" marR="0" lvl="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lang="en-US"/>
              <a:t>Drop graphic here</a:t>
            </a:r>
          </a:p>
          <a:p>
            <a:pPr lvl="0"/>
            <a:endParaRPr lang="en-US"/>
          </a:p>
        </p:txBody>
      </p:sp>
      <p:sp>
        <p:nvSpPr>
          <p:cNvPr id="29" name="Content Placeholder 15"/>
          <p:cNvSpPr>
            <a:spLocks noGrp="1"/>
          </p:cNvSpPr>
          <p:nvPr>
            <p:ph sz="quarter" idx="30" hasCustomPrompt="1"/>
          </p:nvPr>
        </p:nvSpPr>
        <p:spPr>
          <a:xfrm>
            <a:off x="10067660" y="2283405"/>
            <a:ext cx="1693247" cy="672414"/>
          </a:xfrm>
          <a:prstGeom prst="rect">
            <a:avLst/>
          </a:prstGeom>
        </p:spPr>
        <p:txBody>
          <a:bodyPr>
            <a:noAutofit/>
          </a:bodyPr>
          <a:lstStyle>
            <a:lvl1pPr marL="0" indent="0">
              <a:buNone/>
              <a:defRPr sz="1961">
                <a:solidFill>
                  <a:srgbClr val="000000"/>
                </a:solidFill>
              </a:defRPr>
            </a:lvl1pPr>
          </a:lstStyle>
          <a:p>
            <a:pPr marL="0" marR="0" lvl="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a:pPr>
            <a:r>
              <a:rPr lang="en-US"/>
              <a:t>Drop graphic here</a:t>
            </a:r>
          </a:p>
          <a:p>
            <a:pPr lvl="0"/>
            <a:endParaRPr lang="en-US"/>
          </a:p>
        </p:txBody>
      </p:sp>
    </p:spTree>
    <p:extLst>
      <p:ext uri="{BB962C8B-B14F-4D97-AF65-F5344CB8AC3E}">
        <p14:creationId xmlns:p14="http://schemas.microsoft.com/office/powerpoint/2010/main" val="2555115312"/>
      </p:ext>
    </p:extLst>
  </p:cSld>
  <p:clrMapOvr>
    <a:masterClrMapping/>
  </p:clrMapOvr>
  <p:transition>
    <p:fade/>
  </p:transition>
</p:sldLayout>
</file>

<file path=ppt/slideLayouts/slideLayout297.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strike="noStrike">
                <a:solidFill>
                  <a:srgbClr val="000000"/>
                </a:solidFill>
              </a:defRPr>
            </a:lvl1pPr>
          </a:lstStyle>
          <a:p>
            <a:r>
              <a:rPr lang="en-US"/>
              <a:t>Title</a:t>
            </a:r>
          </a:p>
        </p:txBody>
      </p:sp>
      <p:sp>
        <p:nvSpPr>
          <p:cNvPr id="8" name="Text Box 3">
            <a:extLst>
              <a:ext uri="{FF2B5EF4-FFF2-40B4-BE49-F238E27FC236}">
                <a16:creationId xmlns:a16="http://schemas.microsoft.com/office/drawing/2014/main" id="{3F1DAFF6-F27C-B74D-96EC-43A1B70AA064}"/>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Tree>
    <p:extLst>
      <p:ext uri="{BB962C8B-B14F-4D97-AF65-F5344CB8AC3E}">
        <p14:creationId xmlns:p14="http://schemas.microsoft.com/office/powerpoint/2010/main" val="485206443"/>
      </p:ext>
    </p:extLst>
  </p:cSld>
  <p:clrMapOvr>
    <a:masterClrMapping/>
  </p:clrMapOvr>
  <p:transition>
    <p:fade/>
  </p:transition>
</p:sldLayout>
</file>

<file path=ppt/slideLayouts/slideLayout298.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bg1"/>
        </a:solidFill>
        <a:effectLst/>
      </p:bgPr>
    </p:bg>
    <p:spTree>
      <p:nvGrpSpPr>
        <p:cNvPr id="1" name=""/>
        <p:cNvGrpSpPr/>
        <p:nvPr/>
      </p:nvGrpSpPr>
      <p:grpSpPr>
        <a:xfrm>
          <a:off x="0" y="0"/>
          <a:ext cx="0" cy="0"/>
          <a:chOff x="0" y="0"/>
          <a:chExt cx="0" cy="0"/>
        </a:xfrm>
      </p:grpSpPr>
      <p:sp>
        <p:nvSpPr>
          <p:cNvPr id="4" name="Title 35"/>
          <p:cNvSpPr>
            <a:spLocks noGrp="1"/>
          </p:cNvSpPr>
          <p:nvPr>
            <p:ph type="title" hasCustomPrompt="1"/>
          </p:nvPr>
        </p:nvSpPr>
        <p:spPr>
          <a:xfrm>
            <a:off x="455994" y="941692"/>
            <a:ext cx="7454643" cy="3558191"/>
          </a:xfrm>
          <a:prstGeom prst="rect">
            <a:avLst/>
          </a:prstGeom>
          <a:noFill/>
        </p:spPr>
        <p:txBody>
          <a:bodyPr vert="horz" wrap="square" lIns="0" tIns="0" rIns="0" bIns="0" rtlCol="0" anchor="t" anchorCtr="0">
            <a:noAutofit/>
          </a:bodyPr>
          <a:lstStyle>
            <a:lvl1pPr>
              <a:defRPr lang="en-US" sz="4705" spc="-49" baseline="0"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777094488"/>
      </p:ext>
    </p:extLst>
  </p:cSld>
  <p:clrMapOvr>
    <a:masterClrMapping/>
  </p:clrMapOvr>
  <p:transition>
    <p:fade/>
  </p:transition>
</p:sldLayout>
</file>

<file path=ppt/slideLayouts/slideLayout299.xml><?xml version="1.0" encoding="utf-8"?>
<p:sldLayout xmlns:a="http://schemas.openxmlformats.org/drawingml/2006/main" xmlns:r="http://schemas.openxmlformats.org/officeDocument/2006/relationships" xmlns:p="http://schemas.openxmlformats.org/presentationml/2006/main" preserve="1">
  <p:cSld name="Section title 2">
    <p:bg>
      <p:bgPr>
        <a:solidFill>
          <a:schemeClr val="bg2"/>
        </a:solidFill>
        <a:effectLst/>
      </p:bgPr>
    </p:bg>
    <p:spTree>
      <p:nvGrpSpPr>
        <p:cNvPr id="1" name=""/>
        <p:cNvGrpSpPr/>
        <p:nvPr/>
      </p:nvGrpSpPr>
      <p:grpSpPr>
        <a:xfrm>
          <a:off x="0" y="0"/>
          <a:ext cx="0" cy="0"/>
          <a:chOff x="0" y="0"/>
          <a:chExt cx="0" cy="0"/>
        </a:xfrm>
      </p:grpSpPr>
      <p:sp>
        <p:nvSpPr>
          <p:cNvPr id="3" name="Title 35"/>
          <p:cNvSpPr>
            <a:spLocks noGrp="1"/>
          </p:cNvSpPr>
          <p:nvPr>
            <p:ph type="title" hasCustomPrompt="1"/>
          </p:nvPr>
        </p:nvSpPr>
        <p:spPr>
          <a:xfrm>
            <a:off x="455994" y="941692"/>
            <a:ext cx="7454643" cy="3558191"/>
          </a:xfrm>
          <a:prstGeom prst="rect">
            <a:avLst/>
          </a:prstGeom>
          <a:noFill/>
        </p:spPr>
        <p:txBody>
          <a:bodyPr vert="horz" wrap="square" lIns="0" tIns="0" rIns="0" bIns="0" rtlCol="0" anchor="t" anchorCtr="0">
            <a:noAutofit/>
          </a:bodyPr>
          <a:lstStyle>
            <a:lvl1pPr>
              <a:defRPr lang="en-US" sz="4705" spc="-49" baseline="0" dirty="0">
                <a:solidFill>
                  <a:srgbClr val="FFFFFF"/>
                </a:solidFill>
              </a:defRPr>
            </a:lvl1pPr>
          </a:lstStyle>
          <a:p>
            <a:pPr marL="0" lvl="0">
              <a:lnSpc>
                <a:spcPts val="5490"/>
              </a:lnSpc>
            </a:pPr>
            <a:r>
              <a:rPr lang="en-US"/>
              <a:t>Section title</a:t>
            </a:r>
          </a:p>
        </p:txBody>
      </p:sp>
    </p:spTree>
    <p:extLst>
      <p:ext uri="{BB962C8B-B14F-4D97-AF65-F5344CB8AC3E}">
        <p14:creationId xmlns:p14="http://schemas.microsoft.com/office/powerpoint/2010/main" val="2230372189"/>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00.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FFFF"/>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2000" cy="6858000"/>
          </a:xfrm>
          <a:prstGeom prst="rect">
            <a:avLst/>
          </a:prstGeom>
        </p:spPr>
      </p:pic>
      <p:sp>
        <p:nvSpPr>
          <p:cNvPr id="5" name="Title 35">
            <a:extLst>
              <a:ext uri="{FF2B5EF4-FFF2-40B4-BE49-F238E27FC236}">
                <a16:creationId xmlns:a16="http://schemas.microsoft.com/office/drawing/2014/main" id="{60388DA1-8C2D-4FFD-88BD-DE4D7CEFD0D2}"/>
              </a:ext>
            </a:extLst>
          </p:cNvPr>
          <p:cNvSpPr>
            <a:spLocks noGrp="1"/>
          </p:cNvSpPr>
          <p:nvPr>
            <p:ph type="title" hasCustomPrompt="1"/>
          </p:nvPr>
        </p:nvSpPr>
        <p:spPr>
          <a:xfrm>
            <a:off x="455994" y="941692"/>
            <a:ext cx="7454643" cy="3558191"/>
          </a:xfrm>
          <a:prstGeom prst="rect">
            <a:avLst/>
          </a:prstGeom>
          <a:noFill/>
        </p:spPr>
        <p:txBody>
          <a:bodyPr vert="horz" wrap="square" lIns="0" tIns="0" rIns="0" bIns="0" rtlCol="0" anchor="t" anchorCtr="0">
            <a:noAutofit/>
          </a:bodyPr>
          <a:lstStyle>
            <a:lvl1pPr>
              <a:defRPr lang="en-US" sz="4705" spc="-49" baseline="0" dirty="0">
                <a:solidFill>
                  <a:schemeClr val="tx1"/>
                </a:solidFill>
              </a:defRPr>
            </a:lvl1pPr>
          </a:lstStyle>
          <a:p>
            <a:pPr marL="0" lvl="0">
              <a:lnSpc>
                <a:spcPts val="5490"/>
              </a:lnSpc>
            </a:pPr>
            <a:r>
              <a:rPr lang="en-US"/>
              <a:t>Section title</a:t>
            </a:r>
          </a:p>
        </p:txBody>
      </p:sp>
    </p:spTree>
    <p:extLst>
      <p:ext uri="{BB962C8B-B14F-4D97-AF65-F5344CB8AC3E}">
        <p14:creationId xmlns:p14="http://schemas.microsoft.com/office/powerpoint/2010/main" val="388518252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01.xml><?xml version="1.0" encoding="utf-8"?>
<p:sldLayout xmlns:a="http://schemas.openxmlformats.org/drawingml/2006/main" xmlns:r="http://schemas.openxmlformats.org/officeDocument/2006/relationships" xmlns:p="http://schemas.openxmlformats.org/presentationml/2006/main" preserve="1" userDrawn="1">
  <p:cSld name="Photo layout 1">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6229842" y="0"/>
            <a:ext cx="5973053" cy="6857999"/>
          </a:xfrm>
          <a:prstGeom prst="rect">
            <a:avLst/>
          </a:prstGeom>
        </p:spPr>
        <p:txBody>
          <a:bodyPr anchor="ctr" anchorCtr="0">
            <a:noAutofit/>
          </a:bodyPr>
          <a:lstStyle>
            <a:lvl1pPr algn="ctr">
              <a:defRPr>
                <a:solidFill>
                  <a:schemeClr val="bg1"/>
                </a:solidFill>
              </a:defRPr>
            </a:lvl1pPr>
          </a:lstStyle>
          <a:p>
            <a:r>
              <a:rPr lang="en-US"/>
              <a:t>Drop photo here</a:t>
            </a:r>
          </a:p>
        </p:txBody>
      </p:sp>
      <p:pic>
        <p:nvPicPr>
          <p:cNvPr id="3" name="Picture 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229841" y="0"/>
            <a:ext cx="5973790" cy="6857999"/>
          </a:xfrm>
          <a:prstGeom prst="rect">
            <a:avLst/>
          </a:prstGeom>
        </p:spPr>
      </p:pic>
      <p:sp>
        <p:nvSpPr>
          <p:cNvPr id="2" name="Title 1"/>
          <p:cNvSpPr>
            <a:spLocks noGrp="1"/>
          </p:cNvSpPr>
          <p:nvPr>
            <p:ph type="title" hasCustomPrompt="1"/>
          </p:nvPr>
        </p:nvSpPr>
        <p:spPr>
          <a:xfrm>
            <a:off x="455995" y="620428"/>
            <a:ext cx="5541959" cy="403137"/>
          </a:xfrm>
          <a:prstGeom prst="rect">
            <a:avLst/>
          </a:prstGeom>
        </p:spPr>
        <p:txBody>
          <a:bodyPr wrap="square" lIns="0" tIns="0" rIns="0" bIns="0">
            <a:spAutoFit/>
          </a:bodyPr>
          <a:lstStyle>
            <a:lvl1pPr>
              <a:lnSpc>
                <a:spcPts val="3137"/>
              </a:lnSpc>
              <a:defRPr sz="2745" baseline="0">
                <a:solidFill>
                  <a:srgbClr val="000000"/>
                </a:solidFill>
              </a:defRPr>
            </a:lvl1pPr>
          </a:lstStyle>
          <a:p>
            <a:r>
              <a:rPr lang="en-US"/>
              <a:t>Photo layout 1</a:t>
            </a:r>
          </a:p>
        </p:txBody>
      </p:sp>
      <p:sp>
        <p:nvSpPr>
          <p:cNvPr id="5" name="Text Placeholder 4">
            <a:extLst>
              <a:ext uri="{FF2B5EF4-FFF2-40B4-BE49-F238E27FC236}">
                <a16:creationId xmlns:a16="http://schemas.microsoft.com/office/drawing/2014/main" id="{6E31D123-CA1A-4568-88C8-6B1287D07EE9}"/>
              </a:ext>
            </a:extLst>
          </p:cNvPr>
          <p:cNvSpPr>
            <a:spLocks noGrp="1"/>
          </p:cNvSpPr>
          <p:nvPr>
            <p:ph type="body" sz="quarter" idx="13" hasCustomPrompt="1"/>
          </p:nvPr>
        </p:nvSpPr>
        <p:spPr>
          <a:xfrm>
            <a:off x="455994" y="2363622"/>
            <a:ext cx="4822952" cy="495136"/>
          </a:xfrm>
          <a:prstGeom prst="rect">
            <a:avLst/>
          </a:prstGeom>
        </p:spPr>
        <p:txBody>
          <a:bodyPr lIns="0" tIns="0" rIns="0" bIns="0"/>
          <a:lstStyle>
            <a:lvl1pPr marL="0" indent="0">
              <a:lnSpc>
                <a:spcPts val="1765"/>
              </a:lnSpc>
              <a:spcBef>
                <a:spcPts val="1176"/>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a:p>
            <a:pPr lvl="1"/>
            <a:endParaRPr lang="en-US"/>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455995" y="1922587"/>
            <a:ext cx="4822951" cy="287771"/>
          </a:xfrm>
          <a:prstGeom prst="rect">
            <a:avLst/>
          </a:prstGeom>
        </p:spPr>
        <p:txBody>
          <a:bodyPr wrap="square" lIns="0" tIns="0" rIns="0" bIns="0">
            <a:spAutoFit/>
          </a:bodyPr>
          <a:lstStyle>
            <a:lvl1pPr marL="0" indent="0">
              <a:lnSpc>
                <a:spcPts val="2353"/>
              </a:lnSpc>
              <a:buNone/>
              <a:defRPr lang="en-US" sz="1961" kern="1200" spc="0" baseline="0" dirty="0">
                <a:solidFill>
                  <a:srgbClr val="000000"/>
                </a:solidFill>
                <a:latin typeface="+mn-lt"/>
                <a:ea typeface="+mn-ea"/>
                <a:cs typeface="+mn-cs"/>
              </a:defRPr>
            </a:lvl1pPr>
            <a:lvl2pPr marL="224097" indent="0">
              <a:buNone/>
              <a:defRPr/>
            </a:lvl2pPr>
            <a:lvl3pPr marL="448193" indent="0">
              <a:buNone/>
              <a:defRPr/>
            </a:lvl3pPr>
            <a:lvl4pPr marL="672290" indent="0">
              <a:buNone/>
              <a:defRPr/>
            </a:lvl4pPr>
            <a:lvl5pPr marL="896386" indent="0">
              <a:buNone/>
              <a:defRPr/>
            </a:lvl5pPr>
          </a:lstStyle>
          <a:p>
            <a:pPr lvl="0"/>
            <a:r>
              <a:rPr lang="en-US"/>
              <a:t>Subhead Segoe UI Regular 20/24. </a:t>
            </a:r>
          </a:p>
        </p:txBody>
      </p:sp>
      <p:sp>
        <p:nvSpPr>
          <p:cNvPr id="13" name="Text Box 3">
            <a:extLst>
              <a:ext uri="{FF2B5EF4-FFF2-40B4-BE49-F238E27FC236}">
                <a16:creationId xmlns:a16="http://schemas.microsoft.com/office/drawing/2014/main" id="{9B6CD1B2-B033-3544-BC3C-77A135C65972}"/>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455995" y="2576675"/>
            <a:ext cx="4822951" cy="674672"/>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17" name="Text Placeholder 4">
            <a:extLst>
              <a:ext uri="{FF2B5EF4-FFF2-40B4-BE49-F238E27FC236}">
                <a16:creationId xmlns:a16="http://schemas.microsoft.com/office/drawing/2014/main" id="{0D336736-F7E2-BA48-AD3E-B0037BAC6816}"/>
              </a:ext>
            </a:extLst>
          </p:cNvPr>
          <p:cNvSpPr>
            <a:spLocks noGrp="1"/>
          </p:cNvSpPr>
          <p:nvPr>
            <p:ph type="body" sz="quarter" idx="43" hasCustomPrompt="1"/>
          </p:nvPr>
        </p:nvSpPr>
        <p:spPr>
          <a:xfrm>
            <a:off x="455993" y="3428999"/>
            <a:ext cx="4822952" cy="495136"/>
          </a:xfrm>
          <a:prstGeom prst="rect">
            <a:avLst/>
          </a:prstGeom>
        </p:spPr>
        <p:txBody>
          <a:bodyPr lIns="0" tIns="0" rIns="0" bIns="0"/>
          <a:lstStyle>
            <a:lvl1pPr marL="0" indent="0">
              <a:lnSpc>
                <a:spcPts val="1765"/>
              </a:lnSpc>
              <a:spcBef>
                <a:spcPts val="1176"/>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a:p>
            <a:pPr lvl="1"/>
            <a:endParaRPr lang="en-US"/>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455994" y="3639464"/>
            <a:ext cx="4822951" cy="674672"/>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1077114112"/>
      </p:ext>
    </p:extLst>
  </p:cSld>
  <p:clrMapOvr>
    <a:masterClrMapping/>
  </p:clrMapOvr>
  <p:transition>
    <p:fade/>
  </p:transition>
</p:sldLayout>
</file>

<file path=ppt/slideLayouts/slideLayout302.xml><?xml version="1.0" encoding="utf-8"?>
<p:sldLayout xmlns:a="http://schemas.openxmlformats.org/drawingml/2006/main" xmlns:r="http://schemas.openxmlformats.org/officeDocument/2006/relationships" xmlns:p="http://schemas.openxmlformats.org/presentationml/2006/main" preserve="1" userDrawn="1">
  <p:cSld name="Photo layout 2">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25647" y="2152781"/>
            <a:ext cx="3648727" cy="2589915"/>
          </a:xfrm>
          <a:prstGeom prst="rect">
            <a:avLst/>
          </a:prstGeom>
        </p:spPr>
      </p:pic>
      <p:sp>
        <p:nvSpPr>
          <p:cNvPr id="4" name="Picture Placeholder 3">
            <a:extLst>
              <a:ext uri="{FF2B5EF4-FFF2-40B4-BE49-F238E27FC236}">
                <a16:creationId xmlns:a16="http://schemas.microsoft.com/office/drawing/2014/main" id="{2717A0C5-B07A-A34B-9DBC-AEA2B456E25A}"/>
              </a:ext>
            </a:extLst>
          </p:cNvPr>
          <p:cNvSpPr>
            <a:spLocks noGrp="1"/>
          </p:cNvSpPr>
          <p:nvPr>
            <p:ph type="pic" sz="quarter" idx="14" hasCustomPrompt="1"/>
          </p:nvPr>
        </p:nvSpPr>
        <p:spPr>
          <a:xfrm>
            <a:off x="426424" y="2152781"/>
            <a:ext cx="3647951" cy="2589915"/>
          </a:xfrm>
          <a:prstGeom prst="rect">
            <a:avLst/>
          </a:prstGeom>
        </p:spPr>
        <p:txBody>
          <a:bodyPr anchor="ctr" anchorCtr="0">
            <a:noAutofit/>
          </a:bodyPr>
          <a:lstStyle>
            <a:lvl1pPr algn="ctr">
              <a:defRPr>
                <a:solidFill>
                  <a:schemeClr val="bg1"/>
                </a:solidFill>
              </a:defRPr>
            </a:lvl1pPr>
          </a:lstStyle>
          <a:p>
            <a:r>
              <a:rPr lang="en-US"/>
              <a:t>Drop photo here</a:t>
            </a:r>
          </a:p>
        </p:txBody>
      </p:sp>
      <p:pic>
        <p:nvPicPr>
          <p:cNvPr id="17" name="Picture 16"/>
          <p:cNvPicPr>
            <a:picLocks noChangeAspect="1"/>
          </p:cNvPicPr>
          <p:nvPr userDrawn="1"/>
        </p:nvPicPr>
        <p:blipFill rotWithShape="1">
          <a:blip r:embed="rId3" cstate="screen">
            <a:extLst>
              <a:ext uri="{28A0092B-C50C-407E-A947-70E740481C1C}">
                <a14:useLocalDpi xmlns:a14="http://schemas.microsoft.com/office/drawing/2010/main"/>
              </a:ext>
            </a:extLst>
          </a:blip>
          <a:srcRect l="-302"/>
          <a:stretch/>
        </p:blipFill>
        <p:spPr>
          <a:xfrm>
            <a:off x="4295368" y="2152781"/>
            <a:ext cx="3623052" cy="2589916"/>
          </a:xfrm>
          <a:prstGeom prst="rect">
            <a:avLst/>
          </a:prstGeom>
        </p:spPr>
      </p:pic>
      <p:sp>
        <p:nvSpPr>
          <p:cNvPr id="7" name="Picture Placeholder 6">
            <a:extLst>
              <a:ext uri="{FF2B5EF4-FFF2-40B4-BE49-F238E27FC236}">
                <a16:creationId xmlns:a16="http://schemas.microsoft.com/office/drawing/2014/main" id="{F5287B92-3963-B94C-821F-3908B3544A42}"/>
              </a:ext>
            </a:extLst>
          </p:cNvPr>
          <p:cNvSpPr>
            <a:spLocks noGrp="1"/>
          </p:cNvSpPr>
          <p:nvPr>
            <p:ph type="pic" sz="quarter" idx="15" hasCustomPrompt="1"/>
          </p:nvPr>
        </p:nvSpPr>
        <p:spPr>
          <a:xfrm>
            <a:off x="4300039" y="2152781"/>
            <a:ext cx="3618381" cy="2589915"/>
          </a:xfrm>
          <a:prstGeom prst="rect">
            <a:avLst/>
          </a:prstGeom>
        </p:spPr>
        <p:txBody>
          <a:bodyPr anchor="ctr" anchorCtr="0">
            <a:noAutofit/>
          </a:bodyPr>
          <a:lstStyle>
            <a:lvl1pPr algn="ctr">
              <a:defRPr>
                <a:solidFill>
                  <a:schemeClr val="bg1"/>
                </a:solidFill>
              </a:defRPr>
            </a:lvl1pPr>
          </a:lstStyle>
          <a:p>
            <a:r>
              <a:rPr lang="en-US"/>
              <a:t>Drop photo here</a:t>
            </a:r>
          </a:p>
        </p:txBody>
      </p:sp>
      <p:pic>
        <p:nvPicPr>
          <p:cNvPr id="15" name="Picture 14"/>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8150360" y="2239883"/>
            <a:ext cx="3623053" cy="2502812"/>
          </a:xfrm>
          <a:prstGeom prst="rect">
            <a:avLst/>
          </a:prstGeom>
        </p:spPr>
      </p:pic>
      <p:sp>
        <p:nvSpPr>
          <p:cNvPr id="11" name="Picture Placeholder 10">
            <a:extLst>
              <a:ext uri="{FF2B5EF4-FFF2-40B4-BE49-F238E27FC236}">
                <a16:creationId xmlns:a16="http://schemas.microsoft.com/office/drawing/2014/main" id="{1DC31788-B7D8-9D46-BE0A-6B7EED7110B6}"/>
              </a:ext>
            </a:extLst>
          </p:cNvPr>
          <p:cNvSpPr>
            <a:spLocks noGrp="1"/>
          </p:cNvSpPr>
          <p:nvPr>
            <p:ph type="pic" sz="quarter" idx="16" hasCustomPrompt="1"/>
          </p:nvPr>
        </p:nvSpPr>
        <p:spPr>
          <a:xfrm>
            <a:off x="8150308" y="2152781"/>
            <a:ext cx="3612156" cy="2589915"/>
          </a:xfrm>
          <a:prstGeom prst="rect">
            <a:avLst/>
          </a:prstGeom>
        </p:spPr>
        <p:txBody>
          <a:bodyPr anchor="ctr" anchorCtr="0">
            <a:noAutofit/>
          </a:bodyPr>
          <a:lstStyle>
            <a:lvl1pPr algn="ctr">
              <a:defRPr>
                <a:solidFill>
                  <a:schemeClr val="bg1"/>
                </a:solidFill>
              </a:defRPr>
            </a:lvl1pPr>
          </a:lstStyle>
          <a:p>
            <a:r>
              <a:rPr lang="en-US"/>
              <a:t>Drop photo here</a:t>
            </a:r>
          </a:p>
        </p:txBody>
      </p:sp>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Photo layout 2</a:t>
            </a:r>
          </a:p>
        </p:txBody>
      </p:sp>
      <p:sp>
        <p:nvSpPr>
          <p:cNvPr id="5" name="Text Placeholder 4"/>
          <p:cNvSpPr>
            <a:spLocks noGrp="1"/>
          </p:cNvSpPr>
          <p:nvPr>
            <p:ph type="body" sz="quarter" idx="11" hasCustomPrompt="1"/>
          </p:nvPr>
        </p:nvSpPr>
        <p:spPr>
          <a:xfrm>
            <a:off x="455995" y="4927922"/>
            <a:ext cx="3618381" cy="216206"/>
          </a:xfrm>
          <a:prstGeom prst="rect">
            <a:avLst/>
          </a:prstGeom>
        </p:spPr>
        <p:txBody>
          <a:bodyPr lIns="0" tIns="0" rIns="0" bIns="0"/>
          <a:lstStyle>
            <a:lvl1pPr marL="0" marR="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2" b="0" kern="1200" spc="0" baseline="0" dirty="0" smtClean="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r>
              <a:rPr lang="en-US"/>
              <a:t> 14</a:t>
            </a:r>
          </a:p>
        </p:txBody>
      </p:sp>
      <p:sp>
        <p:nvSpPr>
          <p:cNvPr id="9" name="Text Placeholder 4"/>
          <p:cNvSpPr>
            <a:spLocks noGrp="1"/>
          </p:cNvSpPr>
          <p:nvPr>
            <p:ph type="body" sz="quarter" idx="12" hasCustomPrompt="1"/>
          </p:nvPr>
        </p:nvSpPr>
        <p:spPr>
          <a:xfrm>
            <a:off x="4300039" y="4927922"/>
            <a:ext cx="3618381" cy="216206"/>
          </a:xfrm>
          <a:prstGeom prst="rect">
            <a:avLst/>
          </a:prstGeom>
        </p:spPr>
        <p:txBody>
          <a:bodyPr lIns="0" tIns="0" rIns="0" bIns="0"/>
          <a:lstStyle>
            <a:lvl1pPr marL="0" marR="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defRPr sz="1372">
                <a:solidFill>
                  <a:schemeClr val="tx2"/>
                </a:solidFill>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r>
              <a:rPr lang="en-US"/>
              <a:t> 14</a:t>
            </a:r>
          </a:p>
        </p:txBody>
      </p:sp>
      <p:sp>
        <p:nvSpPr>
          <p:cNvPr id="10" name="Text Placeholder 4"/>
          <p:cNvSpPr>
            <a:spLocks noGrp="1"/>
          </p:cNvSpPr>
          <p:nvPr>
            <p:ph type="body" sz="quarter" idx="13" hasCustomPrompt="1"/>
          </p:nvPr>
        </p:nvSpPr>
        <p:spPr>
          <a:xfrm>
            <a:off x="8144083" y="4927922"/>
            <a:ext cx="3618381" cy="216206"/>
          </a:xfrm>
          <a:prstGeom prst="rect">
            <a:avLst/>
          </a:prstGeom>
        </p:spPr>
        <p:txBody>
          <a:bodyPr lIns="0" tIns="0" rIns="0" bIns="0"/>
          <a:lstStyle>
            <a:lvl1pPr marL="0" marR="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defRPr sz="1372">
                <a:solidFill>
                  <a:schemeClr val="tx2"/>
                </a:solidFill>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r>
              <a:rPr lang="en-US"/>
              <a:t> 14</a:t>
            </a:r>
          </a:p>
        </p:txBody>
      </p:sp>
      <p:sp>
        <p:nvSpPr>
          <p:cNvPr id="20" name="Text Box 3">
            <a:extLst>
              <a:ext uri="{FF2B5EF4-FFF2-40B4-BE49-F238E27FC236}">
                <a16:creationId xmlns:a16="http://schemas.microsoft.com/office/drawing/2014/main" id="{F848FF14-9025-D34E-A47B-6D1957DCA63E}"/>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22" name="Text Placeholder 4">
            <a:extLst>
              <a:ext uri="{FF2B5EF4-FFF2-40B4-BE49-F238E27FC236}">
                <a16:creationId xmlns:a16="http://schemas.microsoft.com/office/drawing/2014/main" id="{B97163EF-E7E8-4446-98C1-DF17E29E7379}"/>
              </a:ext>
            </a:extLst>
          </p:cNvPr>
          <p:cNvSpPr>
            <a:spLocks noGrp="1"/>
          </p:cNvSpPr>
          <p:nvPr>
            <p:ph type="body" sz="quarter" idx="42" hasCustomPrompt="1"/>
          </p:nvPr>
        </p:nvSpPr>
        <p:spPr>
          <a:xfrm>
            <a:off x="454169" y="5158174"/>
            <a:ext cx="3618381" cy="905504"/>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p>
        </p:txBody>
      </p:sp>
      <p:sp>
        <p:nvSpPr>
          <p:cNvPr id="23" name="Text Placeholder 4">
            <a:extLst>
              <a:ext uri="{FF2B5EF4-FFF2-40B4-BE49-F238E27FC236}">
                <a16:creationId xmlns:a16="http://schemas.microsoft.com/office/drawing/2014/main" id="{8E57B78A-F25C-4D46-917C-E53FD3A557E0}"/>
              </a:ext>
            </a:extLst>
          </p:cNvPr>
          <p:cNvSpPr>
            <a:spLocks noGrp="1"/>
          </p:cNvSpPr>
          <p:nvPr>
            <p:ph type="body" sz="quarter" idx="43" hasCustomPrompt="1"/>
          </p:nvPr>
        </p:nvSpPr>
        <p:spPr>
          <a:xfrm>
            <a:off x="4302175" y="5158174"/>
            <a:ext cx="3616245" cy="905504"/>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p>
        </p:txBody>
      </p:sp>
      <p:sp>
        <p:nvSpPr>
          <p:cNvPr id="24" name="Text Placeholder 4">
            <a:extLst>
              <a:ext uri="{FF2B5EF4-FFF2-40B4-BE49-F238E27FC236}">
                <a16:creationId xmlns:a16="http://schemas.microsoft.com/office/drawing/2014/main" id="{A1AA5291-B66D-8249-B809-BA15DD1EEA3E}"/>
              </a:ext>
            </a:extLst>
          </p:cNvPr>
          <p:cNvSpPr>
            <a:spLocks noGrp="1"/>
          </p:cNvSpPr>
          <p:nvPr>
            <p:ph type="body" sz="quarter" idx="44" hasCustomPrompt="1"/>
          </p:nvPr>
        </p:nvSpPr>
        <p:spPr>
          <a:xfrm>
            <a:off x="8150308" y="5158174"/>
            <a:ext cx="3618381" cy="905504"/>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p>
        </p:txBody>
      </p:sp>
    </p:spTree>
    <p:extLst>
      <p:ext uri="{BB962C8B-B14F-4D97-AF65-F5344CB8AC3E}">
        <p14:creationId xmlns:p14="http://schemas.microsoft.com/office/powerpoint/2010/main" val="1365634175"/>
      </p:ext>
    </p:extLst>
  </p:cSld>
  <p:clrMapOvr>
    <a:masterClrMapping/>
  </p:clrMapOvr>
  <p:transition>
    <p:fade/>
  </p:transition>
</p:sldLayout>
</file>

<file path=ppt/slideLayouts/slideLayout303.xml><?xml version="1.0" encoding="utf-8"?>
<p:sldLayout xmlns:a="http://schemas.openxmlformats.org/drawingml/2006/main" xmlns:r="http://schemas.openxmlformats.org/officeDocument/2006/relationships" xmlns:p="http://schemas.openxmlformats.org/presentationml/2006/main" preserve="1" userDrawn="1">
  <p:cSld name="Device layout 1">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4B95F29-56C3-4C85-A12B-0B0BE769E70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444774" y="418150"/>
            <a:ext cx="7747227" cy="6439851"/>
          </a:xfrm>
          <a:prstGeom prst="rect">
            <a:avLst/>
          </a:prstGeom>
        </p:spPr>
      </p:pic>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Device layout 1: one column</a:t>
            </a:r>
          </a:p>
        </p:txBody>
      </p:sp>
      <p:sp>
        <p:nvSpPr>
          <p:cNvPr id="4" name="Text Placeholder 3"/>
          <p:cNvSpPr>
            <a:spLocks noGrp="1"/>
          </p:cNvSpPr>
          <p:nvPr>
            <p:ph type="body" sz="quarter" idx="10" hasCustomPrompt="1"/>
          </p:nvPr>
        </p:nvSpPr>
        <p:spPr>
          <a:xfrm>
            <a:off x="455995" y="1922802"/>
            <a:ext cx="4758211" cy="603538"/>
          </a:xfrm>
          <a:prstGeom prst="rect">
            <a:avLst/>
          </a:prstGeom>
        </p:spPr>
        <p:txBody>
          <a:bodyPr wrap="square" lIns="0" tIns="0" rIns="0" bIns="0">
            <a:spAutoFit/>
          </a:bodyPr>
          <a:lstStyle>
            <a:lvl1pPr marL="0" indent="0">
              <a:lnSpc>
                <a:spcPts val="2353"/>
              </a:lnSpc>
              <a:buNone/>
              <a:defRPr sz="1961" b="0" i="0">
                <a:solidFill>
                  <a:srgbClr val="000000"/>
                </a:solidFill>
                <a:latin typeface="+mn-lt"/>
              </a:defRPr>
            </a:lvl1pPr>
            <a:lvl2pPr marL="224097" indent="0">
              <a:buNone/>
              <a:defRPr/>
            </a:lvl2pPr>
            <a:lvl3pPr marL="448193" indent="0">
              <a:buNone/>
              <a:defRPr/>
            </a:lvl3pPr>
            <a:lvl4pPr marL="672290" indent="0">
              <a:buNone/>
              <a:defRPr/>
            </a:lvl4pPr>
            <a:lvl5pPr marL="896386" indent="0">
              <a:buNone/>
              <a:defRPr/>
            </a:lvl5pPr>
          </a:lstStyle>
          <a:p>
            <a:pPr lvl="0"/>
            <a:r>
              <a:rPr lang="pt-BR"/>
              <a:t>Large subhead Segoe UI Regular 20/24. Em volor resequaectur.</a:t>
            </a:r>
            <a:endParaRPr lang="en-US"/>
          </a:p>
        </p:txBody>
      </p:sp>
      <p:sp>
        <p:nvSpPr>
          <p:cNvPr id="5" name="Text Placeholder 4"/>
          <p:cNvSpPr>
            <a:spLocks noGrp="1"/>
          </p:cNvSpPr>
          <p:nvPr>
            <p:ph type="body" sz="quarter" idx="11" hasCustomPrompt="1"/>
          </p:nvPr>
        </p:nvSpPr>
        <p:spPr>
          <a:xfrm>
            <a:off x="455995" y="2707597"/>
            <a:ext cx="4758210" cy="2521331"/>
          </a:xfrm>
          <a:prstGeom prst="rect">
            <a:avLst/>
          </a:prstGeom>
        </p:spPr>
        <p:txBody>
          <a:bodyPr lIns="0" tIns="0" rIns="0" bIns="0"/>
          <a:lstStyle>
            <a:lvl1pPr marL="280121" indent="-280121">
              <a:lnSpc>
                <a:spcPts val="1765"/>
              </a:lnSpc>
              <a:spcBef>
                <a:spcPts val="0"/>
              </a:spcBef>
              <a:buFont typeface="Arial" panose="020B0604020202020204" pitchFamily="34" charset="0"/>
              <a:buChar char="•"/>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a:t>
            </a:r>
          </a:p>
        </p:txBody>
      </p:sp>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p:nvPr>
        </p:nvSpPr>
        <p:spPr>
          <a:xfrm>
            <a:off x="6358812" y="1519688"/>
            <a:ext cx="5833188" cy="4343375"/>
          </a:xfrm>
          <a:prstGeom prst="rect">
            <a:avLst/>
          </a:prstGeom>
        </p:spPr>
        <p:txBody>
          <a:bodyPr anchor="ctr" anchorCtr="0">
            <a:noAutofit/>
          </a:bodyPr>
          <a:lstStyle>
            <a:lvl1pPr algn="ctr">
              <a:defRPr>
                <a:solidFill>
                  <a:srgbClr val="000000"/>
                </a:solidFill>
              </a:defRPr>
            </a:lvl1pPr>
          </a:lstStyle>
          <a:p>
            <a:r>
              <a:rPr lang="en-US"/>
              <a:t>Click icon to add picture</a:t>
            </a:r>
          </a:p>
        </p:txBody>
      </p:sp>
      <p:sp>
        <p:nvSpPr>
          <p:cNvPr id="14" name="Text Box 3">
            <a:extLst>
              <a:ext uri="{FF2B5EF4-FFF2-40B4-BE49-F238E27FC236}">
                <a16:creationId xmlns:a16="http://schemas.microsoft.com/office/drawing/2014/main" id="{9732C163-B0E6-5B41-A1A7-C570F404A2CB}"/>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Tree>
    <p:extLst>
      <p:ext uri="{BB962C8B-B14F-4D97-AF65-F5344CB8AC3E}">
        <p14:creationId xmlns:p14="http://schemas.microsoft.com/office/powerpoint/2010/main" val="707243575"/>
      </p:ext>
    </p:extLst>
  </p:cSld>
  <p:clrMapOvr>
    <a:masterClrMapping/>
  </p:clrMapOvr>
  <p:transition>
    <p:fade/>
  </p:transition>
</p:sldLayout>
</file>

<file path=ppt/slideLayouts/slideLayout304.xml><?xml version="1.0" encoding="utf-8"?>
<p:sldLayout xmlns:a="http://schemas.openxmlformats.org/drawingml/2006/main" xmlns:r="http://schemas.openxmlformats.org/officeDocument/2006/relationships" xmlns:p="http://schemas.openxmlformats.org/presentationml/2006/main" preserve="1" userDrawn="1">
  <p:cSld name="Device layout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99DE98C-91A8-4163-A280-8BB561692C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444774" y="418150"/>
            <a:ext cx="7747227" cy="6439851"/>
          </a:xfrm>
          <a:prstGeom prst="rect">
            <a:avLst/>
          </a:prstGeom>
        </p:spPr>
      </p:pic>
      <p:sp>
        <p:nvSpPr>
          <p:cNvPr id="9" name="Picture Placeholder 11">
            <a:extLst>
              <a:ext uri="{FF2B5EF4-FFF2-40B4-BE49-F238E27FC236}">
                <a16:creationId xmlns:a16="http://schemas.microsoft.com/office/drawing/2014/main" id="{784CA30E-A92E-4E40-944A-73B1CF9EEE0A}"/>
              </a:ext>
            </a:extLst>
          </p:cNvPr>
          <p:cNvSpPr>
            <a:spLocks noGrp="1"/>
          </p:cNvSpPr>
          <p:nvPr>
            <p:ph type="pic" sz="quarter" idx="12"/>
          </p:nvPr>
        </p:nvSpPr>
        <p:spPr>
          <a:xfrm>
            <a:off x="6357959" y="1535104"/>
            <a:ext cx="5834041" cy="4315059"/>
          </a:xfrm>
          <a:prstGeom prst="rect">
            <a:avLst/>
          </a:prstGeom>
        </p:spPr>
        <p:txBody>
          <a:bodyPr anchor="ctr" anchorCtr="0">
            <a:noAutofit/>
          </a:bodyPr>
          <a:lstStyle>
            <a:lvl1pPr algn="ctr">
              <a:defRPr>
                <a:solidFill>
                  <a:srgbClr val="000000"/>
                </a:solidFill>
              </a:defRPr>
            </a:lvl1pPr>
          </a:lstStyle>
          <a:p>
            <a:r>
              <a:rPr lang="en-US"/>
              <a:t>Click icon to add picture</a:t>
            </a:r>
          </a:p>
        </p:txBody>
      </p:sp>
      <p:sp>
        <p:nvSpPr>
          <p:cNvPr id="13" name="Text Placeholder 4">
            <a:extLst>
              <a:ext uri="{FF2B5EF4-FFF2-40B4-BE49-F238E27FC236}">
                <a16:creationId xmlns:a16="http://schemas.microsoft.com/office/drawing/2014/main" id="{8D17D4B4-B6B9-4273-ACCB-7A5ED46F35A8}"/>
              </a:ext>
            </a:extLst>
          </p:cNvPr>
          <p:cNvSpPr>
            <a:spLocks noGrp="1"/>
          </p:cNvSpPr>
          <p:nvPr>
            <p:ph type="body" sz="quarter" idx="11" hasCustomPrompt="1"/>
          </p:nvPr>
        </p:nvSpPr>
        <p:spPr>
          <a:xfrm>
            <a:off x="457672" y="2000739"/>
            <a:ext cx="1693247" cy="442532"/>
          </a:xfrm>
          <a:prstGeom prst="rect">
            <a:avLst/>
          </a:prstGeom>
        </p:spPr>
        <p:txBody>
          <a:bodyPr lIns="0" tIns="0" rIns="0" bIns="0"/>
          <a:lstStyle>
            <a:lvl1pPr marL="0" indent="0">
              <a:lnSpc>
                <a:spcPts val="1765"/>
              </a:lnSpc>
              <a:spcBef>
                <a:spcPts val="882"/>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endParaRPr lang="en-US"/>
          </a:p>
        </p:txBody>
      </p:sp>
      <p:sp>
        <p:nvSpPr>
          <p:cNvPr id="14" name="Text Placeholder 4">
            <a:extLst>
              <a:ext uri="{FF2B5EF4-FFF2-40B4-BE49-F238E27FC236}">
                <a16:creationId xmlns:a16="http://schemas.microsoft.com/office/drawing/2014/main" id="{FB204BE2-B985-4315-8D5B-9C54B1074DD6}"/>
              </a:ext>
            </a:extLst>
          </p:cNvPr>
          <p:cNvSpPr>
            <a:spLocks noGrp="1"/>
          </p:cNvSpPr>
          <p:nvPr>
            <p:ph type="body" sz="quarter" idx="13" hasCustomPrompt="1"/>
          </p:nvPr>
        </p:nvSpPr>
        <p:spPr>
          <a:xfrm>
            <a:off x="2385798" y="2000739"/>
            <a:ext cx="1693247" cy="442532"/>
          </a:xfrm>
          <a:prstGeom prst="rect">
            <a:avLst/>
          </a:prstGeom>
        </p:spPr>
        <p:txBody>
          <a:bodyPr lIns="0" tIns="0" rIns="0" bIns="0"/>
          <a:lstStyle>
            <a:lvl1pPr marL="0" indent="0">
              <a:lnSpc>
                <a:spcPts val="1765"/>
              </a:lnSpc>
              <a:spcBef>
                <a:spcPts val="882"/>
              </a:spcBef>
              <a:buNone/>
              <a:defRPr lang="en-US" sz="1372" b="0" kern="1200" spc="0" baseline="0" dirty="0">
                <a:solidFill>
                  <a:schemeClr val="tx2"/>
                </a:solidFill>
                <a:latin typeface="+mj-lt"/>
                <a:ea typeface="+mn-ea"/>
                <a:cs typeface="+mn-cs"/>
              </a:defRPr>
            </a:lvl1pPr>
            <a:lvl2pPr marL="0" marR="0" indent="0" algn="l" defTabSz="914367" rtl="0" eaLnBrk="1" fontAlgn="auto" latinLnBrk="0" hangingPunct="1">
              <a:lnSpc>
                <a:spcPts val="1765"/>
              </a:lnSpc>
              <a:spcBef>
                <a:spcPts val="441"/>
              </a:spcBef>
              <a:spcAft>
                <a:spcPts val="0"/>
              </a:spcAft>
              <a:buClrTx/>
              <a:buSzPct val="90000"/>
              <a:buFont typeface="Arial" panose="020B0604020202020204" pitchFamily="34" charset="0"/>
              <a:buNone/>
              <a:tabLst/>
              <a:defRPr sz="1372">
                <a:solidFill>
                  <a:srgbClr val="000000"/>
                </a:solidFill>
              </a:defRPr>
            </a:lvl2pPr>
            <a:lvl3pPr marL="448193" indent="0">
              <a:buNone/>
              <a:defRPr/>
            </a:lvl3pPr>
            <a:lvl4pPr marL="672290" indent="0">
              <a:buNone/>
              <a:defRPr/>
            </a:lvl4pPr>
            <a:lvl5pPr marL="896386" indent="0">
              <a:buNone/>
              <a:defRPr/>
            </a:lvl5pPr>
          </a:lstStyle>
          <a:p>
            <a:pPr marL="0" marR="0" lvl="0" indent="0" algn="l" defTabSz="914367"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endParaRPr lang="en-US"/>
          </a:p>
        </p:txBody>
      </p:sp>
      <p:sp>
        <p:nvSpPr>
          <p:cNvPr id="15" name="Title 1">
            <a:extLst>
              <a:ext uri="{FF2B5EF4-FFF2-40B4-BE49-F238E27FC236}">
                <a16:creationId xmlns:a16="http://schemas.microsoft.com/office/drawing/2014/main" id="{889045D2-7C49-4F5C-A376-228A5A2B015B}"/>
              </a:ext>
            </a:extLst>
          </p:cNvPr>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Device layout 2: two columns</a:t>
            </a:r>
          </a:p>
        </p:txBody>
      </p:sp>
      <p:sp>
        <p:nvSpPr>
          <p:cNvPr id="17" name="Text Box 3">
            <a:extLst>
              <a:ext uri="{FF2B5EF4-FFF2-40B4-BE49-F238E27FC236}">
                <a16:creationId xmlns:a16="http://schemas.microsoft.com/office/drawing/2014/main" id="{E9958694-2D93-5A49-BF9C-C2FD1753BAA3}"/>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
        <p:nvSpPr>
          <p:cNvPr id="18" name="Text Placeholder 4">
            <a:extLst>
              <a:ext uri="{FF2B5EF4-FFF2-40B4-BE49-F238E27FC236}">
                <a16:creationId xmlns:a16="http://schemas.microsoft.com/office/drawing/2014/main" id="{02963930-27DC-A146-BED0-307A0CE5F43A}"/>
              </a:ext>
            </a:extLst>
          </p:cNvPr>
          <p:cNvSpPr>
            <a:spLocks noGrp="1"/>
          </p:cNvSpPr>
          <p:nvPr>
            <p:ph type="body" sz="quarter" idx="42" hasCustomPrompt="1"/>
          </p:nvPr>
        </p:nvSpPr>
        <p:spPr>
          <a:xfrm>
            <a:off x="454170" y="2452758"/>
            <a:ext cx="1693247" cy="2290499"/>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19" name="Text Placeholder 4">
            <a:extLst>
              <a:ext uri="{FF2B5EF4-FFF2-40B4-BE49-F238E27FC236}">
                <a16:creationId xmlns:a16="http://schemas.microsoft.com/office/drawing/2014/main" id="{8EE99189-A4FF-8C44-809C-285F33AF913B}"/>
              </a:ext>
            </a:extLst>
          </p:cNvPr>
          <p:cNvSpPr>
            <a:spLocks noGrp="1"/>
          </p:cNvSpPr>
          <p:nvPr>
            <p:ph type="body" sz="quarter" idx="43" hasCustomPrompt="1"/>
          </p:nvPr>
        </p:nvSpPr>
        <p:spPr>
          <a:xfrm>
            <a:off x="2385530" y="2452758"/>
            <a:ext cx="1693247" cy="2290499"/>
          </a:xfrm>
          <a:prstGeom prst="rect">
            <a:avLst/>
          </a:prstGeom>
        </p:spPr>
        <p:txBody>
          <a:bodyPr lIns="0" tIns="0" rIns="0" bIns="0"/>
          <a:lstStyle>
            <a:lvl1pPr marL="0" indent="0">
              <a:lnSpc>
                <a:spcPts val="1765"/>
              </a:lnSpc>
              <a:spcBef>
                <a:spcPts val="0"/>
              </a:spcBef>
              <a:buFont typeface="Arial" panose="020B0604020202020204" pitchFamily="34" charset="0"/>
              <a:buNone/>
              <a:defRPr sz="1372" b="0" i="0" spc="0">
                <a:solidFill>
                  <a:srgbClr val="000000"/>
                </a:solidFill>
                <a:latin typeface="+mn-lt"/>
              </a:defRPr>
            </a:lvl1pPr>
            <a:lvl2pPr marL="0" indent="0">
              <a:lnSpc>
                <a:spcPts val="1765"/>
              </a:lnSpc>
              <a:spcBef>
                <a:spcPts val="0"/>
              </a:spcBef>
              <a:buNone/>
              <a:defRPr sz="1372">
                <a:solidFill>
                  <a:schemeClr val="tx1"/>
                </a:solidFill>
              </a:defRPr>
            </a:lvl2pPr>
            <a:lvl3pPr marL="448193" indent="0">
              <a:buNone/>
              <a:defRPr/>
            </a:lvl3pPr>
            <a:lvl4pPr marL="672290" indent="0">
              <a:buNone/>
              <a:defRPr/>
            </a:lvl4pPr>
            <a:lvl5pPr marL="896386"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1270596939"/>
      </p:ext>
    </p:extLst>
  </p:cSld>
  <p:clrMapOvr>
    <a:masterClrMapping/>
  </p:clrMapOvr>
  <p:transition>
    <p:fade/>
  </p:transition>
</p:sldLayout>
</file>

<file path=ppt/slideLayouts/slideLayout305.xml><?xml version="1.0" encoding="utf-8"?>
<p:sldLayout xmlns:a="http://schemas.openxmlformats.org/drawingml/2006/main" xmlns:r="http://schemas.openxmlformats.org/officeDocument/2006/relationships" xmlns:p="http://schemas.openxmlformats.org/presentationml/2006/main" preserve="1" userDrawn="1">
  <p:cSld name="Device layout 3">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3CDB1EA-72FB-46B3-89D4-DEE1F2EF724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84249" y="486947"/>
            <a:ext cx="10869930" cy="6371053"/>
          </a:xfrm>
          <a:prstGeom prst="rect">
            <a:avLst/>
          </a:prstGeom>
        </p:spPr>
      </p:pic>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Device layout 3</a:t>
            </a:r>
          </a:p>
        </p:txBody>
      </p:sp>
      <p:sp>
        <p:nvSpPr>
          <p:cNvPr id="8" name="Picture Placeholder 11">
            <a:extLst>
              <a:ext uri="{FF2B5EF4-FFF2-40B4-BE49-F238E27FC236}">
                <a16:creationId xmlns:a16="http://schemas.microsoft.com/office/drawing/2014/main" id="{0473E679-3B6D-497A-A0F6-454C968B7607}"/>
              </a:ext>
            </a:extLst>
          </p:cNvPr>
          <p:cNvSpPr>
            <a:spLocks noGrp="1"/>
          </p:cNvSpPr>
          <p:nvPr>
            <p:ph type="pic" sz="quarter" idx="12"/>
          </p:nvPr>
        </p:nvSpPr>
        <p:spPr>
          <a:xfrm>
            <a:off x="2293976" y="1599603"/>
            <a:ext cx="7678751" cy="4327960"/>
          </a:xfrm>
          <a:prstGeom prst="rect">
            <a:avLst/>
          </a:prstGeom>
        </p:spPr>
        <p:txBody>
          <a:bodyPr anchor="ctr" anchorCtr="0">
            <a:noAutofit/>
          </a:bodyPr>
          <a:lstStyle>
            <a:lvl1pPr algn="ctr">
              <a:defRPr>
                <a:solidFill>
                  <a:srgbClr val="000000"/>
                </a:solidFill>
              </a:defRPr>
            </a:lvl1pPr>
          </a:lstStyle>
          <a:p>
            <a:r>
              <a:rPr lang="en-US"/>
              <a:t>Click icon to add picture</a:t>
            </a:r>
          </a:p>
        </p:txBody>
      </p:sp>
      <p:sp>
        <p:nvSpPr>
          <p:cNvPr id="12" name="Text Box 3">
            <a:extLst>
              <a:ext uri="{FF2B5EF4-FFF2-40B4-BE49-F238E27FC236}">
                <a16:creationId xmlns:a16="http://schemas.microsoft.com/office/drawing/2014/main" id="{A8F5F40B-56C9-1D43-9521-8583515F1C5D}"/>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Tree>
    <p:extLst>
      <p:ext uri="{BB962C8B-B14F-4D97-AF65-F5344CB8AC3E}">
        <p14:creationId xmlns:p14="http://schemas.microsoft.com/office/powerpoint/2010/main" val="4215240128"/>
      </p:ext>
    </p:extLst>
  </p:cSld>
  <p:clrMapOvr>
    <a:masterClrMapping/>
  </p:clrMapOvr>
  <p:transition>
    <p:fade/>
  </p:transition>
</p:sldLayout>
</file>

<file path=ppt/slideLayouts/slideLayout306.xml><?xml version="1.0" encoding="utf-8"?>
<p:sldLayout xmlns:a="http://schemas.openxmlformats.org/drawingml/2006/main" xmlns:r="http://schemas.openxmlformats.org/officeDocument/2006/relationships" xmlns:p="http://schemas.openxmlformats.org/presentationml/2006/main" preserve="1" userDrawn="1">
  <p:cSld name="Chart layout">
    <p:spTree>
      <p:nvGrpSpPr>
        <p:cNvPr id="1" name=""/>
        <p:cNvGrpSpPr/>
        <p:nvPr/>
      </p:nvGrpSpPr>
      <p:grpSpPr>
        <a:xfrm>
          <a:off x="0" y="0"/>
          <a:ext cx="0" cy="0"/>
          <a:chOff x="0" y="0"/>
          <a:chExt cx="0" cy="0"/>
        </a:xfrm>
      </p:grpSpPr>
      <p:sp>
        <p:nvSpPr>
          <p:cNvPr id="7" name="Chart Placeholder 6"/>
          <p:cNvSpPr>
            <a:spLocks noGrp="1"/>
          </p:cNvSpPr>
          <p:nvPr>
            <p:ph type="chart" sz="quarter" idx="21"/>
          </p:nvPr>
        </p:nvSpPr>
        <p:spPr>
          <a:xfrm>
            <a:off x="455996" y="1950780"/>
            <a:ext cx="3618377" cy="3534843"/>
          </a:xfrm>
          <a:prstGeom prst="rect">
            <a:avLst/>
          </a:prstGeom>
        </p:spPr>
        <p:txBody>
          <a:bodyPr anchor="ctr">
            <a:noAutofit/>
          </a:bodyPr>
          <a:lstStyle>
            <a:lvl1pPr marL="0" indent="0" algn="ctr">
              <a:buNone/>
              <a:defRPr sz="2353">
                <a:solidFill>
                  <a:srgbClr val="000000"/>
                </a:solidFill>
              </a:defRPr>
            </a:lvl1pPr>
          </a:lstStyle>
          <a:p>
            <a:r>
              <a:rPr lang="en-US"/>
              <a:t>Click icon to add chart</a:t>
            </a:r>
          </a:p>
        </p:txBody>
      </p:sp>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Chart examples</a:t>
            </a:r>
          </a:p>
        </p:txBody>
      </p:sp>
      <p:sp>
        <p:nvSpPr>
          <p:cNvPr id="9" name="Text Placeholder 4"/>
          <p:cNvSpPr>
            <a:spLocks noGrp="1"/>
          </p:cNvSpPr>
          <p:nvPr>
            <p:ph type="body" sz="quarter" idx="12" hasCustomPrompt="1"/>
          </p:nvPr>
        </p:nvSpPr>
        <p:spPr>
          <a:xfrm>
            <a:off x="455992" y="5857162"/>
            <a:ext cx="3618381" cy="301770"/>
          </a:xfrm>
          <a:prstGeom prst="rect">
            <a:avLst/>
          </a:prstGeom>
        </p:spPr>
        <p:txBody>
          <a:bodyPr lIns="0" tIns="0" rIns="0" bIns="0"/>
          <a:lstStyle>
            <a:lvl1pPr marL="0" indent="0">
              <a:lnSpc>
                <a:spcPts val="1176"/>
              </a:lnSpc>
              <a:spcBef>
                <a:spcPts val="882"/>
              </a:spcBef>
              <a:buFont typeface="Arial" panose="020B0604020202020204" pitchFamily="34" charset="0"/>
              <a:buNone/>
              <a:defRPr sz="980" b="0" i="0" spc="0">
                <a:solidFill>
                  <a:srgbClr val="000000"/>
                </a:solidFill>
                <a:latin typeface="+mn-lt"/>
              </a:defRPr>
            </a:lvl1pPr>
            <a:lvl2pPr marL="0" marR="0" indent="0" algn="l" defTabSz="914367" rtl="0" eaLnBrk="1" fontAlgn="auto" latinLnBrk="0" hangingPunct="1">
              <a:lnSpc>
                <a:spcPts val="1176"/>
              </a:lnSpc>
              <a:spcBef>
                <a:spcPts val="441"/>
              </a:spcBef>
              <a:spcAft>
                <a:spcPts val="0"/>
              </a:spcAft>
              <a:buClrTx/>
              <a:buSzPct val="90000"/>
              <a:buFont typeface="Arial" panose="020B0604020202020204" pitchFamily="34" charset="0"/>
              <a:buNone/>
              <a:tabLst/>
              <a:defRPr sz="980">
                <a:solidFill>
                  <a:schemeClr val="tx1"/>
                </a:solidFill>
              </a:defRPr>
            </a:lvl2pPr>
            <a:lvl3pPr marL="448193" indent="0">
              <a:buNone/>
              <a:defRPr/>
            </a:lvl3pPr>
            <a:lvl4pPr marL="672290" indent="0">
              <a:buNone/>
              <a:defRPr/>
            </a:lvl4pPr>
            <a:lvl5pPr marL="896386" indent="0">
              <a:buNone/>
              <a:defRPr/>
            </a:lvl5pPr>
          </a:lstStyle>
          <a:p>
            <a:pPr lvl="0"/>
            <a:r>
              <a:rPr lang="en-US"/>
              <a:t>Caption body copy Segoe Regular 10/12. </a:t>
            </a:r>
            <a:r>
              <a:rPr lang="en-US" err="1"/>
              <a:t>Cavorest</a:t>
            </a:r>
            <a:r>
              <a:rPr lang="en-US"/>
              <a:t> a </a:t>
            </a:r>
            <a:r>
              <a:rPr lang="en-US" err="1"/>
              <a:t>aut</a:t>
            </a:r>
            <a:r>
              <a:rPr lang="en-US"/>
              <a:t> arum </a:t>
            </a:r>
            <a:r>
              <a:rPr lang="en-US" err="1"/>
              <a:t>quam</a:t>
            </a:r>
            <a:r>
              <a:rPr lang="en-US"/>
              <a:t> id eat.</a:t>
            </a:r>
          </a:p>
        </p:txBody>
      </p:sp>
      <p:sp>
        <p:nvSpPr>
          <p:cNvPr id="17" name="Text Placeholder 4"/>
          <p:cNvSpPr>
            <a:spLocks noGrp="1"/>
          </p:cNvSpPr>
          <p:nvPr>
            <p:ph type="body" sz="quarter" idx="18" hasCustomPrompt="1"/>
          </p:nvPr>
        </p:nvSpPr>
        <p:spPr>
          <a:xfrm>
            <a:off x="4303152" y="5857162"/>
            <a:ext cx="3607487" cy="301770"/>
          </a:xfrm>
          <a:prstGeom prst="rect">
            <a:avLst/>
          </a:prstGeom>
        </p:spPr>
        <p:txBody>
          <a:bodyPr vert="horz" wrap="square" lIns="0" tIns="0" rIns="0" bIns="0" rtlCol="0">
            <a:spAutoFit/>
          </a:bodyPr>
          <a:lstStyle>
            <a:lvl1pPr>
              <a:tabLst/>
              <a:defRPr lang="en-US" sz="980" b="0" i="0" spc="0" dirty="0" smtClean="0">
                <a:solidFill>
                  <a:srgbClr val="000000"/>
                </a:solidFill>
                <a:latin typeface="+mn-lt"/>
              </a:defRPr>
            </a:lvl1pPr>
          </a:lstStyle>
          <a:p>
            <a:pPr marL="0" lvl="0" indent="0">
              <a:lnSpc>
                <a:spcPts val="1176"/>
              </a:lnSpc>
              <a:spcBef>
                <a:spcPts val="882"/>
              </a:spcBef>
              <a:buFont typeface="Arial" panose="020B0604020202020204" pitchFamily="34" charset="0"/>
              <a:buNone/>
            </a:pPr>
            <a:r>
              <a:rPr lang="en-US"/>
              <a:t>Caption body copy Segoe Regular 10/12. </a:t>
            </a:r>
            <a:r>
              <a:rPr lang="en-US" err="1"/>
              <a:t>Cavorest</a:t>
            </a:r>
            <a:r>
              <a:rPr lang="en-US"/>
              <a:t> a </a:t>
            </a:r>
            <a:r>
              <a:rPr lang="en-US" err="1"/>
              <a:t>aut</a:t>
            </a:r>
            <a:r>
              <a:rPr lang="en-US"/>
              <a:t> arum </a:t>
            </a:r>
            <a:r>
              <a:rPr lang="en-US" err="1"/>
              <a:t>quam</a:t>
            </a:r>
            <a:r>
              <a:rPr lang="en-US"/>
              <a:t> id eat.</a:t>
            </a:r>
          </a:p>
        </p:txBody>
      </p:sp>
      <p:sp>
        <p:nvSpPr>
          <p:cNvPr id="20" name="Chart Placeholder 6"/>
          <p:cNvSpPr>
            <a:spLocks noGrp="1"/>
          </p:cNvSpPr>
          <p:nvPr>
            <p:ph type="chart" sz="quarter" idx="22"/>
          </p:nvPr>
        </p:nvSpPr>
        <p:spPr>
          <a:xfrm>
            <a:off x="4303152" y="1950780"/>
            <a:ext cx="3607487" cy="3534843"/>
          </a:xfrm>
          <a:prstGeom prst="rect">
            <a:avLst/>
          </a:prstGeom>
        </p:spPr>
        <p:txBody>
          <a:bodyPr anchor="ctr">
            <a:noAutofit/>
          </a:bodyPr>
          <a:lstStyle>
            <a:lvl1pPr marL="0" indent="0" algn="ctr">
              <a:buNone/>
              <a:defRPr sz="2353">
                <a:solidFill>
                  <a:srgbClr val="000000"/>
                </a:solidFill>
              </a:defRPr>
            </a:lvl1pPr>
          </a:lstStyle>
          <a:p>
            <a:r>
              <a:rPr lang="en-US"/>
              <a:t>Click icon to add chart</a:t>
            </a:r>
          </a:p>
        </p:txBody>
      </p:sp>
      <p:sp>
        <p:nvSpPr>
          <p:cNvPr id="21" name="Chart Placeholder 6"/>
          <p:cNvSpPr>
            <a:spLocks noGrp="1"/>
          </p:cNvSpPr>
          <p:nvPr>
            <p:ph type="chart" sz="quarter" idx="23"/>
          </p:nvPr>
        </p:nvSpPr>
        <p:spPr>
          <a:xfrm>
            <a:off x="8139412" y="1950780"/>
            <a:ext cx="3623051" cy="3534843"/>
          </a:xfrm>
          <a:prstGeom prst="rect">
            <a:avLst/>
          </a:prstGeom>
        </p:spPr>
        <p:txBody>
          <a:bodyPr anchor="ctr">
            <a:noAutofit/>
          </a:bodyPr>
          <a:lstStyle>
            <a:lvl1pPr marL="0" indent="0" algn="ctr">
              <a:buNone/>
              <a:defRPr sz="2353">
                <a:solidFill>
                  <a:srgbClr val="000000"/>
                </a:solidFill>
              </a:defRPr>
            </a:lvl1pPr>
          </a:lstStyle>
          <a:p>
            <a:r>
              <a:rPr lang="en-US"/>
              <a:t>Click icon to add chart</a:t>
            </a:r>
          </a:p>
        </p:txBody>
      </p:sp>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455991" y="5670381"/>
            <a:ext cx="3629278" cy="241415"/>
          </a:xfrm>
          <a:prstGeom prst="rect">
            <a:avLst/>
          </a:prstGeom>
        </p:spPr>
        <p:txBody>
          <a:bodyPr tIns="0"/>
          <a:lstStyle>
            <a:lvl1pPr>
              <a:defRPr lang="en-US" sz="980" b="1" kern="1200" spc="0" dirty="0" smtClean="0">
                <a:solidFill>
                  <a:srgbClr val="000000"/>
                </a:solidFill>
                <a:latin typeface="+mn-lt"/>
                <a:ea typeface="+mn-ea"/>
                <a:cs typeface="+mn-cs"/>
              </a:defRPr>
            </a:lvl1pPr>
          </a:lstStyle>
          <a:p>
            <a:pPr lvl="0"/>
            <a:r>
              <a:rPr lang="en-US"/>
              <a:t>Caption title Segoe bold 10/12. </a:t>
            </a:r>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4314044" y="5670381"/>
            <a:ext cx="3629278" cy="241415"/>
          </a:xfrm>
          <a:prstGeom prst="rect">
            <a:avLst/>
          </a:prstGeom>
        </p:spPr>
        <p:txBody>
          <a:bodyPr tIns="0"/>
          <a:lstStyle>
            <a:lvl1pPr>
              <a:defRPr lang="en-US" sz="980" b="1" kern="1200" spc="0" dirty="0" smtClean="0">
                <a:solidFill>
                  <a:srgbClr val="000000"/>
                </a:solidFill>
                <a:latin typeface="+mn-lt"/>
                <a:ea typeface="+mn-ea"/>
                <a:cs typeface="+mn-cs"/>
              </a:defRPr>
            </a:lvl1pPr>
          </a:lstStyle>
          <a:p>
            <a:pPr lvl="0"/>
            <a:r>
              <a:rPr lang="en-US"/>
              <a:t>Caption title Segoe bold 10/12. </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8139413" y="5670381"/>
            <a:ext cx="3629278" cy="241415"/>
          </a:xfrm>
          <a:prstGeom prst="rect">
            <a:avLst/>
          </a:prstGeom>
        </p:spPr>
        <p:txBody>
          <a:bodyPr tIns="0"/>
          <a:lstStyle>
            <a:lvl1pPr>
              <a:defRPr lang="en-US" sz="980" b="1" kern="1200" spc="0" dirty="0" smtClean="0">
                <a:solidFill>
                  <a:srgbClr val="000000"/>
                </a:solidFill>
                <a:latin typeface="+mn-lt"/>
                <a:ea typeface="+mn-ea"/>
                <a:cs typeface="+mn-cs"/>
              </a:defRPr>
            </a:lvl1pPr>
          </a:lstStyle>
          <a:p>
            <a:pPr lvl="0"/>
            <a:r>
              <a:rPr lang="en-US"/>
              <a:t>Caption title Segoe bold 10/12. </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8139413" y="5857162"/>
            <a:ext cx="3607487" cy="301770"/>
          </a:xfrm>
          <a:prstGeom prst="rect">
            <a:avLst/>
          </a:prstGeom>
        </p:spPr>
        <p:txBody>
          <a:bodyPr vert="horz" wrap="square" lIns="0" tIns="0" rIns="0" bIns="0" rtlCol="0">
            <a:spAutoFit/>
          </a:bodyPr>
          <a:lstStyle>
            <a:lvl1pPr>
              <a:tabLst/>
              <a:defRPr lang="en-US" sz="980" b="0" i="0" spc="0" dirty="0" smtClean="0">
                <a:solidFill>
                  <a:srgbClr val="000000"/>
                </a:solidFill>
                <a:latin typeface="+mn-lt"/>
              </a:defRPr>
            </a:lvl1pPr>
          </a:lstStyle>
          <a:p>
            <a:pPr marL="0" lvl="0" indent="0">
              <a:lnSpc>
                <a:spcPts val="1176"/>
              </a:lnSpc>
              <a:spcBef>
                <a:spcPts val="882"/>
              </a:spcBef>
              <a:buFont typeface="Arial" panose="020B0604020202020204" pitchFamily="34" charset="0"/>
              <a:buNone/>
            </a:pPr>
            <a:r>
              <a:rPr lang="en-US"/>
              <a:t>Caption body copy Segoe Regular 10/12. </a:t>
            </a:r>
            <a:r>
              <a:rPr lang="en-US" err="1"/>
              <a:t>Cavorest</a:t>
            </a:r>
            <a:r>
              <a:rPr lang="en-US"/>
              <a:t> a </a:t>
            </a:r>
            <a:r>
              <a:rPr lang="en-US" err="1"/>
              <a:t>aut</a:t>
            </a:r>
            <a:r>
              <a:rPr lang="en-US"/>
              <a:t> arum </a:t>
            </a:r>
            <a:r>
              <a:rPr lang="en-US" err="1"/>
              <a:t>quam</a:t>
            </a:r>
            <a:r>
              <a:rPr lang="en-US"/>
              <a:t> id eat.</a:t>
            </a:r>
          </a:p>
        </p:txBody>
      </p:sp>
      <p:sp>
        <p:nvSpPr>
          <p:cNvPr id="19" name="Text Box 3">
            <a:extLst>
              <a:ext uri="{FF2B5EF4-FFF2-40B4-BE49-F238E27FC236}">
                <a16:creationId xmlns:a16="http://schemas.microsoft.com/office/drawing/2014/main" id="{DD3304D6-24AF-6742-A22C-8D78DC39B073}"/>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Tree>
    <p:extLst>
      <p:ext uri="{BB962C8B-B14F-4D97-AF65-F5344CB8AC3E}">
        <p14:creationId xmlns:p14="http://schemas.microsoft.com/office/powerpoint/2010/main" val="2347055358"/>
      </p:ext>
    </p:extLst>
  </p:cSld>
  <p:clrMapOvr>
    <a:masterClrMapping/>
  </p:clrMapOvr>
  <p:transition>
    <p:fade/>
  </p:transition>
</p:sldLayout>
</file>

<file path=ppt/slideLayouts/slideLayout307.xml><?xml version="1.0" encoding="utf-8"?>
<p:sldLayout xmlns:a="http://schemas.openxmlformats.org/drawingml/2006/main" xmlns:r="http://schemas.openxmlformats.org/officeDocument/2006/relationships" xmlns:p="http://schemas.openxmlformats.org/presentationml/2006/main" preserve="1">
  <p:cSld name="Tabl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5" y="620428"/>
            <a:ext cx="11306469" cy="403137"/>
          </a:xfrm>
          <a:prstGeom prst="rect">
            <a:avLst/>
          </a:prstGeom>
        </p:spPr>
        <p:txBody>
          <a:bodyPr wrap="square" lIns="0" tIns="0" rIns="0" bIns="0">
            <a:spAutoFit/>
          </a:bodyPr>
          <a:lstStyle>
            <a:lvl1pPr>
              <a:lnSpc>
                <a:spcPts val="3137"/>
              </a:lnSpc>
              <a:defRPr sz="2745">
                <a:solidFill>
                  <a:srgbClr val="000000"/>
                </a:solidFill>
              </a:defRPr>
            </a:lvl1pPr>
          </a:lstStyle>
          <a:p>
            <a:r>
              <a:rPr lang="en-US"/>
              <a:t>Table styling</a:t>
            </a:r>
          </a:p>
        </p:txBody>
      </p:sp>
      <p:sp>
        <p:nvSpPr>
          <p:cNvPr id="4" name="Table Placeholder 3"/>
          <p:cNvSpPr>
            <a:spLocks noGrp="1"/>
          </p:cNvSpPr>
          <p:nvPr>
            <p:ph type="tbl" sz="quarter" idx="10"/>
          </p:nvPr>
        </p:nvSpPr>
        <p:spPr>
          <a:xfrm>
            <a:off x="455995" y="3924852"/>
            <a:ext cx="11306469" cy="546753"/>
          </a:xfrm>
          <a:prstGeom prst="rect">
            <a:avLst/>
          </a:prstGeom>
        </p:spPr>
        <p:txBody>
          <a:bodyPr anchor="ctr" anchorCtr="0"/>
          <a:lstStyle>
            <a:lvl1pPr algn="ctr">
              <a:defRPr/>
            </a:lvl1pPr>
          </a:lstStyle>
          <a:p>
            <a:r>
              <a:rPr lang="en-US"/>
              <a:t>Click icon to add table</a:t>
            </a:r>
          </a:p>
        </p:txBody>
      </p:sp>
      <p:sp>
        <p:nvSpPr>
          <p:cNvPr id="10" name="Text Box 3">
            <a:extLst>
              <a:ext uri="{FF2B5EF4-FFF2-40B4-BE49-F238E27FC236}">
                <a16:creationId xmlns:a16="http://schemas.microsoft.com/office/drawing/2014/main" id="{AD9F5927-827C-2E4D-8781-07CF39C27494}"/>
              </a:ext>
            </a:extLst>
          </p:cNvPr>
          <p:cNvSpPr txBox="1">
            <a:spLocks noChangeArrowheads="1"/>
          </p:cNvSpPr>
          <p:nvPr userDrawn="1"/>
        </p:nvSpPr>
        <p:spPr bwMode="blackWhite">
          <a:xfrm>
            <a:off x="454169" y="6455175"/>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accent6">
                    <a:lumMod val="75000"/>
                  </a:schemeClr>
                </a:solidFill>
                <a:cs typeface="Segoe UI" pitchFamily="34" charset="0"/>
              </a:rPr>
              <a:t>©Microsoft Corporation									                                                                                                                                             Azure </a:t>
            </a:r>
          </a:p>
        </p:txBody>
      </p:sp>
    </p:spTree>
    <p:extLst>
      <p:ext uri="{BB962C8B-B14F-4D97-AF65-F5344CB8AC3E}">
        <p14:creationId xmlns:p14="http://schemas.microsoft.com/office/powerpoint/2010/main" val="1763542285"/>
      </p:ext>
    </p:extLst>
  </p:cSld>
  <p:clrMapOvr>
    <a:masterClrMapping/>
  </p:clrMapOvr>
  <p:transition>
    <p:fade/>
  </p:transition>
</p:sldLayout>
</file>

<file path=ppt/slideLayouts/slideLayout308.xml><?xml version="1.0" encoding="utf-8"?>
<p:sldLayout xmlns:a="http://schemas.openxmlformats.org/drawingml/2006/main" xmlns:r="http://schemas.openxmlformats.org/officeDocument/2006/relationships" xmlns:p="http://schemas.openxmlformats.org/presentationml/2006/main" preserve="1" userDrawn="1">
  <p:cSld name="Closing slide 1">
    <p:bg>
      <p:bgPr>
        <a:solidFill>
          <a:schemeClr val="tx2"/>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3C370E04-F3D7-44F1-9863-6604D12FE022}"/>
              </a:ext>
            </a:extLst>
          </p:cNvPr>
          <p:cNvSpPr>
            <a:spLocks noGrp="1"/>
          </p:cNvSpPr>
          <p:nvPr>
            <p:ph type="title" hasCustomPrompt="1"/>
          </p:nvPr>
        </p:nvSpPr>
        <p:spPr>
          <a:xfrm>
            <a:off x="455995" y="1845277"/>
            <a:ext cx="7454644" cy="1473396"/>
          </a:xfrm>
          <a:prstGeom prst="rect">
            <a:avLst/>
          </a:prstGeom>
          <a:noFill/>
        </p:spPr>
        <p:txBody>
          <a:bodyPr lIns="0" tIns="0" rIns="0" bIns="0" anchor="t" anchorCtr="0"/>
          <a:lstStyle>
            <a:lvl1pPr>
              <a:lnSpc>
                <a:spcPct val="100000"/>
              </a:lnSpc>
              <a:spcAft>
                <a:spcPts val="1274"/>
              </a:spcAft>
              <a:defRPr sz="2549" spc="-49" baseline="0">
                <a:solidFill>
                  <a:schemeClr val="bg1"/>
                </a:solidFill>
              </a:defRPr>
            </a:lvl1pPr>
          </a:lstStyle>
          <a:p>
            <a:r>
              <a:rPr lang="en-US"/>
              <a:t>Thank you.</a:t>
            </a:r>
          </a:p>
        </p:txBody>
      </p:sp>
      <p:pic>
        <p:nvPicPr>
          <p:cNvPr id="5" name="Picture 4">
            <a:extLst>
              <a:ext uri="{FF2B5EF4-FFF2-40B4-BE49-F238E27FC236}">
                <a16:creationId xmlns:a16="http://schemas.microsoft.com/office/drawing/2014/main" id="{DC1F9C5D-BBFD-AE42-A1D5-DA2C27C2E90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54170" y="439310"/>
            <a:ext cx="1335673" cy="190278"/>
          </a:xfrm>
          <a:prstGeom prst="rect">
            <a:avLst/>
          </a:prstGeom>
        </p:spPr>
      </p:pic>
      <p:sp>
        <p:nvSpPr>
          <p:cNvPr id="6" name="Text Box 3">
            <a:extLst>
              <a:ext uri="{FF2B5EF4-FFF2-40B4-BE49-F238E27FC236}">
                <a16:creationId xmlns:a16="http://schemas.microsoft.com/office/drawing/2014/main" id="{4071864E-755E-AD40-A80D-10E454980F16}"/>
              </a:ext>
            </a:extLst>
          </p:cNvPr>
          <p:cNvSpPr txBox="1">
            <a:spLocks noChangeArrowheads="1"/>
          </p:cNvSpPr>
          <p:nvPr userDrawn="1"/>
        </p:nvSpPr>
        <p:spPr bwMode="blackWhite">
          <a:xfrm>
            <a:off x="454170" y="6451197"/>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1"/>
                </a:solidFill>
                <a:cs typeface="Segoe UI" pitchFamily="34" charset="0"/>
              </a:rPr>
              <a:t>© Copyright Microsoft Corporation. All rights reserved. </a:t>
            </a:r>
          </a:p>
        </p:txBody>
      </p:sp>
    </p:spTree>
    <p:extLst>
      <p:ext uri="{BB962C8B-B14F-4D97-AF65-F5344CB8AC3E}">
        <p14:creationId xmlns:p14="http://schemas.microsoft.com/office/powerpoint/2010/main" val="397650485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9.xml><?xml version="1.0" encoding="utf-8"?>
<p:sldLayout xmlns:a="http://schemas.openxmlformats.org/drawingml/2006/main" xmlns:r="http://schemas.openxmlformats.org/officeDocument/2006/relationships" xmlns:p="http://schemas.openxmlformats.org/presentationml/2006/main">
  <p:cSld name="1_Title Only">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t>Click to edit Master title style</a:t>
            </a:r>
          </a:p>
        </p:txBody>
      </p:sp>
      <p:sp>
        <p:nvSpPr>
          <p:cNvPr id="2" name="Footer Placeholder 1"/>
          <p:cNvSpPr>
            <a:spLocks noGrp="1"/>
          </p:cNvSpPr>
          <p:nvPr>
            <p:ph type="ftr" sz="quarter" idx="10"/>
          </p:nvPr>
        </p:nvSpPr>
        <p:spPr/>
        <p:txBody>
          <a:bodyPr/>
          <a:lstStyle/>
          <a:p>
            <a:r>
              <a:rPr lang="en-US">
                <a:solidFill>
                  <a:srgbClr val="505050">
                    <a:tint val="75000"/>
                  </a:srgbClr>
                </a:solidFill>
              </a:rPr>
              <a:t>Microsoft Confidential</a:t>
            </a:r>
          </a:p>
        </p:txBody>
      </p:sp>
      <p:sp>
        <p:nvSpPr>
          <p:cNvPr id="4" name="Slide Number Placeholder 3"/>
          <p:cNvSpPr>
            <a:spLocks noGrp="1"/>
          </p:cNvSpPr>
          <p:nvPr>
            <p:ph type="sldNum" sz="quarter" idx="11"/>
          </p:nvPr>
        </p:nvSpPr>
        <p:spPr/>
        <p:txBody>
          <a:bodyPr/>
          <a:lstStyle/>
          <a:p>
            <a:fld id="{876CC856-7828-42C3-B298-ED3535050C75}" type="slidenum">
              <a:rPr lang="en-US" smtClean="0">
                <a:solidFill>
                  <a:srgbClr val="505050">
                    <a:tint val="75000"/>
                  </a:srgbClr>
                </a:solidFill>
              </a:rPr>
              <a:pPr/>
              <a:t>‹#›</a:t>
            </a:fld>
            <a:endParaRPr lang="en-US">
              <a:solidFill>
                <a:srgbClr val="505050">
                  <a:tint val="75000"/>
                </a:srgbClr>
              </a:solidFill>
            </a:endParaRPr>
          </a:p>
        </p:txBody>
      </p:sp>
    </p:spTree>
    <p:extLst>
      <p:ext uri="{BB962C8B-B14F-4D97-AF65-F5344CB8AC3E}">
        <p14:creationId xmlns:p14="http://schemas.microsoft.com/office/powerpoint/2010/main" val="968985242"/>
      </p:ext>
    </p:extLst>
  </p:cSld>
  <p:clrMapOvr>
    <a:masterClrMapping/>
  </p:clrMapOvr>
  <p:transition>
    <p:fade/>
  </p:transition>
</p:sldLayout>
</file>

<file path=ppt/slideLayouts/slideLayout310.xml><?xml version="1.0" encoding="utf-8"?>
<p:sldLayout xmlns:a="http://schemas.openxmlformats.org/drawingml/2006/main" xmlns:r="http://schemas.openxmlformats.org/officeDocument/2006/relationships" xmlns:p="http://schemas.openxmlformats.org/presentationml/2006/main" matchingName="Title and text" type="tx">
  <p:cSld name="Title and text">
    <p:spTree>
      <p:nvGrpSpPr>
        <p:cNvPr id="1" name="Shape 1372"/>
        <p:cNvGrpSpPr/>
        <p:nvPr/>
      </p:nvGrpSpPr>
      <p:grpSpPr>
        <a:xfrm>
          <a:off x="0" y="0"/>
          <a:ext cx="0" cy="0"/>
          <a:chOff x="0" y="0"/>
          <a:chExt cx="0" cy="0"/>
        </a:xfrm>
      </p:grpSpPr>
      <p:sp>
        <p:nvSpPr>
          <p:cNvPr id="1373" name="Google Shape;1373;g126a11ea032_1_1551"/>
          <p:cNvSpPr txBox="1">
            <a:spLocks noGrp="1"/>
          </p:cNvSpPr>
          <p:nvPr>
            <p:ph type="title"/>
          </p:nvPr>
        </p:nvSpPr>
        <p:spPr>
          <a:xfrm>
            <a:off x="761206" y="761208"/>
            <a:ext cx="10668000" cy="766800"/>
          </a:xfrm>
          <a:prstGeom prst="rect">
            <a:avLst/>
          </a:prstGeom>
          <a:noFill/>
          <a:ln>
            <a:noFill/>
          </a:ln>
        </p:spPr>
        <p:txBody>
          <a:bodyPr spcFirstLastPara="1" wrap="square" lIns="0" tIns="0" rIns="0" bIns="0" anchor="t" anchorCtr="0">
            <a:noAutofit/>
          </a:bodyPr>
          <a:lstStyle>
            <a:lvl1pPr lvl="0" algn="l" rtl="0">
              <a:lnSpc>
                <a:spcPct val="80000"/>
              </a:lnSpc>
              <a:spcBef>
                <a:spcPts val="0"/>
              </a:spcBef>
              <a:spcAft>
                <a:spcPts val="0"/>
              </a:spcAft>
              <a:buSzPts val="8800"/>
              <a:buNone/>
              <a:defRPr/>
            </a:lvl1pPr>
            <a:lvl2pPr lvl="1" algn="l" rtl="0">
              <a:lnSpc>
                <a:spcPct val="80000"/>
              </a:lnSpc>
              <a:spcBef>
                <a:spcPts val="0"/>
              </a:spcBef>
              <a:spcAft>
                <a:spcPts val="0"/>
              </a:spcAft>
              <a:buSzPts val="2900"/>
              <a:buNone/>
              <a:defRPr/>
            </a:lvl2pPr>
            <a:lvl3pPr lvl="2" algn="l" rtl="0">
              <a:lnSpc>
                <a:spcPct val="80000"/>
              </a:lnSpc>
              <a:spcBef>
                <a:spcPts val="0"/>
              </a:spcBef>
              <a:spcAft>
                <a:spcPts val="0"/>
              </a:spcAft>
              <a:buSzPts val="2900"/>
              <a:buNone/>
              <a:defRPr/>
            </a:lvl3pPr>
            <a:lvl4pPr lvl="3" algn="l" rtl="0">
              <a:lnSpc>
                <a:spcPct val="80000"/>
              </a:lnSpc>
              <a:spcBef>
                <a:spcPts val="0"/>
              </a:spcBef>
              <a:spcAft>
                <a:spcPts val="0"/>
              </a:spcAft>
              <a:buSzPts val="2900"/>
              <a:buNone/>
              <a:defRPr/>
            </a:lvl4pPr>
            <a:lvl5pPr lvl="4" algn="l" rtl="0">
              <a:lnSpc>
                <a:spcPct val="80000"/>
              </a:lnSpc>
              <a:spcBef>
                <a:spcPts val="0"/>
              </a:spcBef>
              <a:spcAft>
                <a:spcPts val="0"/>
              </a:spcAft>
              <a:buSzPts val="2900"/>
              <a:buNone/>
              <a:defRPr/>
            </a:lvl5pPr>
            <a:lvl6pPr lvl="5" algn="l" rtl="0">
              <a:lnSpc>
                <a:spcPct val="80000"/>
              </a:lnSpc>
              <a:spcBef>
                <a:spcPts val="0"/>
              </a:spcBef>
              <a:spcAft>
                <a:spcPts val="0"/>
              </a:spcAft>
              <a:buSzPts val="2900"/>
              <a:buNone/>
              <a:defRPr/>
            </a:lvl6pPr>
            <a:lvl7pPr lvl="6" algn="l" rtl="0">
              <a:lnSpc>
                <a:spcPct val="80000"/>
              </a:lnSpc>
              <a:spcBef>
                <a:spcPts val="0"/>
              </a:spcBef>
              <a:spcAft>
                <a:spcPts val="0"/>
              </a:spcAft>
              <a:buSzPts val="2900"/>
              <a:buNone/>
              <a:defRPr/>
            </a:lvl7pPr>
            <a:lvl8pPr lvl="7" algn="l" rtl="0">
              <a:lnSpc>
                <a:spcPct val="80000"/>
              </a:lnSpc>
              <a:spcBef>
                <a:spcPts val="0"/>
              </a:spcBef>
              <a:spcAft>
                <a:spcPts val="0"/>
              </a:spcAft>
              <a:buSzPts val="2900"/>
              <a:buNone/>
              <a:defRPr/>
            </a:lvl8pPr>
            <a:lvl9pPr lvl="8" algn="l" rtl="0">
              <a:lnSpc>
                <a:spcPct val="80000"/>
              </a:lnSpc>
              <a:spcBef>
                <a:spcPts val="0"/>
              </a:spcBef>
              <a:spcAft>
                <a:spcPts val="0"/>
              </a:spcAft>
              <a:buSzPts val="2900"/>
              <a:buNone/>
              <a:defRPr/>
            </a:lvl9pPr>
          </a:lstStyle>
          <a:p>
            <a:endParaRPr/>
          </a:p>
        </p:txBody>
      </p:sp>
      <p:sp>
        <p:nvSpPr>
          <p:cNvPr id="1374" name="Google Shape;1374;g126a11ea032_1_1551"/>
          <p:cNvSpPr txBox="1">
            <a:spLocks noGrp="1"/>
          </p:cNvSpPr>
          <p:nvPr>
            <p:ph type="body" idx="1"/>
          </p:nvPr>
        </p:nvSpPr>
        <p:spPr>
          <a:xfrm>
            <a:off x="0" y="0"/>
            <a:ext cx="1500000" cy="1500000"/>
          </a:xfrm>
          <a:prstGeom prst="rect">
            <a:avLst/>
          </a:prstGeom>
          <a:noFill/>
          <a:ln>
            <a:noFill/>
          </a:ln>
        </p:spPr>
        <p:txBody>
          <a:bodyPr spcFirstLastPara="1" wrap="square" lIns="91425" tIns="45700" rIns="91425" bIns="45700" anchor="t" anchorCtr="0">
            <a:normAutofit/>
          </a:bodyPr>
          <a:lstStyle>
            <a:lvl1pPr marL="228512" marR="0" lvl="0"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1pPr>
            <a:lvl2pPr marL="457025" marR="0" lvl="1"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2pPr>
            <a:lvl3pPr marL="685537" marR="0" lvl="2"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3pPr>
            <a:lvl4pPr marL="914049" marR="0" lvl="3"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4pPr>
            <a:lvl5pPr marL="1142561" marR="0" lvl="4"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5pPr>
            <a:lvl6pPr marL="1371074" marR="0" lvl="5"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6pPr>
            <a:lvl7pPr marL="1599586" marR="0" lvl="6"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7pPr>
            <a:lvl8pPr marL="1828098" marR="0" lvl="7"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8pPr>
            <a:lvl9pPr marL="2056610" marR="0" lvl="8" indent="-301636" algn="l" rtl="0">
              <a:lnSpc>
                <a:spcPct val="90000"/>
              </a:lnSpc>
              <a:spcBef>
                <a:spcPts val="2250"/>
              </a:spcBef>
              <a:spcAft>
                <a:spcPts val="0"/>
              </a:spcAft>
              <a:buClr>
                <a:srgbClr val="000000"/>
              </a:buClr>
              <a:buSzPts val="5904"/>
              <a:buFont typeface="Helvetica Neue"/>
              <a:buChar char="•"/>
              <a:defRPr sz="2400" b="0" i="0" u="none" strike="noStrike" cap="none">
                <a:solidFill>
                  <a:srgbClr val="000000"/>
                </a:solidFill>
                <a:latin typeface="Helvetica Neue"/>
                <a:ea typeface="Helvetica Neue"/>
                <a:cs typeface="Helvetica Neue"/>
                <a:sym typeface="Helvetica Neue"/>
              </a:defRPr>
            </a:lvl9pPr>
          </a:lstStyle>
          <a:p>
            <a:endParaRPr/>
          </a:p>
        </p:txBody>
      </p:sp>
      <p:sp>
        <p:nvSpPr>
          <p:cNvPr id="1375" name="Google Shape;1375;g126a11ea032_1_1551"/>
          <p:cNvSpPr txBox="1">
            <a:spLocks noGrp="1"/>
          </p:cNvSpPr>
          <p:nvPr>
            <p:ph type="dt" idx="10"/>
          </p:nvPr>
        </p:nvSpPr>
        <p:spPr>
          <a:xfrm>
            <a:off x="0" y="0"/>
            <a:ext cx="1500000" cy="15000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SzPts val="1400"/>
              <a:buNone/>
              <a:defRPr sz="1200" b="0" i="0" u="none">
                <a:solidFill>
                  <a:srgbClr val="5E5E5E"/>
                </a:solidFill>
                <a:latin typeface="Helvetica Neue"/>
                <a:ea typeface="Helvetica Neue"/>
                <a:cs typeface="Helvetica Neue"/>
                <a:sym typeface="Helvetica Neue"/>
              </a:defRPr>
            </a:lvl1pPr>
            <a:lvl2pPr marR="0" lvl="1"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2pPr>
            <a:lvl3pPr marR="0" lvl="2"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3pPr>
            <a:lvl4pPr marR="0" lvl="3"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4pPr>
            <a:lvl5pPr marR="0" lvl="4"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5pPr>
            <a:lvl6pPr marR="0" lvl="5"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6pPr>
            <a:lvl7pPr marR="0" lvl="6"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7pPr>
            <a:lvl8pPr marR="0" lvl="7"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8pPr>
            <a:lvl9pPr marR="0" lvl="8"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9pPr>
          </a:lstStyle>
          <a:p>
            <a:endParaRPr/>
          </a:p>
        </p:txBody>
      </p:sp>
      <p:sp>
        <p:nvSpPr>
          <p:cNvPr id="1376" name="Google Shape;1376;g126a11ea032_1_1551"/>
          <p:cNvSpPr txBox="1">
            <a:spLocks noGrp="1"/>
          </p:cNvSpPr>
          <p:nvPr>
            <p:ph type="ftr" idx="11"/>
          </p:nvPr>
        </p:nvSpPr>
        <p:spPr>
          <a:xfrm>
            <a:off x="0" y="0"/>
            <a:ext cx="1500000" cy="15000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SzPts val="1400"/>
              <a:buNone/>
              <a:defRPr sz="1200" b="0" i="0" u="none">
                <a:solidFill>
                  <a:srgbClr val="5E5E5E"/>
                </a:solidFill>
                <a:latin typeface="Helvetica Neue"/>
                <a:ea typeface="Helvetica Neue"/>
                <a:cs typeface="Helvetica Neue"/>
                <a:sym typeface="Helvetica Neue"/>
              </a:defRPr>
            </a:lvl1pPr>
            <a:lvl2pPr marR="0" lvl="1"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2pPr>
            <a:lvl3pPr marR="0" lvl="2"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3pPr>
            <a:lvl4pPr marR="0" lvl="3"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4pPr>
            <a:lvl5pPr marR="0" lvl="4"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5pPr>
            <a:lvl6pPr marR="0" lvl="5"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6pPr>
            <a:lvl7pPr marR="0" lvl="6"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7pPr>
            <a:lvl8pPr marR="0" lvl="7"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8pPr>
            <a:lvl9pPr marR="0" lvl="8" algn="ctr" rtl="0">
              <a:lnSpc>
                <a:spcPct val="100000"/>
              </a:lnSpc>
              <a:spcBef>
                <a:spcPts val="0"/>
              </a:spcBef>
              <a:spcAft>
                <a:spcPts val="0"/>
              </a:spcAft>
              <a:buSzPts val="1400"/>
              <a:buNone/>
              <a:defRPr sz="1200" b="0" i="0" u="none" strike="noStrike" cap="none">
                <a:solidFill>
                  <a:srgbClr val="5E5E5E"/>
                </a:solidFill>
                <a:latin typeface="Helvetica Neue"/>
                <a:ea typeface="Helvetica Neue"/>
                <a:cs typeface="Helvetica Neue"/>
                <a:sym typeface="Helvetica Neue"/>
              </a:defRPr>
            </a:lvl9pPr>
          </a:lstStyle>
          <a:p>
            <a:endParaRPr/>
          </a:p>
        </p:txBody>
      </p:sp>
      <p:sp>
        <p:nvSpPr>
          <p:cNvPr id="1377" name="Google Shape;1377;g126a11ea032_1_1551"/>
          <p:cNvSpPr txBox="1">
            <a:spLocks noGrp="1"/>
          </p:cNvSpPr>
          <p:nvPr>
            <p:ph type="sldNum" idx="12"/>
          </p:nvPr>
        </p:nvSpPr>
        <p:spPr>
          <a:xfrm>
            <a:off x="11629231" y="6292056"/>
            <a:ext cx="362700" cy="365100"/>
          </a:xfrm>
          <a:prstGeom prst="rect">
            <a:avLst/>
          </a:prstGeom>
          <a:noFill/>
          <a:ln>
            <a:noFill/>
          </a:ln>
        </p:spPr>
        <p:txBody>
          <a:bodyPr spcFirstLastPara="1" wrap="square" lIns="243800" tIns="243800" rIns="243800" bIns="243800" anchor="ctr" anchorCtr="0">
            <a:noAutofit/>
          </a:bodyPr>
          <a:lstStyle>
            <a:lvl1pPr marL="0" lvl="0"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1pPr>
            <a:lvl2pPr marL="0" lvl="1"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2pPr>
            <a:lvl3pPr marL="0" lvl="2"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3pPr>
            <a:lvl4pPr marL="0" lvl="3"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4pPr>
            <a:lvl5pPr marL="0" lvl="4"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5pPr>
            <a:lvl6pPr marL="0" lvl="5"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6pPr>
            <a:lvl7pPr marL="0" lvl="6"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7pPr>
            <a:lvl8pPr marL="0" lvl="7"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8pPr>
            <a:lvl9pPr marL="0" lvl="8" indent="0" algn="ctr" rtl="0">
              <a:lnSpc>
                <a:spcPct val="100000"/>
              </a:lnSpc>
              <a:spcBef>
                <a:spcPts val="0"/>
              </a:spcBef>
              <a:spcAft>
                <a:spcPts val="0"/>
              </a:spcAft>
              <a:buNone/>
              <a:defRPr sz="800">
                <a:solidFill>
                  <a:srgbClr val="1A1C23"/>
                </a:solidFill>
                <a:latin typeface="Space Grotesk"/>
                <a:ea typeface="Space Grotesk"/>
                <a:cs typeface="Space Grotesk"/>
                <a:sym typeface="Space Grotesk"/>
              </a:defRPr>
            </a:lvl9pPr>
          </a:lstStyle>
          <a:p>
            <a:fld id="{00000000-1234-1234-1234-123412341234}" type="slidenum">
              <a:rPr lang="en-US" smtClean="0"/>
              <a:pPr/>
              <a:t>‹#›</a:t>
            </a:fld>
            <a:endParaRPr lang="en-US" sz="700">
              <a:solidFill>
                <a:srgbClr val="000000"/>
              </a:solidFill>
              <a:latin typeface="Arial"/>
              <a:ea typeface="Arial"/>
              <a:cs typeface="Arial"/>
              <a:sym typeface="Arial"/>
            </a:endParaRPr>
          </a:p>
        </p:txBody>
      </p:sp>
    </p:spTree>
    <p:extLst>
      <p:ext uri="{BB962C8B-B14F-4D97-AF65-F5344CB8AC3E}">
        <p14:creationId xmlns:p14="http://schemas.microsoft.com/office/powerpoint/2010/main" val="1459377971"/>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38" name="Picture 37">
            <a:extLst>
              <a:ext uri="{FF2B5EF4-FFF2-40B4-BE49-F238E27FC236}">
                <a16:creationId xmlns:a16="http://schemas.microsoft.com/office/drawing/2014/main" id="{0DF85D34-3657-0AC7-566B-40ED30237089}"/>
              </a:ext>
            </a:extLst>
          </p:cNvPr>
          <p:cNvPicPr>
            <a:picLocks noChangeAspect="1"/>
          </p:cNvPicPr>
          <p:nvPr userDrawn="1"/>
        </p:nvPicPr>
        <p:blipFill>
          <a:blip r:embed="rId2"/>
          <a:srcRect/>
          <a:stretch/>
        </p:blipFill>
        <p:spPr>
          <a:xfrm>
            <a:off x="1" y="0"/>
            <a:ext cx="12191998" cy="6857999"/>
          </a:xfrm>
          <a:prstGeom prst="rect">
            <a:avLst/>
          </a:prstGeom>
        </p:spPr>
      </p:pic>
      <p:pic>
        <p:nvPicPr>
          <p:cNvPr id="21" name="MS logo white - EMF" descr="Microsoft logo white text version">
            <a:extLst>
              <a:ext uri="{FF2B5EF4-FFF2-40B4-BE49-F238E27FC236}">
                <a16:creationId xmlns:a16="http://schemas.microsoft.com/office/drawing/2014/main" id="{D8020306-3F04-2E10-3B38-56D82E12BA5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white">
          <a:xfrm>
            <a:off x="584200" y="585788"/>
            <a:ext cx="1366245" cy="292608"/>
          </a:xfrm>
          <a:prstGeom prst="rect">
            <a:avLst/>
          </a:prstGeom>
        </p:spPr>
      </p:pic>
      <p:grpSp>
        <p:nvGrpSpPr>
          <p:cNvPr id="22" name="Group 21">
            <a:extLst>
              <a:ext uri="{FF2B5EF4-FFF2-40B4-BE49-F238E27FC236}">
                <a16:creationId xmlns:a16="http://schemas.microsoft.com/office/drawing/2014/main" id="{978F5790-1680-4D53-DE71-1AF149D2385C}"/>
              </a:ext>
            </a:extLst>
          </p:cNvPr>
          <p:cNvGrpSpPr/>
          <p:nvPr userDrawn="1"/>
        </p:nvGrpSpPr>
        <p:grpSpPr bwMode="white">
          <a:xfrm>
            <a:off x="580572" y="2702873"/>
            <a:ext cx="3265035" cy="1452255"/>
            <a:chOff x="747712" y="1907208"/>
            <a:chExt cx="7227855" cy="3214877"/>
          </a:xfrm>
          <a:gradFill flip="none" rotWithShape="1">
            <a:gsLst>
              <a:gs pos="0">
                <a:srgbClr val="D4EC8E"/>
              </a:gs>
              <a:gs pos="34000">
                <a:srgbClr val="D7E78E"/>
              </a:gs>
              <a:gs pos="69000">
                <a:srgbClr val="FFA48B"/>
              </a:gs>
            </a:gsLst>
            <a:lin ang="2700000" scaled="1"/>
            <a:tileRect/>
          </a:gradFill>
        </p:grpSpPr>
        <p:sp>
          <p:nvSpPr>
            <p:cNvPr id="23" name="Freeform: Shape 22">
              <a:extLst>
                <a:ext uri="{FF2B5EF4-FFF2-40B4-BE49-F238E27FC236}">
                  <a16:creationId xmlns:a16="http://schemas.microsoft.com/office/drawing/2014/main" id="{0BA94CBD-413D-BA88-6C11-4E35B1A638EF}"/>
                </a:ext>
              </a:extLst>
            </p:cNvPr>
            <p:cNvSpPr/>
            <p:nvPr/>
          </p:nvSpPr>
          <p:spPr bwMode="white">
            <a:xfrm>
              <a:off x="747712" y="2000648"/>
              <a:ext cx="1371028" cy="1276731"/>
            </a:xfrm>
            <a:custGeom>
              <a:avLst/>
              <a:gdLst>
                <a:gd name="connsiteX0" fmla="*/ 1371029 w 1371028"/>
                <a:gd name="connsiteY0" fmla="*/ 1276731 h 1276731"/>
                <a:gd name="connsiteX1" fmla="*/ 1160907 w 1371028"/>
                <a:gd name="connsiteY1" fmla="*/ 1276731 h 1276731"/>
                <a:gd name="connsiteX2" fmla="*/ 1160907 w 1371028"/>
                <a:gd name="connsiteY2" fmla="*/ 450533 h 1276731"/>
                <a:gd name="connsiteX3" fmla="*/ 1173385 w 1371028"/>
                <a:gd name="connsiteY3" fmla="*/ 202121 h 1276731"/>
                <a:gd name="connsiteX4" fmla="*/ 1169861 w 1371028"/>
                <a:gd name="connsiteY4" fmla="*/ 202121 h 1276731"/>
                <a:gd name="connsiteX5" fmla="*/ 1135094 w 1371028"/>
                <a:gd name="connsiteY5" fmla="*/ 322326 h 1276731"/>
                <a:gd name="connsiteX6" fmla="*/ 754094 w 1371028"/>
                <a:gd name="connsiteY6" fmla="*/ 1276731 h 1276731"/>
                <a:gd name="connsiteX7" fmla="*/ 608076 w 1371028"/>
                <a:gd name="connsiteY7" fmla="*/ 1276731 h 1276731"/>
                <a:gd name="connsiteX8" fmla="*/ 226124 w 1371028"/>
                <a:gd name="connsiteY8" fmla="*/ 329470 h 1276731"/>
                <a:gd name="connsiteX9" fmla="*/ 192310 w 1371028"/>
                <a:gd name="connsiteY9" fmla="*/ 202121 h 1276731"/>
                <a:gd name="connsiteX10" fmla="*/ 188786 w 1371028"/>
                <a:gd name="connsiteY10" fmla="*/ 202121 h 1276731"/>
                <a:gd name="connsiteX11" fmla="*/ 195929 w 1371028"/>
                <a:gd name="connsiteY11" fmla="*/ 452247 h 1276731"/>
                <a:gd name="connsiteX12" fmla="*/ 195929 w 1371028"/>
                <a:gd name="connsiteY12" fmla="*/ 1276636 h 1276731"/>
                <a:gd name="connsiteX13" fmla="*/ 0 w 1371028"/>
                <a:gd name="connsiteY13" fmla="*/ 1276636 h 1276731"/>
                <a:gd name="connsiteX14" fmla="*/ 0 w 1371028"/>
                <a:gd name="connsiteY14" fmla="*/ 0 h 1276731"/>
                <a:gd name="connsiteX15" fmla="*/ 298228 w 1371028"/>
                <a:gd name="connsiteY15" fmla="*/ 0 h 1276731"/>
                <a:gd name="connsiteX16" fmla="*/ 633889 w 1371028"/>
                <a:gd name="connsiteY16" fmla="*/ 850202 h 1276731"/>
                <a:gd name="connsiteX17" fmla="*/ 683705 w 1371028"/>
                <a:gd name="connsiteY17" fmla="*/ 996220 h 1276731"/>
                <a:gd name="connsiteX18" fmla="*/ 688181 w 1371028"/>
                <a:gd name="connsiteY18" fmla="*/ 996220 h 1276731"/>
                <a:gd name="connsiteX19" fmla="*/ 741617 w 1371028"/>
                <a:gd name="connsiteY19" fmla="*/ 846677 h 1276731"/>
                <a:gd name="connsiteX20" fmla="*/ 1083469 w 1371028"/>
                <a:gd name="connsiteY20" fmla="*/ 0 h 1276731"/>
                <a:gd name="connsiteX21" fmla="*/ 1371029 w 1371028"/>
                <a:gd name="connsiteY21" fmla="*/ 0 h 1276731"/>
                <a:gd name="connsiteX22" fmla="*/ 1371029 w 1371028"/>
                <a:gd name="connsiteY22" fmla="*/ 1276636 h 1276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71028" h="1276731">
                  <a:moveTo>
                    <a:pt x="1371029" y="1276731"/>
                  </a:moveTo>
                  <a:lnTo>
                    <a:pt x="1160907" y="1276731"/>
                  </a:lnTo>
                  <a:lnTo>
                    <a:pt x="1160907" y="450533"/>
                  </a:lnTo>
                  <a:cubicBezTo>
                    <a:pt x="1160907" y="382905"/>
                    <a:pt x="1165098" y="300038"/>
                    <a:pt x="1173385" y="202121"/>
                  </a:cubicBezTo>
                  <a:lnTo>
                    <a:pt x="1169861" y="202121"/>
                  </a:lnTo>
                  <a:cubicBezTo>
                    <a:pt x="1156811" y="257937"/>
                    <a:pt x="1145191" y="297942"/>
                    <a:pt x="1135094" y="322326"/>
                  </a:cubicBezTo>
                  <a:lnTo>
                    <a:pt x="754094" y="1276731"/>
                  </a:lnTo>
                  <a:lnTo>
                    <a:pt x="608076" y="1276731"/>
                  </a:lnTo>
                  <a:lnTo>
                    <a:pt x="226124" y="329470"/>
                  </a:lnTo>
                  <a:cubicBezTo>
                    <a:pt x="215456" y="301562"/>
                    <a:pt x="204121" y="259175"/>
                    <a:pt x="192310" y="202121"/>
                  </a:cubicBezTo>
                  <a:lnTo>
                    <a:pt x="188786" y="202121"/>
                  </a:lnTo>
                  <a:cubicBezTo>
                    <a:pt x="193548" y="253174"/>
                    <a:pt x="195929" y="336518"/>
                    <a:pt x="195929" y="452247"/>
                  </a:cubicBezTo>
                  <a:lnTo>
                    <a:pt x="195929" y="1276636"/>
                  </a:lnTo>
                  <a:lnTo>
                    <a:pt x="0" y="1276636"/>
                  </a:lnTo>
                  <a:lnTo>
                    <a:pt x="0" y="0"/>
                  </a:lnTo>
                  <a:lnTo>
                    <a:pt x="298228" y="0"/>
                  </a:lnTo>
                  <a:lnTo>
                    <a:pt x="633889" y="850202"/>
                  </a:lnTo>
                  <a:cubicBezTo>
                    <a:pt x="659416" y="915543"/>
                    <a:pt x="675989" y="964121"/>
                    <a:pt x="683705" y="996220"/>
                  </a:cubicBezTo>
                  <a:lnTo>
                    <a:pt x="688181" y="996220"/>
                  </a:lnTo>
                  <a:cubicBezTo>
                    <a:pt x="710089" y="929164"/>
                    <a:pt x="727901" y="879253"/>
                    <a:pt x="741617" y="846677"/>
                  </a:cubicBezTo>
                  <a:lnTo>
                    <a:pt x="1083469" y="0"/>
                  </a:lnTo>
                  <a:lnTo>
                    <a:pt x="1371029" y="0"/>
                  </a:lnTo>
                  <a:lnTo>
                    <a:pt x="1371029" y="1276636"/>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4" name="Freeform: Shape 23">
              <a:extLst>
                <a:ext uri="{FF2B5EF4-FFF2-40B4-BE49-F238E27FC236}">
                  <a16:creationId xmlns:a16="http://schemas.microsoft.com/office/drawing/2014/main" id="{11B0C5AE-D2E3-4968-6E52-50945EE5BDCB}"/>
                </a:ext>
              </a:extLst>
            </p:cNvPr>
            <p:cNvSpPr/>
            <p:nvPr/>
          </p:nvSpPr>
          <p:spPr bwMode="white">
            <a:xfrm>
              <a:off x="2300001" y="1939211"/>
              <a:ext cx="248412" cy="1338167"/>
            </a:xfrm>
            <a:custGeom>
              <a:avLst/>
              <a:gdLst>
                <a:gd name="connsiteX0" fmla="*/ 122872 w 248412"/>
                <a:gd name="connsiteY0" fmla="*/ 235077 h 1338167"/>
                <a:gd name="connsiteX1" fmla="*/ 36100 w 248412"/>
                <a:gd name="connsiteY1" fmla="*/ 202121 h 1338167"/>
                <a:gd name="connsiteX2" fmla="*/ 0 w 248412"/>
                <a:gd name="connsiteY2" fmla="*/ 118396 h 1338167"/>
                <a:gd name="connsiteX3" fmla="*/ 36100 w 248412"/>
                <a:gd name="connsiteY3" fmla="*/ 33814 h 1338167"/>
                <a:gd name="connsiteX4" fmla="*/ 122872 w 248412"/>
                <a:gd name="connsiteY4" fmla="*/ 0 h 1338167"/>
                <a:gd name="connsiteX5" fmla="*/ 211931 w 248412"/>
                <a:gd name="connsiteY5" fmla="*/ 33814 h 1338167"/>
                <a:gd name="connsiteX6" fmla="*/ 248412 w 248412"/>
                <a:gd name="connsiteY6" fmla="*/ 118396 h 1338167"/>
                <a:gd name="connsiteX7" fmla="*/ 211931 w 248412"/>
                <a:gd name="connsiteY7" fmla="*/ 200787 h 1338167"/>
                <a:gd name="connsiteX8" fmla="*/ 122872 w 248412"/>
                <a:gd name="connsiteY8" fmla="*/ 235077 h 1338167"/>
                <a:gd name="connsiteX9" fmla="*/ 225266 w 248412"/>
                <a:gd name="connsiteY9" fmla="*/ 1338167 h 1338167"/>
                <a:gd name="connsiteX10" fmla="*/ 18764 w 248412"/>
                <a:gd name="connsiteY10" fmla="*/ 1338167 h 1338167"/>
                <a:gd name="connsiteX11" fmla="*/ 18764 w 248412"/>
                <a:gd name="connsiteY11" fmla="*/ 426530 h 1338167"/>
                <a:gd name="connsiteX12" fmla="*/ 225266 w 248412"/>
                <a:gd name="connsiteY12" fmla="*/ 426530 h 1338167"/>
                <a:gd name="connsiteX13" fmla="*/ 225266 w 248412"/>
                <a:gd name="connsiteY13" fmla="*/ 1338167 h 13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8412" h="1338167">
                  <a:moveTo>
                    <a:pt x="122872" y="235077"/>
                  </a:moveTo>
                  <a:cubicBezTo>
                    <a:pt x="89059" y="235077"/>
                    <a:pt x="60103" y="224123"/>
                    <a:pt x="36100" y="202121"/>
                  </a:cubicBezTo>
                  <a:cubicBezTo>
                    <a:pt x="12097" y="180213"/>
                    <a:pt x="0" y="152305"/>
                    <a:pt x="0" y="118396"/>
                  </a:cubicBezTo>
                  <a:cubicBezTo>
                    <a:pt x="0" y="84487"/>
                    <a:pt x="12001" y="56388"/>
                    <a:pt x="36100" y="33814"/>
                  </a:cubicBezTo>
                  <a:cubicBezTo>
                    <a:pt x="60103" y="11240"/>
                    <a:pt x="89059" y="0"/>
                    <a:pt x="122872" y="0"/>
                  </a:cubicBezTo>
                  <a:cubicBezTo>
                    <a:pt x="156686" y="0"/>
                    <a:pt x="187547" y="11240"/>
                    <a:pt x="211931" y="33814"/>
                  </a:cubicBezTo>
                  <a:cubicBezTo>
                    <a:pt x="236220" y="56388"/>
                    <a:pt x="248412" y="84582"/>
                    <a:pt x="248412" y="118396"/>
                  </a:cubicBezTo>
                  <a:cubicBezTo>
                    <a:pt x="248412" y="150400"/>
                    <a:pt x="236220" y="177927"/>
                    <a:pt x="211931" y="200787"/>
                  </a:cubicBezTo>
                  <a:cubicBezTo>
                    <a:pt x="187547" y="223647"/>
                    <a:pt x="157925" y="235077"/>
                    <a:pt x="122872" y="235077"/>
                  </a:cubicBezTo>
                  <a:close/>
                  <a:moveTo>
                    <a:pt x="225266" y="1338167"/>
                  </a:moveTo>
                  <a:lnTo>
                    <a:pt x="18764" y="1338167"/>
                  </a:lnTo>
                  <a:lnTo>
                    <a:pt x="18764" y="426530"/>
                  </a:lnTo>
                  <a:lnTo>
                    <a:pt x="225266" y="426530"/>
                  </a:lnTo>
                  <a:lnTo>
                    <a:pt x="225266" y="1338167"/>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5" name="Freeform: Shape 24">
              <a:extLst>
                <a:ext uri="{FF2B5EF4-FFF2-40B4-BE49-F238E27FC236}">
                  <a16:creationId xmlns:a16="http://schemas.microsoft.com/office/drawing/2014/main" id="{AC8F9B95-3783-5A61-96F1-A60710EFB19E}"/>
                </a:ext>
              </a:extLst>
            </p:cNvPr>
            <p:cNvSpPr/>
            <p:nvPr/>
          </p:nvSpPr>
          <p:spPr bwMode="white">
            <a:xfrm>
              <a:off x="2681572" y="2344310"/>
              <a:ext cx="712279" cy="954500"/>
            </a:xfrm>
            <a:custGeom>
              <a:avLst/>
              <a:gdLst>
                <a:gd name="connsiteX0" fmla="*/ 711327 w 712279"/>
                <a:gd name="connsiteY0" fmla="*/ 891254 h 954500"/>
                <a:gd name="connsiteX1" fmla="*/ 452247 w 712279"/>
                <a:gd name="connsiteY1" fmla="*/ 954500 h 954500"/>
                <a:gd name="connsiteX2" fmla="*/ 124587 w 712279"/>
                <a:gd name="connsiteY2" fmla="*/ 827627 h 954500"/>
                <a:gd name="connsiteX3" fmla="*/ 0 w 712279"/>
                <a:gd name="connsiteY3" fmla="*/ 498634 h 954500"/>
                <a:gd name="connsiteX4" fmla="*/ 134017 w 712279"/>
                <a:gd name="connsiteY4" fmla="*/ 136684 h 954500"/>
                <a:gd name="connsiteX5" fmla="*/ 492347 w 712279"/>
                <a:gd name="connsiteY5" fmla="*/ 0 h 954500"/>
                <a:gd name="connsiteX6" fmla="*/ 712280 w 712279"/>
                <a:gd name="connsiteY6" fmla="*/ 43625 h 954500"/>
                <a:gd name="connsiteX7" fmla="*/ 712280 w 712279"/>
                <a:gd name="connsiteY7" fmla="*/ 235934 h 954500"/>
                <a:gd name="connsiteX8" fmla="*/ 509302 w 712279"/>
                <a:gd name="connsiteY8" fmla="*/ 164687 h 954500"/>
                <a:gd name="connsiteX9" fmla="*/ 294704 w 712279"/>
                <a:gd name="connsiteY9" fmla="*/ 253270 h 954500"/>
                <a:gd name="connsiteX10" fmla="*/ 210979 w 712279"/>
                <a:gd name="connsiteY10" fmla="*/ 485204 h 954500"/>
                <a:gd name="connsiteX11" fmla="*/ 289750 w 712279"/>
                <a:gd name="connsiteY11" fmla="*/ 708660 h 954500"/>
                <a:gd name="connsiteX12" fmla="*/ 501205 w 712279"/>
                <a:gd name="connsiteY12" fmla="*/ 790575 h 954500"/>
                <a:gd name="connsiteX13" fmla="*/ 711327 w 712279"/>
                <a:gd name="connsiteY13" fmla="*/ 711327 h 954500"/>
                <a:gd name="connsiteX14" fmla="*/ 711327 w 712279"/>
                <a:gd name="connsiteY14" fmla="*/ 891159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12279" h="954500">
                  <a:moveTo>
                    <a:pt x="711327" y="891254"/>
                  </a:moveTo>
                  <a:cubicBezTo>
                    <a:pt x="638270" y="933355"/>
                    <a:pt x="551974" y="954500"/>
                    <a:pt x="452247" y="954500"/>
                  </a:cubicBezTo>
                  <a:cubicBezTo>
                    <a:pt x="316897" y="954500"/>
                    <a:pt x="207740" y="912209"/>
                    <a:pt x="124587" y="827627"/>
                  </a:cubicBezTo>
                  <a:cubicBezTo>
                    <a:pt x="41529" y="743045"/>
                    <a:pt x="0" y="633413"/>
                    <a:pt x="0" y="498634"/>
                  </a:cubicBezTo>
                  <a:cubicBezTo>
                    <a:pt x="0" y="348520"/>
                    <a:pt x="44672" y="227838"/>
                    <a:pt x="134017" y="136684"/>
                  </a:cubicBezTo>
                  <a:cubicBezTo>
                    <a:pt x="223361" y="45625"/>
                    <a:pt x="342805" y="0"/>
                    <a:pt x="492347" y="0"/>
                  </a:cubicBezTo>
                  <a:cubicBezTo>
                    <a:pt x="575405" y="0"/>
                    <a:pt x="648748" y="14573"/>
                    <a:pt x="712280" y="43625"/>
                  </a:cubicBezTo>
                  <a:lnTo>
                    <a:pt x="712280" y="235934"/>
                  </a:lnTo>
                  <a:cubicBezTo>
                    <a:pt x="648748" y="188500"/>
                    <a:pt x="581120" y="164687"/>
                    <a:pt x="509302" y="164687"/>
                  </a:cubicBezTo>
                  <a:cubicBezTo>
                    <a:pt x="422053" y="164687"/>
                    <a:pt x="350520" y="194215"/>
                    <a:pt x="294704" y="253270"/>
                  </a:cubicBezTo>
                  <a:cubicBezTo>
                    <a:pt x="238887" y="312325"/>
                    <a:pt x="210979" y="389668"/>
                    <a:pt x="210979" y="485204"/>
                  </a:cubicBezTo>
                  <a:cubicBezTo>
                    <a:pt x="210979" y="580739"/>
                    <a:pt x="237268" y="654082"/>
                    <a:pt x="289750" y="708660"/>
                  </a:cubicBezTo>
                  <a:cubicBezTo>
                    <a:pt x="342233" y="763238"/>
                    <a:pt x="412718" y="790575"/>
                    <a:pt x="501205" y="790575"/>
                  </a:cubicBezTo>
                  <a:cubicBezTo>
                    <a:pt x="575405" y="790575"/>
                    <a:pt x="645414" y="764191"/>
                    <a:pt x="711327" y="711327"/>
                  </a:cubicBezTo>
                  <a:lnTo>
                    <a:pt x="711327" y="891159"/>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6" name="Freeform: Shape 25">
              <a:extLst>
                <a:ext uri="{FF2B5EF4-FFF2-40B4-BE49-F238E27FC236}">
                  <a16:creationId xmlns:a16="http://schemas.microsoft.com/office/drawing/2014/main" id="{A9D6DBAB-B6F5-BDBF-0DA7-135780CED5BF}"/>
                </a:ext>
              </a:extLst>
            </p:cNvPr>
            <p:cNvSpPr/>
            <p:nvPr/>
          </p:nvSpPr>
          <p:spPr bwMode="white">
            <a:xfrm>
              <a:off x="3579494" y="2349739"/>
              <a:ext cx="528828" cy="927639"/>
            </a:xfrm>
            <a:custGeom>
              <a:avLst/>
              <a:gdLst>
                <a:gd name="connsiteX0" fmla="*/ 528828 w 528828"/>
                <a:gd name="connsiteY0" fmla="*/ 212693 h 927639"/>
                <a:gd name="connsiteX1" fmla="*/ 421100 w 528828"/>
                <a:gd name="connsiteY1" fmla="*/ 183356 h 927639"/>
                <a:gd name="connsiteX2" fmla="*/ 267938 w 528828"/>
                <a:gd name="connsiteY2" fmla="*/ 266129 h 927639"/>
                <a:gd name="connsiteX3" fmla="*/ 206502 w 528828"/>
                <a:gd name="connsiteY3" fmla="*/ 491395 h 927639"/>
                <a:gd name="connsiteX4" fmla="*/ 206502 w 528828"/>
                <a:gd name="connsiteY4" fmla="*/ 927640 h 927639"/>
                <a:gd name="connsiteX5" fmla="*/ 0 w 528828"/>
                <a:gd name="connsiteY5" fmla="*/ 927640 h 927639"/>
                <a:gd name="connsiteX6" fmla="*/ 0 w 528828"/>
                <a:gd name="connsiteY6" fmla="*/ 16002 h 927639"/>
                <a:gd name="connsiteX7" fmla="*/ 206502 w 528828"/>
                <a:gd name="connsiteY7" fmla="*/ 16002 h 927639"/>
                <a:gd name="connsiteX8" fmla="*/ 206502 w 528828"/>
                <a:gd name="connsiteY8" fmla="*/ 203835 h 927639"/>
                <a:gd name="connsiteX9" fmla="*/ 210026 w 528828"/>
                <a:gd name="connsiteY9" fmla="*/ 203835 h 927639"/>
                <a:gd name="connsiteX10" fmla="*/ 303086 w 528828"/>
                <a:gd name="connsiteY10" fmla="*/ 53816 h 927639"/>
                <a:gd name="connsiteX11" fmla="*/ 443294 w 528828"/>
                <a:gd name="connsiteY11" fmla="*/ 0 h 927639"/>
                <a:gd name="connsiteX12" fmla="*/ 528733 w 528828"/>
                <a:gd name="connsiteY12" fmla="*/ 16955 h 927639"/>
                <a:gd name="connsiteX13" fmla="*/ 528733 w 528828"/>
                <a:gd name="connsiteY13" fmla="*/ 212789 h 927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8828" h="927639">
                  <a:moveTo>
                    <a:pt x="528828" y="212693"/>
                  </a:moveTo>
                  <a:cubicBezTo>
                    <a:pt x="503873" y="193072"/>
                    <a:pt x="467963" y="183356"/>
                    <a:pt x="421100" y="183356"/>
                  </a:cubicBezTo>
                  <a:cubicBezTo>
                    <a:pt x="359950" y="183356"/>
                    <a:pt x="308896" y="210979"/>
                    <a:pt x="267938" y="266129"/>
                  </a:cubicBezTo>
                  <a:cubicBezTo>
                    <a:pt x="226981" y="321278"/>
                    <a:pt x="206502" y="396431"/>
                    <a:pt x="206502" y="491395"/>
                  </a:cubicBezTo>
                  <a:lnTo>
                    <a:pt x="206502" y="927640"/>
                  </a:lnTo>
                  <a:lnTo>
                    <a:pt x="0" y="927640"/>
                  </a:lnTo>
                  <a:lnTo>
                    <a:pt x="0" y="16002"/>
                  </a:lnTo>
                  <a:lnTo>
                    <a:pt x="206502" y="16002"/>
                  </a:lnTo>
                  <a:lnTo>
                    <a:pt x="206502" y="203835"/>
                  </a:lnTo>
                  <a:lnTo>
                    <a:pt x="210026" y="203835"/>
                  </a:lnTo>
                  <a:cubicBezTo>
                    <a:pt x="230219" y="139732"/>
                    <a:pt x="261176" y="89726"/>
                    <a:pt x="303086" y="53816"/>
                  </a:cubicBezTo>
                  <a:cubicBezTo>
                    <a:pt x="344900" y="17907"/>
                    <a:pt x="391668" y="0"/>
                    <a:pt x="443294" y="0"/>
                  </a:cubicBezTo>
                  <a:cubicBezTo>
                    <a:pt x="480727" y="0"/>
                    <a:pt x="509207" y="5620"/>
                    <a:pt x="528733" y="16955"/>
                  </a:cubicBezTo>
                  <a:lnTo>
                    <a:pt x="528733" y="212789"/>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7" name="Freeform: Shape 26">
              <a:extLst>
                <a:ext uri="{FF2B5EF4-FFF2-40B4-BE49-F238E27FC236}">
                  <a16:creationId xmlns:a16="http://schemas.microsoft.com/office/drawing/2014/main" id="{BA246B78-9929-146B-78A7-A5B509482D1B}"/>
                </a:ext>
              </a:extLst>
            </p:cNvPr>
            <p:cNvSpPr/>
            <p:nvPr/>
          </p:nvSpPr>
          <p:spPr bwMode="white">
            <a:xfrm>
              <a:off x="4144422" y="2344405"/>
              <a:ext cx="937450" cy="954500"/>
            </a:xfrm>
            <a:custGeom>
              <a:avLst/>
              <a:gdLst>
                <a:gd name="connsiteX0" fmla="*/ 463010 w 937450"/>
                <a:gd name="connsiteY0" fmla="*/ 954310 h 954500"/>
                <a:gd name="connsiteX1" fmla="*/ 126016 w 937450"/>
                <a:gd name="connsiteY1" fmla="*/ 826579 h 954500"/>
                <a:gd name="connsiteX2" fmla="*/ 0 w 937450"/>
                <a:gd name="connsiteY2" fmla="*/ 487871 h 954500"/>
                <a:gd name="connsiteX3" fmla="*/ 131350 w 937450"/>
                <a:gd name="connsiteY3" fmla="*/ 129064 h 954500"/>
                <a:gd name="connsiteX4" fmla="*/ 485204 w 937450"/>
                <a:gd name="connsiteY4" fmla="*/ 0 h 954500"/>
                <a:gd name="connsiteX5" fmla="*/ 818198 w 937450"/>
                <a:gd name="connsiteY5" fmla="*/ 125540 h 954500"/>
                <a:gd name="connsiteX6" fmla="*/ 937451 w 937450"/>
                <a:gd name="connsiteY6" fmla="*/ 473678 h 954500"/>
                <a:gd name="connsiteX7" fmla="*/ 808768 w 937450"/>
                <a:gd name="connsiteY7" fmla="*/ 823151 h 954500"/>
                <a:gd name="connsiteX8" fmla="*/ 462915 w 937450"/>
                <a:gd name="connsiteY8" fmla="*/ 954500 h 954500"/>
                <a:gd name="connsiteX9" fmla="*/ 472821 w 937450"/>
                <a:gd name="connsiteY9" fmla="*/ 164592 h 954500"/>
                <a:gd name="connsiteX10" fmla="*/ 281369 w 937450"/>
                <a:gd name="connsiteY10" fmla="*/ 249174 h 954500"/>
                <a:gd name="connsiteX11" fmla="*/ 211074 w 937450"/>
                <a:gd name="connsiteY11" fmla="*/ 482441 h 954500"/>
                <a:gd name="connsiteX12" fmla="*/ 282321 w 937450"/>
                <a:gd name="connsiteY12" fmla="*/ 708088 h 954500"/>
                <a:gd name="connsiteX13" fmla="*/ 472821 w 937450"/>
                <a:gd name="connsiteY13" fmla="*/ 790480 h 954500"/>
                <a:gd name="connsiteX14" fmla="*/ 660178 w 937450"/>
                <a:gd name="connsiteY14" fmla="*/ 709422 h 954500"/>
                <a:gd name="connsiteX15" fmla="*/ 725615 w 937450"/>
                <a:gd name="connsiteY15" fmla="*/ 478822 h 954500"/>
                <a:gd name="connsiteX16" fmla="*/ 660178 w 937450"/>
                <a:gd name="connsiteY16" fmla="*/ 246412 h 954500"/>
                <a:gd name="connsiteX17" fmla="*/ 472821 w 937450"/>
                <a:gd name="connsiteY17" fmla="*/ 164497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37450" h="954500">
                  <a:moveTo>
                    <a:pt x="463010" y="954310"/>
                  </a:moveTo>
                  <a:cubicBezTo>
                    <a:pt x="322326" y="954310"/>
                    <a:pt x="210026" y="911733"/>
                    <a:pt x="126016" y="826579"/>
                  </a:cubicBezTo>
                  <a:cubicBezTo>
                    <a:pt x="42005" y="741426"/>
                    <a:pt x="0" y="628459"/>
                    <a:pt x="0" y="487871"/>
                  </a:cubicBezTo>
                  <a:cubicBezTo>
                    <a:pt x="0" y="334709"/>
                    <a:pt x="43720" y="215170"/>
                    <a:pt x="131350" y="129064"/>
                  </a:cubicBezTo>
                  <a:cubicBezTo>
                    <a:pt x="218885" y="43053"/>
                    <a:pt x="336900" y="0"/>
                    <a:pt x="485204" y="0"/>
                  </a:cubicBezTo>
                  <a:cubicBezTo>
                    <a:pt x="633508" y="0"/>
                    <a:pt x="738664" y="41815"/>
                    <a:pt x="818198" y="125540"/>
                  </a:cubicBezTo>
                  <a:cubicBezTo>
                    <a:pt x="897731" y="209264"/>
                    <a:pt x="937451" y="325279"/>
                    <a:pt x="937451" y="473678"/>
                  </a:cubicBezTo>
                  <a:cubicBezTo>
                    <a:pt x="937451" y="622078"/>
                    <a:pt x="894588" y="735616"/>
                    <a:pt x="808768" y="823151"/>
                  </a:cubicBezTo>
                  <a:cubicBezTo>
                    <a:pt x="723043" y="910685"/>
                    <a:pt x="607695" y="954500"/>
                    <a:pt x="462915" y="954500"/>
                  </a:cubicBezTo>
                  <a:close/>
                  <a:moveTo>
                    <a:pt x="472821" y="164592"/>
                  </a:moveTo>
                  <a:cubicBezTo>
                    <a:pt x="392049" y="164592"/>
                    <a:pt x="328327" y="192786"/>
                    <a:pt x="281369" y="249174"/>
                  </a:cubicBezTo>
                  <a:cubicBezTo>
                    <a:pt x="234506" y="305562"/>
                    <a:pt x="211074" y="383286"/>
                    <a:pt x="211074" y="482441"/>
                  </a:cubicBezTo>
                  <a:cubicBezTo>
                    <a:pt x="211074" y="581597"/>
                    <a:pt x="234791" y="653225"/>
                    <a:pt x="282321" y="708088"/>
                  </a:cubicBezTo>
                  <a:cubicBezTo>
                    <a:pt x="329756" y="762953"/>
                    <a:pt x="393287" y="790480"/>
                    <a:pt x="472821" y="790480"/>
                  </a:cubicBezTo>
                  <a:cubicBezTo>
                    <a:pt x="552355" y="790480"/>
                    <a:pt x="616553" y="763524"/>
                    <a:pt x="660178" y="709422"/>
                  </a:cubicBezTo>
                  <a:cubicBezTo>
                    <a:pt x="703802" y="655415"/>
                    <a:pt x="725615" y="578549"/>
                    <a:pt x="725615" y="478822"/>
                  </a:cubicBezTo>
                  <a:cubicBezTo>
                    <a:pt x="725615" y="379095"/>
                    <a:pt x="703802" y="301085"/>
                    <a:pt x="660178" y="246412"/>
                  </a:cubicBezTo>
                  <a:cubicBezTo>
                    <a:pt x="616553" y="191834"/>
                    <a:pt x="554069" y="164497"/>
                    <a:pt x="472821" y="164497"/>
                  </a:cubicBez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8" name="Freeform: Shape 27">
              <a:extLst>
                <a:ext uri="{FF2B5EF4-FFF2-40B4-BE49-F238E27FC236}">
                  <a16:creationId xmlns:a16="http://schemas.microsoft.com/office/drawing/2014/main" id="{B165A848-4EE6-DE4A-D8CB-3EA312E4480C}"/>
                </a:ext>
              </a:extLst>
            </p:cNvPr>
            <p:cNvSpPr/>
            <p:nvPr/>
          </p:nvSpPr>
          <p:spPr bwMode="white">
            <a:xfrm>
              <a:off x="5180361" y="2344310"/>
              <a:ext cx="647319" cy="954309"/>
            </a:xfrm>
            <a:custGeom>
              <a:avLst/>
              <a:gdLst>
                <a:gd name="connsiteX0" fmla="*/ 0 w 647319"/>
                <a:gd name="connsiteY0" fmla="*/ 904589 h 954309"/>
                <a:gd name="connsiteX1" fmla="*/ 0 w 647319"/>
                <a:gd name="connsiteY1" fmla="*/ 713137 h 954309"/>
                <a:gd name="connsiteX2" fmla="*/ 255556 w 647319"/>
                <a:gd name="connsiteY2" fmla="*/ 801243 h 954309"/>
                <a:gd name="connsiteX3" fmla="*/ 442531 w 647319"/>
                <a:gd name="connsiteY3" fmla="*/ 690848 h 954309"/>
                <a:gd name="connsiteX4" fmla="*/ 426530 w 647319"/>
                <a:gd name="connsiteY4" fmla="*/ 637889 h 954309"/>
                <a:gd name="connsiteX5" fmla="*/ 383381 w 647319"/>
                <a:gd name="connsiteY5" fmla="*/ 599123 h 954309"/>
                <a:gd name="connsiteX6" fmla="*/ 319278 w 647319"/>
                <a:gd name="connsiteY6" fmla="*/ 568833 h 954309"/>
                <a:gd name="connsiteX7" fmla="*/ 236887 w 647319"/>
                <a:gd name="connsiteY7" fmla="*/ 538544 h 954309"/>
                <a:gd name="connsiteX8" fmla="*/ 135827 w 647319"/>
                <a:gd name="connsiteY8" fmla="*/ 491395 h 954309"/>
                <a:gd name="connsiteX9" fmla="*/ 61055 w 647319"/>
                <a:gd name="connsiteY9" fmla="*/ 434816 h 954309"/>
                <a:gd name="connsiteX10" fmla="*/ 16097 w 647319"/>
                <a:gd name="connsiteY10" fmla="*/ 363188 h 954309"/>
                <a:gd name="connsiteX11" fmla="*/ 953 w 647319"/>
                <a:gd name="connsiteY11" fmla="*/ 269748 h 954309"/>
                <a:gd name="connsiteX12" fmla="*/ 32099 w 647319"/>
                <a:gd name="connsiteY12" fmla="*/ 153543 h 954309"/>
                <a:gd name="connsiteX13" fmla="*/ 115824 w 647319"/>
                <a:gd name="connsiteY13" fmla="*/ 68961 h 954309"/>
                <a:gd name="connsiteX14" fmla="*/ 235077 w 647319"/>
                <a:gd name="connsiteY14" fmla="*/ 17335 h 954309"/>
                <a:gd name="connsiteX15" fmla="*/ 373094 w 647319"/>
                <a:gd name="connsiteY15" fmla="*/ 0 h 954309"/>
                <a:gd name="connsiteX16" fmla="*/ 599218 w 647319"/>
                <a:gd name="connsiteY16" fmla="*/ 38291 h 954309"/>
                <a:gd name="connsiteX17" fmla="*/ 599218 w 647319"/>
                <a:gd name="connsiteY17" fmla="*/ 218980 h 954309"/>
                <a:gd name="connsiteX18" fmla="*/ 378428 w 647319"/>
                <a:gd name="connsiteY18" fmla="*/ 153067 h 954309"/>
                <a:gd name="connsiteX19" fmla="*/ 307658 w 647319"/>
                <a:gd name="connsiteY19" fmla="*/ 161068 h 954309"/>
                <a:gd name="connsiteX20" fmla="*/ 253746 w 647319"/>
                <a:gd name="connsiteY20" fmla="*/ 183356 h 954309"/>
                <a:gd name="connsiteX21" fmla="*/ 218980 w 647319"/>
                <a:gd name="connsiteY21" fmla="*/ 217646 h 954309"/>
                <a:gd name="connsiteX22" fmla="*/ 206502 w 647319"/>
                <a:gd name="connsiteY22" fmla="*/ 261747 h 954309"/>
                <a:gd name="connsiteX23" fmla="*/ 218980 w 647319"/>
                <a:gd name="connsiteY23" fmla="*/ 311563 h 954309"/>
                <a:gd name="connsiteX24" fmla="*/ 255937 w 647319"/>
                <a:gd name="connsiteY24" fmla="*/ 347663 h 954309"/>
                <a:gd name="connsiteX25" fmla="*/ 314706 w 647319"/>
                <a:gd name="connsiteY25" fmla="*/ 376142 h 954309"/>
                <a:gd name="connsiteX26" fmla="*/ 393478 w 647319"/>
                <a:gd name="connsiteY26" fmla="*/ 404146 h 954309"/>
                <a:gd name="connsiteX27" fmla="*/ 499015 w 647319"/>
                <a:gd name="connsiteY27" fmla="*/ 453104 h 954309"/>
                <a:gd name="connsiteX28" fmla="*/ 578739 w 647319"/>
                <a:gd name="connsiteY28" fmla="*/ 509683 h 954309"/>
                <a:gd name="connsiteX29" fmla="*/ 629508 w 647319"/>
                <a:gd name="connsiteY29" fmla="*/ 582644 h 954309"/>
                <a:gd name="connsiteX30" fmla="*/ 647319 w 647319"/>
                <a:gd name="connsiteY30" fmla="*/ 681038 h 954309"/>
                <a:gd name="connsiteX31" fmla="*/ 615220 w 647319"/>
                <a:gd name="connsiteY31" fmla="*/ 802100 h 954309"/>
                <a:gd name="connsiteX32" fmla="*/ 529780 w 647319"/>
                <a:gd name="connsiteY32" fmla="*/ 887540 h 954309"/>
                <a:gd name="connsiteX33" fmla="*/ 406432 w 647319"/>
                <a:gd name="connsiteY33" fmla="*/ 937832 h 954309"/>
                <a:gd name="connsiteX34" fmla="*/ 259080 w 647319"/>
                <a:gd name="connsiteY34" fmla="*/ 954310 h 954309"/>
                <a:gd name="connsiteX35" fmla="*/ 0 w 647319"/>
                <a:gd name="connsiteY35" fmla="*/ 904494 h 954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47319" h="954309">
                  <a:moveTo>
                    <a:pt x="0" y="904589"/>
                  </a:moveTo>
                  <a:lnTo>
                    <a:pt x="0" y="713137"/>
                  </a:lnTo>
                  <a:cubicBezTo>
                    <a:pt x="77153" y="771906"/>
                    <a:pt x="162306" y="801243"/>
                    <a:pt x="255556" y="801243"/>
                  </a:cubicBezTo>
                  <a:cubicBezTo>
                    <a:pt x="380238" y="801243"/>
                    <a:pt x="442531" y="764477"/>
                    <a:pt x="442531" y="690848"/>
                  </a:cubicBezTo>
                  <a:cubicBezTo>
                    <a:pt x="442531" y="670084"/>
                    <a:pt x="437197" y="652463"/>
                    <a:pt x="426530" y="637889"/>
                  </a:cubicBezTo>
                  <a:cubicBezTo>
                    <a:pt x="415862" y="623316"/>
                    <a:pt x="401479" y="610457"/>
                    <a:pt x="383381" y="599123"/>
                  </a:cubicBezTo>
                  <a:cubicBezTo>
                    <a:pt x="365284" y="587883"/>
                    <a:pt x="343948" y="577787"/>
                    <a:pt x="319278" y="568833"/>
                  </a:cubicBezTo>
                  <a:cubicBezTo>
                    <a:pt x="294608" y="559975"/>
                    <a:pt x="267176" y="549878"/>
                    <a:pt x="236887" y="538544"/>
                  </a:cubicBezTo>
                  <a:cubicBezTo>
                    <a:pt x="199454" y="523685"/>
                    <a:pt x="165830" y="507968"/>
                    <a:pt x="135827" y="491395"/>
                  </a:cubicBezTo>
                  <a:cubicBezTo>
                    <a:pt x="105823" y="474821"/>
                    <a:pt x="80963" y="455962"/>
                    <a:pt x="61055" y="434816"/>
                  </a:cubicBezTo>
                  <a:cubicBezTo>
                    <a:pt x="41148" y="413766"/>
                    <a:pt x="26194" y="389858"/>
                    <a:pt x="16097" y="363188"/>
                  </a:cubicBezTo>
                  <a:cubicBezTo>
                    <a:pt x="6001" y="336518"/>
                    <a:pt x="953" y="305276"/>
                    <a:pt x="953" y="269748"/>
                  </a:cubicBezTo>
                  <a:cubicBezTo>
                    <a:pt x="953" y="225838"/>
                    <a:pt x="11335" y="187071"/>
                    <a:pt x="32099" y="153543"/>
                  </a:cubicBezTo>
                  <a:cubicBezTo>
                    <a:pt x="52864" y="120015"/>
                    <a:pt x="80772" y="91821"/>
                    <a:pt x="115824" y="68961"/>
                  </a:cubicBezTo>
                  <a:cubicBezTo>
                    <a:pt x="150876" y="46101"/>
                    <a:pt x="190595" y="28861"/>
                    <a:pt x="235077" y="17335"/>
                  </a:cubicBezTo>
                  <a:cubicBezTo>
                    <a:pt x="279559" y="5810"/>
                    <a:pt x="325564" y="0"/>
                    <a:pt x="373094" y="0"/>
                  </a:cubicBezTo>
                  <a:cubicBezTo>
                    <a:pt x="457391" y="0"/>
                    <a:pt x="532733" y="12764"/>
                    <a:pt x="599218" y="38291"/>
                  </a:cubicBezTo>
                  <a:lnTo>
                    <a:pt x="599218" y="218980"/>
                  </a:lnTo>
                  <a:cubicBezTo>
                    <a:pt x="535114" y="175069"/>
                    <a:pt x="461486" y="153067"/>
                    <a:pt x="378428" y="153067"/>
                  </a:cubicBezTo>
                  <a:cubicBezTo>
                    <a:pt x="352330" y="153067"/>
                    <a:pt x="328708" y="155734"/>
                    <a:pt x="307658" y="161068"/>
                  </a:cubicBezTo>
                  <a:cubicBezTo>
                    <a:pt x="286607" y="166402"/>
                    <a:pt x="268605" y="173831"/>
                    <a:pt x="253746" y="183356"/>
                  </a:cubicBezTo>
                  <a:cubicBezTo>
                    <a:pt x="238887" y="192881"/>
                    <a:pt x="227362" y="204311"/>
                    <a:pt x="218980" y="217646"/>
                  </a:cubicBezTo>
                  <a:cubicBezTo>
                    <a:pt x="210693" y="230981"/>
                    <a:pt x="206502" y="245650"/>
                    <a:pt x="206502" y="261747"/>
                  </a:cubicBezTo>
                  <a:cubicBezTo>
                    <a:pt x="206502" y="281369"/>
                    <a:pt x="210693" y="297942"/>
                    <a:pt x="218980" y="311563"/>
                  </a:cubicBezTo>
                  <a:cubicBezTo>
                    <a:pt x="227267" y="325184"/>
                    <a:pt x="239554" y="337280"/>
                    <a:pt x="255937" y="347663"/>
                  </a:cubicBezTo>
                  <a:cubicBezTo>
                    <a:pt x="272225" y="358045"/>
                    <a:pt x="291846" y="367570"/>
                    <a:pt x="314706" y="376142"/>
                  </a:cubicBezTo>
                  <a:cubicBezTo>
                    <a:pt x="337566" y="384715"/>
                    <a:pt x="363855" y="394144"/>
                    <a:pt x="393478" y="404146"/>
                  </a:cubicBezTo>
                  <a:cubicBezTo>
                    <a:pt x="432626" y="420148"/>
                    <a:pt x="467773" y="436531"/>
                    <a:pt x="499015" y="453104"/>
                  </a:cubicBezTo>
                  <a:cubicBezTo>
                    <a:pt x="530162" y="469773"/>
                    <a:pt x="556736" y="488537"/>
                    <a:pt x="578739" y="509683"/>
                  </a:cubicBezTo>
                  <a:cubicBezTo>
                    <a:pt x="600647" y="530733"/>
                    <a:pt x="617601" y="555117"/>
                    <a:pt x="629508" y="582644"/>
                  </a:cubicBezTo>
                  <a:cubicBezTo>
                    <a:pt x="641414" y="610267"/>
                    <a:pt x="647319" y="643033"/>
                    <a:pt x="647319" y="681038"/>
                  </a:cubicBezTo>
                  <a:cubicBezTo>
                    <a:pt x="647319" y="727329"/>
                    <a:pt x="636651" y="767715"/>
                    <a:pt x="615220" y="802100"/>
                  </a:cubicBezTo>
                  <a:cubicBezTo>
                    <a:pt x="593884" y="836581"/>
                    <a:pt x="565404" y="865061"/>
                    <a:pt x="529780" y="887540"/>
                  </a:cubicBezTo>
                  <a:cubicBezTo>
                    <a:pt x="494157" y="910114"/>
                    <a:pt x="453104" y="926878"/>
                    <a:pt x="406432" y="937832"/>
                  </a:cubicBezTo>
                  <a:cubicBezTo>
                    <a:pt x="359855" y="948785"/>
                    <a:pt x="310705" y="954310"/>
                    <a:pt x="259080" y="954310"/>
                  </a:cubicBezTo>
                  <a:cubicBezTo>
                    <a:pt x="159353" y="954310"/>
                    <a:pt x="72962" y="937641"/>
                    <a:pt x="0" y="904494"/>
                  </a:cubicBez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9" name="Freeform: Shape 28">
              <a:extLst>
                <a:ext uri="{FF2B5EF4-FFF2-40B4-BE49-F238E27FC236}">
                  <a16:creationId xmlns:a16="http://schemas.microsoft.com/office/drawing/2014/main" id="{68B522E9-BE2D-0C37-92C4-BAB333C2C2D5}"/>
                </a:ext>
              </a:extLst>
            </p:cNvPr>
            <p:cNvSpPr/>
            <p:nvPr/>
          </p:nvSpPr>
          <p:spPr bwMode="white">
            <a:xfrm>
              <a:off x="5909975" y="2344405"/>
              <a:ext cx="937450" cy="954500"/>
            </a:xfrm>
            <a:custGeom>
              <a:avLst/>
              <a:gdLst>
                <a:gd name="connsiteX0" fmla="*/ 463011 w 937450"/>
                <a:gd name="connsiteY0" fmla="*/ 954310 h 954500"/>
                <a:gd name="connsiteX1" fmla="*/ 126016 w 937450"/>
                <a:gd name="connsiteY1" fmla="*/ 826579 h 954500"/>
                <a:gd name="connsiteX2" fmla="*/ 0 w 937450"/>
                <a:gd name="connsiteY2" fmla="*/ 487871 h 954500"/>
                <a:gd name="connsiteX3" fmla="*/ 131350 w 937450"/>
                <a:gd name="connsiteY3" fmla="*/ 129064 h 954500"/>
                <a:gd name="connsiteX4" fmla="*/ 485204 w 937450"/>
                <a:gd name="connsiteY4" fmla="*/ 0 h 954500"/>
                <a:gd name="connsiteX5" fmla="*/ 818198 w 937450"/>
                <a:gd name="connsiteY5" fmla="*/ 125540 h 954500"/>
                <a:gd name="connsiteX6" fmla="*/ 937451 w 937450"/>
                <a:gd name="connsiteY6" fmla="*/ 473678 h 954500"/>
                <a:gd name="connsiteX7" fmla="*/ 808768 w 937450"/>
                <a:gd name="connsiteY7" fmla="*/ 823151 h 954500"/>
                <a:gd name="connsiteX8" fmla="*/ 462915 w 937450"/>
                <a:gd name="connsiteY8" fmla="*/ 954500 h 954500"/>
                <a:gd name="connsiteX9" fmla="*/ 472821 w 937450"/>
                <a:gd name="connsiteY9" fmla="*/ 164592 h 954500"/>
                <a:gd name="connsiteX10" fmla="*/ 281369 w 937450"/>
                <a:gd name="connsiteY10" fmla="*/ 249174 h 954500"/>
                <a:gd name="connsiteX11" fmla="*/ 211074 w 937450"/>
                <a:gd name="connsiteY11" fmla="*/ 482441 h 954500"/>
                <a:gd name="connsiteX12" fmla="*/ 282321 w 937450"/>
                <a:gd name="connsiteY12" fmla="*/ 708088 h 954500"/>
                <a:gd name="connsiteX13" fmla="*/ 472821 w 937450"/>
                <a:gd name="connsiteY13" fmla="*/ 790480 h 954500"/>
                <a:gd name="connsiteX14" fmla="*/ 660178 w 937450"/>
                <a:gd name="connsiteY14" fmla="*/ 709422 h 954500"/>
                <a:gd name="connsiteX15" fmla="*/ 725615 w 937450"/>
                <a:gd name="connsiteY15" fmla="*/ 478822 h 954500"/>
                <a:gd name="connsiteX16" fmla="*/ 660178 w 937450"/>
                <a:gd name="connsiteY16" fmla="*/ 246412 h 954500"/>
                <a:gd name="connsiteX17" fmla="*/ 472821 w 937450"/>
                <a:gd name="connsiteY17" fmla="*/ 164497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37450" h="954500">
                  <a:moveTo>
                    <a:pt x="463011" y="954310"/>
                  </a:moveTo>
                  <a:cubicBezTo>
                    <a:pt x="322326" y="954310"/>
                    <a:pt x="210027" y="911733"/>
                    <a:pt x="126016" y="826579"/>
                  </a:cubicBezTo>
                  <a:cubicBezTo>
                    <a:pt x="42006" y="741426"/>
                    <a:pt x="0" y="628459"/>
                    <a:pt x="0" y="487871"/>
                  </a:cubicBezTo>
                  <a:cubicBezTo>
                    <a:pt x="0" y="334709"/>
                    <a:pt x="43720" y="215170"/>
                    <a:pt x="131350" y="129064"/>
                  </a:cubicBezTo>
                  <a:cubicBezTo>
                    <a:pt x="218885" y="43053"/>
                    <a:pt x="336900" y="0"/>
                    <a:pt x="485204" y="0"/>
                  </a:cubicBezTo>
                  <a:cubicBezTo>
                    <a:pt x="633508" y="0"/>
                    <a:pt x="738664" y="41815"/>
                    <a:pt x="818198" y="125540"/>
                  </a:cubicBezTo>
                  <a:cubicBezTo>
                    <a:pt x="897731" y="209264"/>
                    <a:pt x="937451" y="325279"/>
                    <a:pt x="937451" y="473678"/>
                  </a:cubicBezTo>
                  <a:cubicBezTo>
                    <a:pt x="937451" y="622078"/>
                    <a:pt x="894588" y="735616"/>
                    <a:pt x="808768" y="823151"/>
                  </a:cubicBezTo>
                  <a:cubicBezTo>
                    <a:pt x="723043" y="910685"/>
                    <a:pt x="607695" y="954500"/>
                    <a:pt x="462915" y="954500"/>
                  </a:cubicBezTo>
                  <a:close/>
                  <a:moveTo>
                    <a:pt x="472821" y="164592"/>
                  </a:moveTo>
                  <a:cubicBezTo>
                    <a:pt x="392049" y="164592"/>
                    <a:pt x="328327" y="192786"/>
                    <a:pt x="281369" y="249174"/>
                  </a:cubicBezTo>
                  <a:cubicBezTo>
                    <a:pt x="234506" y="305562"/>
                    <a:pt x="211074" y="383286"/>
                    <a:pt x="211074" y="482441"/>
                  </a:cubicBezTo>
                  <a:cubicBezTo>
                    <a:pt x="211074" y="581597"/>
                    <a:pt x="234791" y="653225"/>
                    <a:pt x="282321" y="708088"/>
                  </a:cubicBezTo>
                  <a:cubicBezTo>
                    <a:pt x="329756" y="762953"/>
                    <a:pt x="393288" y="790480"/>
                    <a:pt x="472821" y="790480"/>
                  </a:cubicBezTo>
                  <a:cubicBezTo>
                    <a:pt x="552355" y="790480"/>
                    <a:pt x="616554" y="763524"/>
                    <a:pt x="660178" y="709422"/>
                  </a:cubicBezTo>
                  <a:cubicBezTo>
                    <a:pt x="703802" y="655415"/>
                    <a:pt x="725615" y="578549"/>
                    <a:pt x="725615" y="478822"/>
                  </a:cubicBezTo>
                  <a:cubicBezTo>
                    <a:pt x="725615" y="379095"/>
                    <a:pt x="703802" y="301085"/>
                    <a:pt x="660178" y="246412"/>
                  </a:cubicBezTo>
                  <a:cubicBezTo>
                    <a:pt x="616554" y="191834"/>
                    <a:pt x="554070" y="164497"/>
                    <a:pt x="472821" y="164497"/>
                  </a:cubicBez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0" name="Freeform: Shape 29">
              <a:extLst>
                <a:ext uri="{FF2B5EF4-FFF2-40B4-BE49-F238E27FC236}">
                  <a16:creationId xmlns:a16="http://schemas.microsoft.com/office/drawing/2014/main" id="{21258D29-252A-7890-CBA1-2D62B73CC6DF}"/>
                </a:ext>
              </a:extLst>
            </p:cNvPr>
            <p:cNvSpPr/>
            <p:nvPr/>
          </p:nvSpPr>
          <p:spPr bwMode="white">
            <a:xfrm>
              <a:off x="6867524" y="1907208"/>
              <a:ext cx="607218" cy="1370171"/>
            </a:xfrm>
            <a:custGeom>
              <a:avLst/>
              <a:gdLst>
                <a:gd name="connsiteX0" fmla="*/ 607123 w 607218"/>
                <a:gd name="connsiteY0" fmla="*/ 188786 h 1370171"/>
                <a:gd name="connsiteX1" fmla="*/ 511873 w 607218"/>
                <a:gd name="connsiteY1" fmla="*/ 164783 h 1370171"/>
                <a:gd name="connsiteX2" fmla="*/ 361379 w 607218"/>
                <a:gd name="connsiteY2" fmla="*/ 334804 h 1370171"/>
                <a:gd name="connsiteX3" fmla="*/ 361379 w 607218"/>
                <a:gd name="connsiteY3" fmla="*/ 458534 h 1370171"/>
                <a:gd name="connsiteX4" fmla="*/ 573310 w 607218"/>
                <a:gd name="connsiteY4" fmla="*/ 458534 h 1370171"/>
                <a:gd name="connsiteX5" fmla="*/ 573310 w 607218"/>
                <a:gd name="connsiteY5" fmla="*/ 620554 h 1370171"/>
                <a:gd name="connsiteX6" fmla="*/ 362331 w 607218"/>
                <a:gd name="connsiteY6" fmla="*/ 620554 h 1370171"/>
                <a:gd name="connsiteX7" fmla="*/ 362331 w 607218"/>
                <a:gd name="connsiteY7" fmla="*/ 1370171 h 1370171"/>
                <a:gd name="connsiteX8" fmla="*/ 155829 w 607218"/>
                <a:gd name="connsiteY8" fmla="*/ 1370171 h 1370171"/>
                <a:gd name="connsiteX9" fmla="*/ 155829 w 607218"/>
                <a:gd name="connsiteY9" fmla="*/ 620554 h 1370171"/>
                <a:gd name="connsiteX10" fmla="*/ 0 w 607218"/>
                <a:gd name="connsiteY10" fmla="*/ 620554 h 1370171"/>
                <a:gd name="connsiteX11" fmla="*/ 0 w 607218"/>
                <a:gd name="connsiteY11" fmla="*/ 458534 h 1370171"/>
                <a:gd name="connsiteX12" fmla="*/ 155829 w 607218"/>
                <a:gd name="connsiteY12" fmla="*/ 458534 h 1370171"/>
                <a:gd name="connsiteX13" fmla="*/ 155829 w 607218"/>
                <a:gd name="connsiteY13" fmla="*/ 310706 h 1370171"/>
                <a:gd name="connsiteX14" fmla="*/ 250222 w 607218"/>
                <a:gd name="connsiteY14" fmla="*/ 83249 h 1370171"/>
                <a:gd name="connsiteX15" fmla="*/ 486156 w 607218"/>
                <a:gd name="connsiteY15" fmla="*/ 0 h 1370171"/>
                <a:gd name="connsiteX16" fmla="*/ 607219 w 607218"/>
                <a:gd name="connsiteY16" fmla="*/ 16955 h 1370171"/>
                <a:gd name="connsiteX17" fmla="*/ 607219 w 607218"/>
                <a:gd name="connsiteY17" fmla="*/ 188786 h 1370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7218" h="1370171">
                  <a:moveTo>
                    <a:pt x="607123" y="188786"/>
                  </a:moveTo>
                  <a:cubicBezTo>
                    <a:pt x="579215" y="172784"/>
                    <a:pt x="547497" y="164783"/>
                    <a:pt x="511873" y="164783"/>
                  </a:cubicBezTo>
                  <a:cubicBezTo>
                    <a:pt x="411575" y="164783"/>
                    <a:pt x="361379" y="221456"/>
                    <a:pt x="361379" y="334804"/>
                  </a:cubicBezTo>
                  <a:lnTo>
                    <a:pt x="361379" y="458534"/>
                  </a:lnTo>
                  <a:lnTo>
                    <a:pt x="573310" y="458534"/>
                  </a:lnTo>
                  <a:lnTo>
                    <a:pt x="573310" y="620554"/>
                  </a:lnTo>
                  <a:lnTo>
                    <a:pt x="362331" y="620554"/>
                  </a:lnTo>
                  <a:lnTo>
                    <a:pt x="362331" y="1370171"/>
                  </a:lnTo>
                  <a:lnTo>
                    <a:pt x="155829" y="1370171"/>
                  </a:lnTo>
                  <a:lnTo>
                    <a:pt x="155829" y="620554"/>
                  </a:lnTo>
                  <a:lnTo>
                    <a:pt x="0" y="620554"/>
                  </a:lnTo>
                  <a:lnTo>
                    <a:pt x="0" y="458534"/>
                  </a:lnTo>
                  <a:lnTo>
                    <a:pt x="155829" y="458534"/>
                  </a:lnTo>
                  <a:lnTo>
                    <a:pt x="155829" y="310706"/>
                  </a:lnTo>
                  <a:cubicBezTo>
                    <a:pt x="155829" y="214598"/>
                    <a:pt x="187261" y="138779"/>
                    <a:pt x="250222" y="83249"/>
                  </a:cubicBezTo>
                  <a:cubicBezTo>
                    <a:pt x="313087" y="27718"/>
                    <a:pt x="391763" y="0"/>
                    <a:pt x="486156" y="0"/>
                  </a:cubicBezTo>
                  <a:cubicBezTo>
                    <a:pt x="537210" y="0"/>
                    <a:pt x="577501" y="5620"/>
                    <a:pt x="607219" y="16955"/>
                  </a:cubicBezTo>
                  <a:lnTo>
                    <a:pt x="607219" y="188786"/>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1" name="Freeform: Shape 30">
              <a:extLst>
                <a:ext uri="{FF2B5EF4-FFF2-40B4-BE49-F238E27FC236}">
                  <a16:creationId xmlns:a16="http://schemas.microsoft.com/office/drawing/2014/main" id="{4479E827-C57E-CA20-149D-7272F492FA52}"/>
                </a:ext>
              </a:extLst>
            </p:cNvPr>
            <p:cNvSpPr/>
            <p:nvPr/>
          </p:nvSpPr>
          <p:spPr bwMode="white">
            <a:xfrm>
              <a:off x="7398638" y="2095993"/>
              <a:ext cx="576929" cy="1201864"/>
            </a:xfrm>
            <a:custGeom>
              <a:avLst/>
              <a:gdLst>
                <a:gd name="connsiteX0" fmla="*/ 576834 w 576929"/>
                <a:gd name="connsiteY0" fmla="*/ 1171575 h 1201864"/>
                <a:gd name="connsiteX1" fmla="*/ 417481 w 576929"/>
                <a:gd name="connsiteY1" fmla="*/ 1201865 h 1201864"/>
                <a:gd name="connsiteX2" fmla="*/ 152209 w 576929"/>
                <a:gd name="connsiteY2" fmla="*/ 947261 h 1201864"/>
                <a:gd name="connsiteX3" fmla="*/ 152209 w 576929"/>
                <a:gd name="connsiteY3" fmla="*/ 431768 h 1201864"/>
                <a:gd name="connsiteX4" fmla="*/ 0 w 576929"/>
                <a:gd name="connsiteY4" fmla="*/ 431768 h 1201864"/>
                <a:gd name="connsiteX5" fmla="*/ 0 w 576929"/>
                <a:gd name="connsiteY5" fmla="*/ 269748 h 1201864"/>
                <a:gd name="connsiteX6" fmla="*/ 152209 w 576929"/>
                <a:gd name="connsiteY6" fmla="*/ 269748 h 1201864"/>
                <a:gd name="connsiteX7" fmla="*/ 152209 w 576929"/>
                <a:gd name="connsiteY7" fmla="*/ 58769 h 1201864"/>
                <a:gd name="connsiteX8" fmla="*/ 358807 w 576929"/>
                <a:gd name="connsiteY8" fmla="*/ 0 h 1201864"/>
                <a:gd name="connsiteX9" fmla="*/ 358807 w 576929"/>
                <a:gd name="connsiteY9" fmla="*/ 269748 h 1201864"/>
                <a:gd name="connsiteX10" fmla="*/ 576929 w 576929"/>
                <a:gd name="connsiteY10" fmla="*/ 269748 h 1201864"/>
                <a:gd name="connsiteX11" fmla="*/ 576929 w 576929"/>
                <a:gd name="connsiteY11" fmla="*/ 431768 h 1201864"/>
                <a:gd name="connsiteX12" fmla="*/ 358807 w 576929"/>
                <a:gd name="connsiteY12" fmla="*/ 431768 h 1201864"/>
                <a:gd name="connsiteX13" fmla="*/ 358807 w 576929"/>
                <a:gd name="connsiteY13" fmla="*/ 887635 h 1201864"/>
                <a:gd name="connsiteX14" fmla="*/ 388144 w 576929"/>
                <a:gd name="connsiteY14" fmla="*/ 1003364 h 1201864"/>
                <a:gd name="connsiteX15" fmla="*/ 486060 w 576929"/>
                <a:gd name="connsiteY15" fmla="*/ 1038035 h 1201864"/>
                <a:gd name="connsiteX16" fmla="*/ 576834 w 576929"/>
                <a:gd name="connsiteY16" fmla="*/ 1007745 h 1201864"/>
                <a:gd name="connsiteX17" fmla="*/ 576834 w 576929"/>
                <a:gd name="connsiteY17" fmla="*/ 1171575 h 1201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76929" h="1201864">
                  <a:moveTo>
                    <a:pt x="576834" y="1171575"/>
                  </a:moveTo>
                  <a:cubicBezTo>
                    <a:pt x="536448" y="1191768"/>
                    <a:pt x="483394" y="1201865"/>
                    <a:pt x="417481" y="1201865"/>
                  </a:cubicBezTo>
                  <a:cubicBezTo>
                    <a:pt x="240602" y="1201865"/>
                    <a:pt x="152209" y="1116997"/>
                    <a:pt x="152209" y="947261"/>
                  </a:cubicBezTo>
                  <a:lnTo>
                    <a:pt x="152209" y="431768"/>
                  </a:lnTo>
                  <a:lnTo>
                    <a:pt x="0" y="431768"/>
                  </a:lnTo>
                  <a:lnTo>
                    <a:pt x="0" y="269748"/>
                  </a:lnTo>
                  <a:lnTo>
                    <a:pt x="152209" y="269748"/>
                  </a:lnTo>
                  <a:lnTo>
                    <a:pt x="152209" y="58769"/>
                  </a:lnTo>
                  <a:lnTo>
                    <a:pt x="358807" y="0"/>
                  </a:lnTo>
                  <a:lnTo>
                    <a:pt x="358807" y="269748"/>
                  </a:lnTo>
                  <a:lnTo>
                    <a:pt x="576929" y="269748"/>
                  </a:lnTo>
                  <a:lnTo>
                    <a:pt x="576929" y="431768"/>
                  </a:lnTo>
                  <a:lnTo>
                    <a:pt x="358807" y="431768"/>
                  </a:lnTo>
                  <a:lnTo>
                    <a:pt x="358807" y="887635"/>
                  </a:lnTo>
                  <a:cubicBezTo>
                    <a:pt x="358807" y="941642"/>
                    <a:pt x="368618" y="980218"/>
                    <a:pt x="388144" y="1003364"/>
                  </a:cubicBezTo>
                  <a:cubicBezTo>
                    <a:pt x="407765" y="1026509"/>
                    <a:pt x="440341" y="1038035"/>
                    <a:pt x="486060" y="1038035"/>
                  </a:cubicBezTo>
                  <a:cubicBezTo>
                    <a:pt x="521112" y="1038035"/>
                    <a:pt x="551307" y="1027938"/>
                    <a:pt x="576834" y="1007745"/>
                  </a:cubicBezTo>
                  <a:lnTo>
                    <a:pt x="576834" y="1171575"/>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2" name="Freeform: Shape 31">
              <a:extLst>
                <a:ext uri="{FF2B5EF4-FFF2-40B4-BE49-F238E27FC236}">
                  <a16:creationId xmlns:a16="http://schemas.microsoft.com/office/drawing/2014/main" id="{89685AAF-E6CE-0A10-EBE5-9642E5DF5F7E}"/>
                </a:ext>
              </a:extLst>
            </p:cNvPr>
            <p:cNvSpPr/>
            <p:nvPr/>
          </p:nvSpPr>
          <p:spPr bwMode="white">
            <a:xfrm>
              <a:off x="747712" y="3824019"/>
              <a:ext cx="864584" cy="1276730"/>
            </a:xfrm>
            <a:custGeom>
              <a:avLst/>
              <a:gdLst>
                <a:gd name="connsiteX0" fmla="*/ 0 w 864584"/>
                <a:gd name="connsiteY0" fmla="*/ 1276636 h 1276730"/>
                <a:gd name="connsiteX1" fmla="*/ 0 w 864584"/>
                <a:gd name="connsiteY1" fmla="*/ 0 h 1276730"/>
                <a:gd name="connsiteX2" fmla="*/ 405098 w 864584"/>
                <a:gd name="connsiteY2" fmla="*/ 0 h 1276730"/>
                <a:gd name="connsiteX3" fmla="*/ 698468 w 864584"/>
                <a:gd name="connsiteY3" fmla="*/ 81058 h 1276730"/>
                <a:gd name="connsiteX4" fmla="*/ 806672 w 864584"/>
                <a:gd name="connsiteY4" fmla="*/ 292036 h 1276730"/>
                <a:gd name="connsiteX5" fmla="*/ 745236 w 864584"/>
                <a:gd name="connsiteY5" fmla="*/ 480822 h 1276730"/>
                <a:gd name="connsiteX6" fmla="*/ 575215 w 864584"/>
                <a:gd name="connsiteY6" fmla="*/ 594741 h 1276730"/>
                <a:gd name="connsiteX7" fmla="*/ 575215 w 864584"/>
                <a:gd name="connsiteY7" fmla="*/ 598265 h 1276730"/>
                <a:gd name="connsiteX8" fmla="*/ 785813 w 864584"/>
                <a:gd name="connsiteY8" fmla="*/ 695801 h 1276730"/>
                <a:gd name="connsiteX9" fmla="*/ 864584 w 864584"/>
                <a:gd name="connsiteY9" fmla="*/ 909923 h 1276730"/>
                <a:gd name="connsiteX10" fmla="*/ 735521 w 864584"/>
                <a:gd name="connsiteY10" fmla="*/ 1175194 h 1276730"/>
                <a:gd name="connsiteX11" fmla="*/ 409670 w 864584"/>
                <a:gd name="connsiteY11" fmla="*/ 1276731 h 1276730"/>
                <a:gd name="connsiteX12" fmla="*/ 0 w 864584"/>
                <a:gd name="connsiteY12" fmla="*/ 1276731 h 1276730"/>
                <a:gd name="connsiteX13" fmla="*/ 210979 w 864584"/>
                <a:gd name="connsiteY13" fmla="*/ 170021 h 1276730"/>
                <a:gd name="connsiteX14" fmla="*/ 210979 w 864584"/>
                <a:gd name="connsiteY14" fmla="*/ 533209 h 1276730"/>
                <a:gd name="connsiteX15" fmla="*/ 348044 w 864584"/>
                <a:gd name="connsiteY15" fmla="*/ 533209 h 1276730"/>
                <a:gd name="connsiteX16" fmla="*/ 521208 w 864584"/>
                <a:gd name="connsiteY16" fmla="*/ 481108 h 1276730"/>
                <a:gd name="connsiteX17" fmla="*/ 583978 w 864584"/>
                <a:gd name="connsiteY17" fmla="*/ 333756 h 1276730"/>
                <a:gd name="connsiteX18" fmla="*/ 364998 w 864584"/>
                <a:gd name="connsiteY18" fmla="*/ 169926 h 1276730"/>
                <a:gd name="connsiteX19" fmla="*/ 210979 w 864584"/>
                <a:gd name="connsiteY19" fmla="*/ 169926 h 1276730"/>
                <a:gd name="connsiteX20" fmla="*/ 210979 w 864584"/>
                <a:gd name="connsiteY20" fmla="*/ 703326 h 1276730"/>
                <a:gd name="connsiteX21" fmla="*/ 210979 w 864584"/>
                <a:gd name="connsiteY21" fmla="*/ 1107567 h 1276730"/>
                <a:gd name="connsiteX22" fmla="*/ 391668 w 864584"/>
                <a:gd name="connsiteY22" fmla="*/ 1107567 h 1276730"/>
                <a:gd name="connsiteX23" fmla="*/ 574643 w 864584"/>
                <a:gd name="connsiteY23" fmla="*/ 1052798 h 1276730"/>
                <a:gd name="connsiteX24" fmla="*/ 639223 w 864584"/>
                <a:gd name="connsiteY24" fmla="*/ 901922 h 1276730"/>
                <a:gd name="connsiteX25" fmla="*/ 364141 w 864584"/>
                <a:gd name="connsiteY25" fmla="*/ 703421 h 1276730"/>
                <a:gd name="connsiteX26" fmla="*/ 210979 w 864584"/>
                <a:gd name="connsiteY26" fmla="*/ 703421 h 1276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64584" h="1276730">
                  <a:moveTo>
                    <a:pt x="0" y="1276636"/>
                  </a:moveTo>
                  <a:lnTo>
                    <a:pt x="0" y="0"/>
                  </a:lnTo>
                  <a:lnTo>
                    <a:pt x="405098" y="0"/>
                  </a:lnTo>
                  <a:cubicBezTo>
                    <a:pt x="528542" y="0"/>
                    <a:pt x="626364" y="27051"/>
                    <a:pt x="698468" y="81058"/>
                  </a:cubicBezTo>
                  <a:cubicBezTo>
                    <a:pt x="770573" y="135064"/>
                    <a:pt x="806672" y="205359"/>
                    <a:pt x="806672" y="292036"/>
                  </a:cubicBezTo>
                  <a:cubicBezTo>
                    <a:pt x="806672" y="364426"/>
                    <a:pt x="786194" y="427387"/>
                    <a:pt x="745236" y="480822"/>
                  </a:cubicBezTo>
                  <a:cubicBezTo>
                    <a:pt x="704279" y="534257"/>
                    <a:pt x="647605" y="572262"/>
                    <a:pt x="575215" y="594741"/>
                  </a:cubicBezTo>
                  <a:lnTo>
                    <a:pt x="575215" y="598265"/>
                  </a:lnTo>
                  <a:cubicBezTo>
                    <a:pt x="663035" y="608362"/>
                    <a:pt x="733235" y="640842"/>
                    <a:pt x="785813" y="695801"/>
                  </a:cubicBezTo>
                  <a:cubicBezTo>
                    <a:pt x="838295" y="750665"/>
                    <a:pt x="864584" y="822103"/>
                    <a:pt x="864584" y="909923"/>
                  </a:cubicBezTo>
                  <a:cubicBezTo>
                    <a:pt x="864584" y="1019175"/>
                    <a:pt x="821531" y="1107567"/>
                    <a:pt x="735521" y="1175194"/>
                  </a:cubicBezTo>
                  <a:cubicBezTo>
                    <a:pt x="649415" y="1242822"/>
                    <a:pt x="540830" y="1276731"/>
                    <a:pt x="409670" y="1276731"/>
                  </a:cubicBezTo>
                  <a:lnTo>
                    <a:pt x="0" y="1276731"/>
                  </a:lnTo>
                  <a:close/>
                  <a:moveTo>
                    <a:pt x="210979" y="170021"/>
                  </a:moveTo>
                  <a:lnTo>
                    <a:pt x="210979" y="533209"/>
                  </a:lnTo>
                  <a:lnTo>
                    <a:pt x="348044" y="533209"/>
                  </a:lnTo>
                  <a:cubicBezTo>
                    <a:pt x="421672" y="533209"/>
                    <a:pt x="479393" y="515874"/>
                    <a:pt x="521208" y="481108"/>
                  </a:cubicBezTo>
                  <a:cubicBezTo>
                    <a:pt x="563023" y="446342"/>
                    <a:pt x="583978" y="397288"/>
                    <a:pt x="583978" y="333756"/>
                  </a:cubicBezTo>
                  <a:cubicBezTo>
                    <a:pt x="583978" y="224600"/>
                    <a:pt x="511016" y="169926"/>
                    <a:pt x="364998" y="169926"/>
                  </a:cubicBezTo>
                  <a:lnTo>
                    <a:pt x="210979" y="169926"/>
                  </a:lnTo>
                  <a:close/>
                  <a:moveTo>
                    <a:pt x="210979" y="703326"/>
                  </a:moveTo>
                  <a:lnTo>
                    <a:pt x="210979" y="1107567"/>
                  </a:lnTo>
                  <a:lnTo>
                    <a:pt x="391668" y="1107567"/>
                  </a:lnTo>
                  <a:cubicBezTo>
                    <a:pt x="470630" y="1107567"/>
                    <a:pt x="531590" y="1089279"/>
                    <a:pt x="574643" y="1052798"/>
                  </a:cubicBezTo>
                  <a:cubicBezTo>
                    <a:pt x="617696" y="1016318"/>
                    <a:pt x="639223" y="966026"/>
                    <a:pt x="639223" y="901922"/>
                  </a:cubicBezTo>
                  <a:cubicBezTo>
                    <a:pt x="639223" y="769620"/>
                    <a:pt x="547497" y="703421"/>
                    <a:pt x="364141" y="703421"/>
                  </a:cubicBezTo>
                  <a:lnTo>
                    <a:pt x="210979" y="703421"/>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3" name="Freeform: Shape 32">
              <a:extLst>
                <a:ext uri="{FF2B5EF4-FFF2-40B4-BE49-F238E27FC236}">
                  <a16:creationId xmlns:a16="http://schemas.microsoft.com/office/drawing/2014/main" id="{6D47342F-6E33-C310-3B4A-6DB6948CD42C}"/>
                </a:ext>
              </a:extLst>
            </p:cNvPr>
            <p:cNvSpPr/>
            <p:nvPr/>
          </p:nvSpPr>
          <p:spPr bwMode="white">
            <a:xfrm>
              <a:off x="1753361" y="4189016"/>
              <a:ext cx="812863" cy="932973"/>
            </a:xfrm>
            <a:custGeom>
              <a:avLst/>
              <a:gdLst>
                <a:gd name="connsiteX0" fmla="*/ 812863 w 812863"/>
                <a:gd name="connsiteY0" fmla="*/ 911638 h 932973"/>
                <a:gd name="connsiteX1" fmla="*/ 606362 w 812863"/>
                <a:gd name="connsiteY1" fmla="*/ 911638 h 932973"/>
                <a:gd name="connsiteX2" fmla="*/ 606362 w 812863"/>
                <a:gd name="connsiteY2" fmla="*/ 767429 h 932973"/>
                <a:gd name="connsiteX3" fmla="*/ 602742 w 812863"/>
                <a:gd name="connsiteY3" fmla="*/ 767429 h 932973"/>
                <a:gd name="connsiteX4" fmla="*/ 323183 w 812863"/>
                <a:gd name="connsiteY4" fmla="*/ 932974 h 932973"/>
                <a:gd name="connsiteX5" fmla="*/ 0 w 812863"/>
                <a:gd name="connsiteY5" fmla="*/ 544830 h 932973"/>
                <a:gd name="connsiteX6" fmla="*/ 0 w 812863"/>
                <a:gd name="connsiteY6" fmla="*/ 0 h 932973"/>
                <a:gd name="connsiteX7" fmla="*/ 206502 w 812863"/>
                <a:gd name="connsiteY7" fmla="*/ 0 h 932973"/>
                <a:gd name="connsiteX8" fmla="*/ 206502 w 812863"/>
                <a:gd name="connsiteY8" fmla="*/ 523494 h 932973"/>
                <a:gd name="connsiteX9" fmla="*/ 396145 w 812863"/>
                <a:gd name="connsiteY9" fmla="*/ 769239 h 932973"/>
                <a:gd name="connsiteX10" fmla="*/ 547021 w 812863"/>
                <a:gd name="connsiteY10" fmla="*/ 701612 h 932973"/>
                <a:gd name="connsiteX11" fmla="*/ 606266 w 812863"/>
                <a:gd name="connsiteY11" fmla="*/ 524447 h 932973"/>
                <a:gd name="connsiteX12" fmla="*/ 606266 w 812863"/>
                <a:gd name="connsiteY12" fmla="*/ 95 h 932973"/>
                <a:gd name="connsiteX13" fmla="*/ 812768 w 812863"/>
                <a:gd name="connsiteY13" fmla="*/ 95 h 932973"/>
                <a:gd name="connsiteX14" fmla="*/ 812768 w 812863"/>
                <a:gd name="connsiteY14" fmla="*/ 911733 h 9329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2863" h="932973">
                  <a:moveTo>
                    <a:pt x="812863" y="911638"/>
                  </a:moveTo>
                  <a:lnTo>
                    <a:pt x="606362" y="911638"/>
                  </a:lnTo>
                  <a:lnTo>
                    <a:pt x="606362" y="767429"/>
                  </a:lnTo>
                  <a:lnTo>
                    <a:pt x="602742" y="767429"/>
                  </a:lnTo>
                  <a:cubicBezTo>
                    <a:pt x="542830" y="877824"/>
                    <a:pt x="449580" y="932974"/>
                    <a:pt x="323183" y="932974"/>
                  </a:cubicBezTo>
                  <a:cubicBezTo>
                    <a:pt x="107728" y="932974"/>
                    <a:pt x="0" y="803624"/>
                    <a:pt x="0" y="544830"/>
                  </a:cubicBezTo>
                  <a:lnTo>
                    <a:pt x="0" y="0"/>
                  </a:lnTo>
                  <a:lnTo>
                    <a:pt x="206502" y="0"/>
                  </a:lnTo>
                  <a:lnTo>
                    <a:pt x="206502" y="523494"/>
                  </a:lnTo>
                  <a:cubicBezTo>
                    <a:pt x="206502" y="687324"/>
                    <a:pt x="269748" y="769239"/>
                    <a:pt x="396145" y="769239"/>
                  </a:cubicBezTo>
                  <a:cubicBezTo>
                    <a:pt x="457295" y="769239"/>
                    <a:pt x="507587" y="746665"/>
                    <a:pt x="547021" y="701612"/>
                  </a:cubicBezTo>
                  <a:cubicBezTo>
                    <a:pt x="586454" y="656558"/>
                    <a:pt x="606266" y="597408"/>
                    <a:pt x="606266" y="524447"/>
                  </a:cubicBezTo>
                  <a:lnTo>
                    <a:pt x="606266" y="95"/>
                  </a:lnTo>
                  <a:lnTo>
                    <a:pt x="812768" y="95"/>
                  </a:lnTo>
                  <a:lnTo>
                    <a:pt x="812768" y="911733"/>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4" name="Freeform: Shape 33">
              <a:extLst>
                <a:ext uri="{FF2B5EF4-FFF2-40B4-BE49-F238E27FC236}">
                  <a16:creationId xmlns:a16="http://schemas.microsoft.com/office/drawing/2014/main" id="{80420E76-AEB3-65EE-FDCE-6D201AB9FA24}"/>
                </a:ext>
              </a:extLst>
            </p:cNvPr>
            <p:cNvSpPr/>
            <p:nvPr/>
          </p:nvSpPr>
          <p:spPr bwMode="white">
            <a:xfrm>
              <a:off x="2761678" y="3762487"/>
              <a:ext cx="248412" cy="1338167"/>
            </a:xfrm>
            <a:custGeom>
              <a:avLst/>
              <a:gdLst>
                <a:gd name="connsiteX0" fmla="*/ 122872 w 248412"/>
                <a:gd name="connsiteY0" fmla="*/ 235077 h 1338167"/>
                <a:gd name="connsiteX1" fmla="*/ 36100 w 248412"/>
                <a:gd name="connsiteY1" fmla="*/ 202121 h 1338167"/>
                <a:gd name="connsiteX2" fmla="*/ 0 w 248412"/>
                <a:gd name="connsiteY2" fmla="*/ 118396 h 1338167"/>
                <a:gd name="connsiteX3" fmla="*/ 36100 w 248412"/>
                <a:gd name="connsiteY3" fmla="*/ 33814 h 1338167"/>
                <a:gd name="connsiteX4" fmla="*/ 122872 w 248412"/>
                <a:gd name="connsiteY4" fmla="*/ 0 h 1338167"/>
                <a:gd name="connsiteX5" fmla="*/ 211931 w 248412"/>
                <a:gd name="connsiteY5" fmla="*/ 33814 h 1338167"/>
                <a:gd name="connsiteX6" fmla="*/ 248412 w 248412"/>
                <a:gd name="connsiteY6" fmla="*/ 118396 h 1338167"/>
                <a:gd name="connsiteX7" fmla="*/ 211931 w 248412"/>
                <a:gd name="connsiteY7" fmla="*/ 200787 h 1338167"/>
                <a:gd name="connsiteX8" fmla="*/ 122872 w 248412"/>
                <a:gd name="connsiteY8" fmla="*/ 235077 h 1338167"/>
                <a:gd name="connsiteX9" fmla="*/ 225266 w 248412"/>
                <a:gd name="connsiteY9" fmla="*/ 1338167 h 1338167"/>
                <a:gd name="connsiteX10" fmla="*/ 18764 w 248412"/>
                <a:gd name="connsiteY10" fmla="*/ 1338167 h 1338167"/>
                <a:gd name="connsiteX11" fmla="*/ 18764 w 248412"/>
                <a:gd name="connsiteY11" fmla="*/ 426530 h 1338167"/>
                <a:gd name="connsiteX12" fmla="*/ 225266 w 248412"/>
                <a:gd name="connsiteY12" fmla="*/ 426530 h 1338167"/>
                <a:gd name="connsiteX13" fmla="*/ 225266 w 248412"/>
                <a:gd name="connsiteY13" fmla="*/ 1338167 h 13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8412" h="1338167">
                  <a:moveTo>
                    <a:pt x="122872" y="235077"/>
                  </a:moveTo>
                  <a:cubicBezTo>
                    <a:pt x="89059" y="235077"/>
                    <a:pt x="60103" y="224123"/>
                    <a:pt x="36100" y="202121"/>
                  </a:cubicBezTo>
                  <a:cubicBezTo>
                    <a:pt x="12097" y="180213"/>
                    <a:pt x="0" y="152305"/>
                    <a:pt x="0" y="118396"/>
                  </a:cubicBezTo>
                  <a:cubicBezTo>
                    <a:pt x="0" y="84487"/>
                    <a:pt x="12001" y="56388"/>
                    <a:pt x="36100" y="33814"/>
                  </a:cubicBezTo>
                  <a:cubicBezTo>
                    <a:pt x="60103" y="11240"/>
                    <a:pt x="89059" y="0"/>
                    <a:pt x="122872" y="0"/>
                  </a:cubicBezTo>
                  <a:cubicBezTo>
                    <a:pt x="156686" y="0"/>
                    <a:pt x="187547" y="11240"/>
                    <a:pt x="211931" y="33814"/>
                  </a:cubicBezTo>
                  <a:cubicBezTo>
                    <a:pt x="236220" y="56388"/>
                    <a:pt x="248412" y="84582"/>
                    <a:pt x="248412" y="118396"/>
                  </a:cubicBezTo>
                  <a:cubicBezTo>
                    <a:pt x="248412" y="150495"/>
                    <a:pt x="236220" y="177927"/>
                    <a:pt x="211931" y="200787"/>
                  </a:cubicBezTo>
                  <a:cubicBezTo>
                    <a:pt x="187547" y="223647"/>
                    <a:pt x="157925" y="235077"/>
                    <a:pt x="122872" y="235077"/>
                  </a:cubicBezTo>
                  <a:close/>
                  <a:moveTo>
                    <a:pt x="225266" y="1338167"/>
                  </a:moveTo>
                  <a:lnTo>
                    <a:pt x="18764" y="1338167"/>
                  </a:lnTo>
                  <a:lnTo>
                    <a:pt x="18764" y="426530"/>
                  </a:lnTo>
                  <a:lnTo>
                    <a:pt x="225266" y="426530"/>
                  </a:lnTo>
                  <a:lnTo>
                    <a:pt x="225266" y="1338167"/>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5" name="Freeform: Shape 34">
              <a:extLst>
                <a:ext uri="{FF2B5EF4-FFF2-40B4-BE49-F238E27FC236}">
                  <a16:creationId xmlns:a16="http://schemas.microsoft.com/office/drawing/2014/main" id="{9279EA27-BDCF-7F8B-7B2D-C206ABC3C20D}"/>
                </a:ext>
              </a:extLst>
            </p:cNvPr>
            <p:cNvSpPr/>
            <p:nvPr/>
          </p:nvSpPr>
          <p:spPr bwMode="white">
            <a:xfrm>
              <a:off x="3201923" y="3750962"/>
              <a:ext cx="207454" cy="1349692"/>
            </a:xfrm>
            <a:custGeom>
              <a:avLst/>
              <a:gdLst>
                <a:gd name="connsiteX0" fmla="*/ 207454 w 207454"/>
                <a:gd name="connsiteY0" fmla="*/ 1349692 h 1349692"/>
                <a:gd name="connsiteX1" fmla="*/ 0 w 207454"/>
                <a:gd name="connsiteY1" fmla="*/ 1349692 h 1349692"/>
                <a:gd name="connsiteX2" fmla="*/ 0 w 207454"/>
                <a:gd name="connsiteY2" fmla="*/ 0 h 1349692"/>
                <a:gd name="connsiteX3" fmla="*/ 207454 w 207454"/>
                <a:gd name="connsiteY3" fmla="*/ 0 h 1349692"/>
                <a:gd name="connsiteX4" fmla="*/ 207454 w 207454"/>
                <a:gd name="connsiteY4" fmla="*/ 1349692 h 13496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7454" h="1349692">
                  <a:moveTo>
                    <a:pt x="207454" y="1349692"/>
                  </a:moveTo>
                  <a:lnTo>
                    <a:pt x="0" y="1349692"/>
                  </a:lnTo>
                  <a:lnTo>
                    <a:pt x="0" y="0"/>
                  </a:lnTo>
                  <a:lnTo>
                    <a:pt x="207454" y="0"/>
                  </a:lnTo>
                  <a:lnTo>
                    <a:pt x="207454" y="1349692"/>
                  </a:ln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6" name="Freeform: Shape 35">
              <a:extLst>
                <a:ext uri="{FF2B5EF4-FFF2-40B4-BE49-F238E27FC236}">
                  <a16:creationId xmlns:a16="http://schemas.microsoft.com/office/drawing/2014/main" id="{02A0F44C-FB10-0AF7-02B0-8BFF25C72AF1}"/>
                </a:ext>
              </a:extLst>
            </p:cNvPr>
            <p:cNvSpPr/>
            <p:nvPr/>
          </p:nvSpPr>
          <p:spPr bwMode="white">
            <a:xfrm>
              <a:off x="3564826" y="3751152"/>
              <a:ext cx="887634" cy="1370933"/>
            </a:xfrm>
            <a:custGeom>
              <a:avLst/>
              <a:gdLst>
                <a:gd name="connsiteX0" fmla="*/ 887635 w 887634"/>
                <a:gd name="connsiteY0" fmla="*/ 1349502 h 1370933"/>
                <a:gd name="connsiteX1" fmla="*/ 681038 w 887634"/>
                <a:gd name="connsiteY1" fmla="*/ 1349502 h 1370933"/>
                <a:gd name="connsiteX2" fmla="*/ 681038 w 887634"/>
                <a:gd name="connsiteY2" fmla="*/ 1194626 h 1370933"/>
                <a:gd name="connsiteX3" fmla="*/ 677513 w 887634"/>
                <a:gd name="connsiteY3" fmla="*/ 1194626 h 1370933"/>
                <a:gd name="connsiteX4" fmla="*/ 370332 w 887634"/>
                <a:gd name="connsiteY4" fmla="*/ 1370933 h 1370933"/>
                <a:gd name="connsiteX5" fmla="*/ 101060 w 887634"/>
                <a:gd name="connsiteY5" fmla="*/ 1248537 h 1370933"/>
                <a:gd name="connsiteX6" fmla="*/ 0 w 887634"/>
                <a:gd name="connsiteY6" fmla="*/ 915162 h 1370933"/>
                <a:gd name="connsiteX7" fmla="*/ 111728 w 887634"/>
                <a:gd name="connsiteY7" fmla="*/ 552831 h 1370933"/>
                <a:gd name="connsiteX8" fmla="*/ 409575 w 887634"/>
                <a:gd name="connsiteY8" fmla="*/ 416624 h 1370933"/>
                <a:gd name="connsiteX9" fmla="*/ 677513 w 887634"/>
                <a:gd name="connsiteY9" fmla="*/ 564452 h 1370933"/>
                <a:gd name="connsiteX10" fmla="*/ 681038 w 887634"/>
                <a:gd name="connsiteY10" fmla="*/ 564452 h 1370933"/>
                <a:gd name="connsiteX11" fmla="*/ 681038 w 887634"/>
                <a:gd name="connsiteY11" fmla="*/ 0 h 1370933"/>
                <a:gd name="connsiteX12" fmla="*/ 887635 w 887634"/>
                <a:gd name="connsiteY12" fmla="*/ 0 h 1370933"/>
                <a:gd name="connsiteX13" fmla="*/ 887635 w 887634"/>
                <a:gd name="connsiteY13" fmla="*/ 1349693 h 1370933"/>
                <a:gd name="connsiteX14" fmla="*/ 683705 w 887634"/>
                <a:gd name="connsiteY14" fmla="*/ 932879 h 1370933"/>
                <a:gd name="connsiteX15" fmla="*/ 683705 w 887634"/>
                <a:gd name="connsiteY15" fmla="*/ 813530 h 1370933"/>
                <a:gd name="connsiteX16" fmla="*/ 620458 w 887634"/>
                <a:gd name="connsiteY16" fmla="*/ 648843 h 1370933"/>
                <a:gd name="connsiteX17" fmla="*/ 459296 w 887634"/>
                <a:gd name="connsiteY17" fmla="*/ 581216 h 1370933"/>
                <a:gd name="connsiteX18" fmla="*/ 277273 w 887634"/>
                <a:gd name="connsiteY18" fmla="*/ 667607 h 1370933"/>
                <a:gd name="connsiteX19" fmla="*/ 210979 w 887634"/>
                <a:gd name="connsiteY19" fmla="*/ 907066 h 1370933"/>
                <a:gd name="connsiteX20" fmla="*/ 274606 w 887634"/>
                <a:gd name="connsiteY20" fmla="*/ 1126522 h 1370933"/>
                <a:gd name="connsiteX21" fmla="*/ 445960 w 887634"/>
                <a:gd name="connsiteY21" fmla="*/ 1207103 h 1370933"/>
                <a:gd name="connsiteX22" fmla="*/ 617791 w 887634"/>
                <a:gd name="connsiteY22" fmla="*/ 1129189 h 1370933"/>
                <a:gd name="connsiteX23" fmla="*/ 683705 w 887634"/>
                <a:gd name="connsiteY23" fmla="*/ 932879 h 137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87634" h="1370933">
                  <a:moveTo>
                    <a:pt x="887635" y="1349502"/>
                  </a:moveTo>
                  <a:lnTo>
                    <a:pt x="681038" y="1349502"/>
                  </a:lnTo>
                  <a:lnTo>
                    <a:pt x="681038" y="1194626"/>
                  </a:lnTo>
                  <a:lnTo>
                    <a:pt x="677513" y="1194626"/>
                  </a:lnTo>
                  <a:cubicBezTo>
                    <a:pt x="611029" y="1312164"/>
                    <a:pt x="508635" y="1370933"/>
                    <a:pt x="370332" y="1370933"/>
                  </a:cubicBezTo>
                  <a:cubicBezTo>
                    <a:pt x="258127" y="1370933"/>
                    <a:pt x="168402" y="1330166"/>
                    <a:pt x="101060" y="1248537"/>
                  </a:cubicBezTo>
                  <a:cubicBezTo>
                    <a:pt x="33718" y="1166908"/>
                    <a:pt x="0" y="1055751"/>
                    <a:pt x="0" y="915162"/>
                  </a:cubicBezTo>
                  <a:cubicBezTo>
                    <a:pt x="0" y="764381"/>
                    <a:pt x="37243" y="643604"/>
                    <a:pt x="111728" y="552831"/>
                  </a:cubicBezTo>
                  <a:cubicBezTo>
                    <a:pt x="186214" y="462058"/>
                    <a:pt x="285464" y="416624"/>
                    <a:pt x="409575" y="416624"/>
                  </a:cubicBezTo>
                  <a:cubicBezTo>
                    <a:pt x="533686" y="416624"/>
                    <a:pt x="621792" y="465868"/>
                    <a:pt x="677513" y="564452"/>
                  </a:cubicBezTo>
                  <a:lnTo>
                    <a:pt x="681038" y="564452"/>
                  </a:lnTo>
                  <a:lnTo>
                    <a:pt x="681038" y="0"/>
                  </a:lnTo>
                  <a:lnTo>
                    <a:pt x="887635" y="0"/>
                  </a:lnTo>
                  <a:lnTo>
                    <a:pt x="887635" y="1349693"/>
                  </a:lnTo>
                  <a:close/>
                  <a:moveTo>
                    <a:pt x="683705" y="932879"/>
                  </a:moveTo>
                  <a:lnTo>
                    <a:pt x="683705" y="813530"/>
                  </a:lnTo>
                  <a:cubicBezTo>
                    <a:pt x="683705" y="748855"/>
                    <a:pt x="662654" y="693896"/>
                    <a:pt x="620458" y="648843"/>
                  </a:cubicBezTo>
                  <a:cubicBezTo>
                    <a:pt x="578358" y="603695"/>
                    <a:pt x="524637" y="581216"/>
                    <a:pt x="459296" y="581216"/>
                  </a:cubicBezTo>
                  <a:cubicBezTo>
                    <a:pt x="382143" y="581216"/>
                    <a:pt x="321469" y="609981"/>
                    <a:pt x="277273" y="667607"/>
                  </a:cubicBezTo>
                  <a:cubicBezTo>
                    <a:pt x="233077" y="725138"/>
                    <a:pt x="210979" y="805053"/>
                    <a:pt x="210979" y="907066"/>
                  </a:cubicBezTo>
                  <a:cubicBezTo>
                    <a:pt x="210979" y="999649"/>
                    <a:pt x="232220" y="1072801"/>
                    <a:pt x="274606" y="1126522"/>
                  </a:cubicBezTo>
                  <a:cubicBezTo>
                    <a:pt x="316992" y="1180243"/>
                    <a:pt x="374142" y="1207103"/>
                    <a:pt x="445960" y="1207103"/>
                  </a:cubicBezTo>
                  <a:cubicBezTo>
                    <a:pt x="517779" y="1207103"/>
                    <a:pt x="573881" y="1181100"/>
                    <a:pt x="617791" y="1129189"/>
                  </a:cubicBezTo>
                  <a:cubicBezTo>
                    <a:pt x="661702" y="1077278"/>
                    <a:pt x="683705" y="1011841"/>
                    <a:pt x="683705" y="932879"/>
                  </a:cubicBezTo>
                  <a:close/>
                </a:path>
              </a:pathLst>
            </a:custGeom>
            <a:grpFill/>
            <a:ln w="9525" cap="flat">
              <a:noFill/>
              <a:prstDash val="solid"/>
              <a:miter/>
            </a:ln>
          </p:spPr>
          <p:txBody>
            <a:bodyPr rtlCol="0" anchor="ct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grpSp>
    </p:spTree>
    <p:extLst>
      <p:ext uri="{BB962C8B-B14F-4D97-AF65-F5344CB8AC3E}">
        <p14:creationId xmlns:p14="http://schemas.microsoft.com/office/powerpoint/2010/main" val="1504706150"/>
      </p:ext>
    </p:extLst>
  </p:cSld>
  <p:clrMapOvr>
    <a:masterClrMapping/>
  </p:clrMapOvr>
  <p:transition>
    <p:fade/>
  </p:transition>
</p:sldLayout>
</file>

<file path=ppt/slideLayouts/slideLayout312.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5B8EF10-4115-7EE6-1249-D6DC0A94D9B0}"/>
              </a:ext>
            </a:extLst>
          </p:cNvPr>
          <p:cNvPicPr>
            <a:picLocks noChangeAspect="1"/>
          </p:cNvPicPr>
          <p:nvPr userDrawn="1"/>
        </p:nvPicPr>
        <p:blipFill>
          <a:blip r:embed="rId2"/>
          <a:srcRect/>
          <a:stretch/>
        </p:blipFill>
        <p:spPr>
          <a:xfrm>
            <a:off x="1" y="0"/>
            <a:ext cx="12191998" cy="6857999"/>
          </a:xfrm>
          <a:prstGeom prst="rect">
            <a:avLst/>
          </a:prstGeom>
        </p:spPr>
      </p:pic>
      <p:sp>
        <p:nvSpPr>
          <p:cNvPr id="9" name="Title 1"/>
          <p:cNvSpPr>
            <a:spLocks noGrp="1"/>
          </p:cNvSpPr>
          <p:nvPr>
            <p:ph type="title" hasCustomPrompt="1"/>
          </p:nvPr>
        </p:nvSpPr>
        <p:spPr bwMode="white">
          <a:xfrm>
            <a:off x="584200" y="2918223"/>
            <a:ext cx="9144000" cy="615553"/>
          </a:xfrm>
          <a:noFill/>
        </p:spPr>
        <p:txBody>
          <a:bodyPr vert="horz" wrap="square" lIns="0" tIns="0" rIns="0" bIns="0" rtlCol="0" anchor="b" anchorCtr="0">
            <a:spAutoFit/>
          </a:bodyPr>
          <a:lstStyle>
            <a:lvl1pPr>
              <a:defRPr lang="en-US" sz="4000" dirty="0">
                <a:solidFill>
                  <a:srgbClr val="D4EC8E"/>
                </a:solidFill>
              </a:defRPr>
            </a:lvl1pPr>
          </a:lstStyle>
          <a:p>
            <a:pPr lvl="0"/>
            <a:r>
              <a:rPr lang="en-US"/>
              <a:t>Event name or presentation title </a:t>
            </a:r>
          </a:p>
        </p:txBody>
      </p:sp>
      <p:sp>
        <p:nvSpPr>
          <p:cNvPr id="5" name="Text Placeholder 4"/>
          <p:cNvSpPr>
            <a:spLocks noGrp="1"/>
          </p:cNvSpPr>
          <p:nvPr>
            <p:ph type="body" sz="quarter" idx="12" hasCustomPrompt="1"/>
          </p:nvPr>
        </p:nvSpPr>
        <p:spPr bwMode="white">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white">
          <a:xfrm>
            <a:off x="584200" y="585788"/>
            <a:ext cx="1366245" cy="292608"/>
          </a:xfrm>
          <a:prstGeom prst="rect">
            <a:avLst/>
          </a:prstGeom>
        </p:spPr>
      </p:pic>
    </p:spTree>
    <p:extLst>
      <p:ext uri="{BB962C8B-B14F-4D97-AF65-F5344CB8AC3E}">
        <p14:creationId xmlns:p14="http://schemas.microsoft.com/office/powerpoint/2010/main" val="1580492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313.xml><?xml version="1.0" encoding="utf-8"?>
<p:sldLayout xmlns:a="http://schemas.openxmlformats.org/drawingml/2006/main" xmlns:r="http://schemas.openxmlformats.org/officeDocument/2006/relationships" xmlns:p="http://schemas.openxmlformats.org/presentationml/2006/main" preserve="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white - EMF" descr="Microsoft logo white text version">
            <a:extLst>
              <a:ext uri="{FF2B5EF4-FFF2-40B4-BE49-F238E27FC236}">
                <a16:creationId xmlns:a16="http://schemas.microsoft.com/office/drawing/2014/main" id="{74FE235F-02A3-CF25-8716-2552AE84423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84689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1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71736082"/>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315.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4578382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16.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23497233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317.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5734520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318.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563481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319.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Box 2">
            <a:extLst>
              <a:ext uri="{FF2B5EF4-FFF2-40B4-BE49-F238E27FC236}">
                <a16:creationId xmlns:a16="http://schemas.microsoft.com/office/drawing/2014/main" id="{807CBEB8-AFEF-362F-CB36-DC00FA4C6C8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35897611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320.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26392303"/>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6009406"/>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322.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997939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80268672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24.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172808109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325.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3781334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326.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885154912"/>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327.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70856585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328.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52391093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263589474"/>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11129476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93782140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831152144"/>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333.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574258171"/>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334.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49255930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335.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037711202"/>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336.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274998006"/>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337.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2722201294"/>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338.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01697453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339.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4279376627"/>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340.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311170391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341.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873535782"/>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342.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09729752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343.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97051055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344.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9306595"/>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345.xml><?xml version="1.0" encoding="utf-8"?>
<p:sldLayout xmlns:a="http://schemas.openxmlformats.org/drawingml/2006/main" xmlns:r="http://schemas.openxmlformats.org/officeDocument/2006/relationships" xmlns:p="http://schemas.openxmlformats.org/presentationml/2006/main" preserve="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UI"/>
                <a:ea typeface="+mn-ea"/>
                <a:cs typeface="+mn-cs"/>
              </a:rPr>
              <a:t>ELT layout</a:t>
            </a:r>
          </a:p>
        </p:txBody>
      </p:sp>
    </p:spTree>
    <p:extLst>
      <p:ext uri="{BB962C8B-B14F-4D97-AF65-F5344CB8AC3E}">
        <p14:creationId xmlns:p14="http://schemas.microsoft.com/office/powerpoint/2010/main" val="192008613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346.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937419062"/>
      </p:ext>
    </p:extLst>
  </p:cSld>
  <p:clrMapOvr>
    <a:masterClrMapping/>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347.xml><?xml version="1.0" encoding="utf-8"?>
<p:sldLayout xmlns:a="http://schemas.openxmlformats.org/drawingml/2006/main" xmlns:r="http://schemas.openxmlformats.org/officeDocument/2006/relationships" xmlns:p="http://schemas.openxmlformats.org/presentationml/2006/main" preserve="1">
  <p:cSld name="Code Bottom">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263851992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348.xml><?xml version="1.0" encoding="utf-8"?>
<p:sldLayout xmlns:a="http://schemas.openxmlformats.org/drawingml/2006/main" xmlns:r="http://schemas.openxmlformats.org/officeDocument/2006/relationships" xmlns:p="http://schemas.openxmlformats.org/presentationml/2006/main" preserve="1">
  <p:cSld name="Code Top">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59756485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349.xml><?xml version="1.0" encoding="utf-8"?>
<p:sldLayout xmlns:a="http://schemas.openxmlformats.org/drawingml/2006/main" xmlns:r="http://schemas.openxmlformats.org/officeDocument/2006/relationships" xmlns:p="http://schemas.openxmlformats.org/presentationml/2006/main" preserve="1">
  <p:cSld name="Code Right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321922163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350.xml><?xml version="1.0" encoding="utf-8"?>
<p:sldLayout xmlns:a="http://schemas.openxmlformats.org/drawingml/2006/main" xmlns:r="http://schemas.openxmlformats.org/officeDocument/2006/relationships" xmlns:p="http://schemas.openxmlformats.org/presentationml/2006/main" preserve="1">
  <p:cSld name="Code Left s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18039145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351.xml><?xml version="1.0" encoding="utf-8"?>
<p:sldLayout xmlns:a="http://schemas.openxmlformats.org/drawingml/2006/main" xmlns:r="http://schemas.openxmlformats.org/officeDocument/2006/relationships" xmlns:p="http://schemas.openxmlformats.org/presentationml/2006/main" preserve="1">
  <p:cSld name="Demo slide">
    <p:bg>
      <p:bgPr>
        <a:solidFill>
          <a:srgbClr val="2A446F"/>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1F64A13-1480-A771-C5E0-989748C7DB46}"/>
              </a:ext>
            </a:extLst>
          </p:cNvPr>
          <p:cNvPicPr>
            <a:picLocks noChangeAspect="1"/>
          </p:cNvPicPr>
          <p:nvPr userDrawn="1"/>
        </p:nvPicPr>
        <p:blipFill>
          <a:blip r:embed="rId2"/>
          <a:srcRect/>
          <a:stretch/>
        </p:blipFill>
        <p:spPr>
          <a:xfrm>
            <a:off x="8449366" y="688"/>
            <a:ext cx="3742634" cy="6856622"/>
          </a:xfrm>
          <a:prstGeom prst="rect">
            <a:avLst/>
          </a:prstGeom>
        </p:spPr>
      </p:pic>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10666754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352.xml><?xml version="1.0" encoding="utf-8"?>
<p:sldLayout xmlns:a="http://schemas.openxmlformats.org/drawingml/2006/main" xmlns:r="http://schemas.openxmlformats.org/officeDocument/2006/relationships" xmlns:p="http://schemas.openxmlformats.org/presentationml/2006/main" preserve="1">
  <p:cSld name="Demo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447975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p:cSld name="Section Title">
    <p:bg>
      <p:bgPr>
        <a:solidFill>
          <a:srgbClr val="2A446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0D0199-9B4A-EF92-5063-6750098BCE42}"/>
              </a:ext>
            </a:extLst>
          </p:cNvPr>
          <p:cNvPicPr>
            <a:picLocks noChangeAspect="1"/>
          </p:cNvPicPr>
          <p:nvPr userDrawn="1"/>
        </p:nvPicPr>
        <p:blipFill>
          <a:blip r:embed="rId2"/>
          <a:srcRect/>
          <a:stretch/>
        </p:blipFill>
        <p:spPr>
          <a:xfrm>
            <a:off x="9700717" y="0"/>
            <a:ext cx="2490825" cy="6858000"/>
          </a:xfrm>
          <a:prstGeom prst="rect">
            <a:avLst/>
          </a:prstGeom>
        </p:spPr>
      </p:pic>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1611681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354.xml><?xml version="1.0" encoding="utf-8"?>
<p:sldLayout xmlns:a="http://schemas.openxmlformats.org/drawingml/2006/main" xmlns:r="http://schemas.openxmlformats.org/officeDocument/2006/relationships" xmlns:p="http://schemas.openxmlformats.org/presentationml/2006/main" preserve="1">
  <p:cSld name="Section Titl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2658831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18853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56.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0392820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57.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marL="0" marR="0" lvl="0" indent="0" algn="l" defTabSz="932290" rtl="0" eaLnBrk="0" fontAlgn="auto" latinLnBrk="0" hangingPunct="0">
              <a:lnSpc>
                <a:spcPct val="100000"/>
              </a:lnSpc>
              <a:spcBef>
                <a:spcPts val="0"/>
              </a:spcBef>
              <a:spcAft>
                <a:spcPts val="0"/>
              </a:spcAft>
              <a:buClrTx/>
              <a:buSzTx/>
              <a:buFontTx/>
              <a:buNone/>
              <a:tabLst/>
              <a:defRPr/>
            </a:pPr>
            <a:r>
              <a:rPr kumimoji="0" lang="en-US" sz="700" b="0" i="0" u="none" strike="noStrike" kern="1200" cap="none" spc="0" normalizeH="0" baseline="0" noProof="0">
                <a:ln>
                  <a:noFill/>
                </a:ln>
                <a:solidFill>
                  <a:srgbClr val="FFFFFF"/>
                </a:solidFill>
                <a:effectLst/>
                <a:uLnTx/>
                <a:uFillTx/>
                <a:latin typeface="Segoe UI"/>
                <a:ea typeface="+mn-ea"/>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05154410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58.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2466354455"/>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359.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38650-56F0-68CB-C138-894DCB476C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3FE6D98-AAF1-F1DD-E090-879E19AD9C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131BB77-9610-29D8-A007-222F812725BE}"/>
              </a:ext>
            </a:extLst>
          </p:cNvPr>
          <p:cNvSpPr>
            <a:spLocks noGrp="1"/>
          </p:cNvSpPr>
          <p:nvPr>
            <p:ph type="dt" sz="half" idx="10"/>
          </p:nvPr>
        </p:nvSpPr>
        <p:spPr/>
        <p:txBody>
          <a:bodyPr/>
          <a:lstStyle/>
          <a:p>
            <a:fld id="{DB8F75B8-0206-4047-A67E-213EEEB5FDEC}" type="datetimeFigureOut">
              <a:rPr lang="en-US" smtClean="0"/>
              <a:t>9/28/2026</a:t>
            </a:fld>
            <a:endParaRPr lang="en-US"/>
          </a:p>
        </p:txBody>
      </p:sp>
      <p:sp>
        <p:nvSpPr>
          <p:cNvPr id="5" name="Footer Placeholder 4">
            <a:extLst>
              <a:ext uri="{FF2B5EF4-FFF2-40B4-BE49-F238E27FC236}">
                <a16:creationId xmlns:a16="http://schemas.microsoft.com/office/drawing/2014/main" id="{A7E5F1FF-FBD1-DFE9-0D16-EF671E8F6B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037BAD-D5BB-6DA2-7F22-89917C98CEF5}"/>
              </a:ext>
            </a:extLst>
          </p:cNvPr>
          <p:cNvSpPr>
            <a:spLocks noGrp="1"/>
          </p:cNvSpPr>
          <p:nvPr>
            <p:ph type="sldNum" sz="quarter" idx="12"/>
          </p:nvPr>
        </p:nvSpPr>
        <p:spPr/>
        <p:txBody>
          <a:bodyPr/>
          <a:lstStyle/>
          <a:p>
            <a:fld id="{0A44C6BE-DF8D-4FD8-8300-CB623C48072B}" type="slidenum">
              <a:rPr lang="en-US" smtClean="0"/>
              <a:t>‹#›</a:t>
            </a:fld>
            <a:endParaRPr lang="en-US"/>
          </a:p>
        </p:txBody>
      </p:sp>
    </p:spTree>
    <p:extLst>
      <p:ext uri="{BB962C8B-B14F-4D97-AF65-F5344CB8AC3E}">
        <p14:creationId xmlns:p14="http://schemas.microsoft.com/office/powerpoint/2010/main" val="3438790494"/>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userDrawn="1">
  <p:cSld name="Blank 3">
    <p:bg>
      <p:bgPr>
        <a:solidFill>
          <a:srgbClr val="45414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696349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61.xml><?xml version="1.0" encoding="utf-8"?>
<p:sldLayout xmlns:a="http://schemas.openxmlformats.org/drawingml/2006/main" xmlns:r="http://schemas.openxmlformats.org/officeDocument/2006/relationships" xmlns:p="http://schemas.openxmlformats.org/presentationml/2006/main" userDrawn="1">
  <p:cSld name="20_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44DAAA5-8D22-4214-BB05-9157E52DC9F3}"/>
              </a:ext>
            </a:extLst>
          </p:cNvPr>
          <p:cNvSpPr>
            <a:spLocks noGrp="1"/>
          </p:cNvSpPr>
          <p:nvPr>
            <p:ph type="title"/>
          </p:nvPr>
        </p:nvSpPr>
        <p:spPr/>
        <p:txBody>
          <a:bodyPr/>
          <a:lstStyle/>
          <a:p>
            <a:r>
              <a:rPr lang="en-US"/>
              <a:t>Click to edit Master title style</a:t>
            </a:r>
          </a:p>
        </p:txBody>
      </p:sp>
      <p:sp>
        <p:nvSpPr>
          <p:cNvPr id="6" name="Rectangle 5">
            <a:extLst>
              <a:ext uri="{FF2B5EF4-FFF2-40B4-BE49-F238E27FC236}">
                <a16:creationId xmlns:a16="http://schemas.microsoft.com/office/drawing/2014/main" id="{10BBD400-9D84-7E0A-67AC-12C476679D04}"/>
              </a:ext>
              <a:ext uri="{C183D7F6-B498-43B3-948B-1728B52AA6E4}">
                <adec:decorative xmlns:adec="http://schemas.microsoft.com/office/drawing/2017/decorative" val="1"/>
              </a:ext>
            </a:extLst>
          </p:cNvPr>
          <p:cNvSpPr/>
          <p:nvPr/>
        </p:nvSpPr>
        <p:spPr bwMode="auto">
          <a:xfrm>
            <a:off x="584200" y="1141448"/>
            <a:ext cx="10957829" cy="4853657"/>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err="1">
              <a:solidFill>
                <a:schemeClr val="accent1">
                  <a:lumMod val="60000"/>
                  <a:lumOff val="40000"/>
                </a:schemeClr>
              </a:solidFill>
              <a:cs typeface="Segoe UI" pitchFamily="34" charset="0"/>
            </a:endParaRPr>
          </a:p>
        </p:txBody>
      </p:sp>
      <p:sp>
        <p:nvSpPr>
          <p:cNvPr id="139" name="Text Placeholder 16">
            <a:extLst>
              <a:ext uri="{FF2B5EF4-FFF2-40B4-BE49-F238E27FC236}">
                <a16:creationId xmlns:a16="http://schemas.microsoft.com/office/drawing/2014/main" id="{37B83A8A-C4C8-7CB9-0305-6ADEF13573BF}"/>
              </a:ext>
            </a:extLst>
          </p:cNvPr>
          <p:cNvSpPr>
            <a:spLocks noGrp="1"/>
          </p:cNvSpPr>
          <p:nvPr>
            <p:ph type="body" sz="quarter" idx="41"/>
          </p:nvPr>
        </p:nvSpPr>
        <p:spPr>
          <a:xfrm>
            <a:off x="4045636" y="1318648"/>
            <a:ext cx="4100729" cy="369332"/>
          </a:xfrm>
        </p:spPr>
        <p:txBody>
          <a:bodyPr anchor="ctr"/>
          <a:lstStyle>
            <a:lvl1pPr algn="ctr">
              <a:spcBef>
                <a:spcPts val="0"/>
              </a:spcBef>
              <a:spcAft>
                <a:spcPts val="0"/>
              </a:spcAft>
              <a:defRPr kumimoji="0" lang="en-US" sz="2400" b="0" i="0" u="none" strike="noStrike" kern="1200" cap="none" spc="0" normalizeH="0" baseline="0" dirty="0">
                <a:ln>
                  <a:noFill/>
                </a:ln>
                <a:solidFill>
                  <a:schemeClr val="accent2">
                    <a:lumMod val="60000"/>
                    <a:lumOff val="40000"/>
                  </a:schemeClr>
                </a:solidFill>
                <a:effectLst/>
                <a:uLnTx/>
                <a:uFillTx/>
                <a:latin typeface="Segoe UI Semibold"/>
                <a:ea typeface="+mn-ea"/>
                <a:cs typeface="+mn-cs"/>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126" name="Text Placeholder 16">
            <a:extLst>
              <a:ext uri="{FF2B5EF4-FFF2-40B4-BE49-F238E27FC236}">
                <a16:creationId xmlns:a16="http://schemas.microsoft.com/office/drawing/2014/main" id="{5CA89292-6A8B-736F-A160-F6C52D25AD77}"/>
              </a:ext>
            </a:extLst>
          </p:cNvPr>
          <p:cNvSpPr>
            <a:spLocks noGrp="1"/>
          </p:cNvSpPr>
          <p:nvPr>
            <p:ph type="body" sz="quarter" idx="28"/>
          </p:nvPr>
        </p:nvSpPr>
        <p:spPr>
          <a:xfrm>
            <a:off x="924532"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7" name="Text Placeholder 16">
            <a:extLst>
              <a:ext uri="{FF2B5EF4-FFF2-40B4-BE49-F238E27FC236}">
                <a16:creationId xmlns:a16="http://schemas.microsoft.com/office/drawing/2014/main" id="{888315FB-BC21-EAC4-D6A6-DFBC2695CB6F}"/>
              </a:ext>
            </a:extLst>
          </p:cNvPr>
          <p:cNvSpPr>
            <a:spLocks noGrp="1"/>
          </p:cNvSpPr>
          <p:nvPr>
            <p:ph type="body" sz="quarter" idx="29"/>
          </p:nvPr>
        </p:nvSpPr>
        <p:spPr>
          <a:xfrm>
            <a:off x="2700254"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8" name="Text Placeholder 16">
            <a:extLst>
              <a:ext uri="{FF2B5EF4-FFF2-40B4-BE49-F238E27FC236}">
                <a16:creationId xmlns:a16="http://schemas.microsoft.com/office/drawing/2014/main" id="{3520ABD7-E02A-ABAA-3AF4-7E1651126762}"/>
              </a:ext>
            </a:extLst>
          </p:cNvPr>
          <p:cNvSpPr>
            <a:spLocks noGrp="1"/>
          </p:cNvSpPr>
          <p:nvPr>
            <p:ph type="body" sz="quarter" idx="30"/>
          </p:nvPr>
        </p:nvSpPr>
        <p:spPr>
          <a:xfrm>
            <a:off x="4475976"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29" name="Text Placeholder 16">
            <a:extLst>
              <a:ext uri="{FF2B5EF4-FFF2-40B4-BE49-F238E27FC236}">
                <a16:creationId xmlns:a16="http://schemas.microsoft.com/office/drawing/2014/main" id="{09F40FB5-46B6-D410-9972-21269B73312A}"/>
              </a:ext>
            </a:extLst>
          </p:cNvPr>
          <p:cNvSpPr>
            <a:spLocks noGrp="1"/>
          </p:cNvSpPr>
          <p:nvPr>
            <p:ph type="body" sz="quarter" idx="31"/>
          </p:nvPr>
        </p:nvSpPr>
        <p:spPr>
          <a:xfrm>
            <a:off x="6251698"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0" name="Text Placeholder 16">
            <a:extLst>
              <a:ext uri="{FF2B5EF4-FFF2-40B4-BE49-F238E27FC236}">
                <a16:creationId xmlns:a16="http://schemas.microsoft.com/office/drawing/2014/main" id="{71B14F64-5F5E-7BF9-5158-7DCCA6DEC4C3}"/>
              </a:ext>
            </a:extLst>
          </p:cNvPr>
          <p:cNvSpPr>
            <a:spLocks noGrp="1"/>
          </p:cNvSpPr>
          <p:nvPr>
            <p:ph type="body" sz="quarter" idx="32"/>
          </p:nvPr>
        </p:nvSpPr>
        <p:spPr>
          <a:xfrm>
            <a:off x="8027420"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1" name="Text Placeholder 16">
            <a:extLst>
              <a:ext uri="{FF2B5EF4-FFF2-40B4-BE49-F238E27FC236}">
                <a16:creationId xmlns:a16="http://schemas.microsoft.com/office/drawing/2014/main" id="{3994B75F-E52F-1E1C-EB33-52A24F2C4413}"/>
              </a:ext>
            </a:extLst>
          </p:cNvPr>
          <p:cNvSpPr>
            <a:spLocks noGrp="1"/>
          </p:cNvSpPr>
          <p:nvPr>
            <p:ph type="body" sz="quarter" idx="33"/>
          </p:nvPr>
        </p:nvSpPr>
        <p:spPr>
          <a:xfrm>
            <a:off x="9803139" y="268626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2" name="Text Placeholder 16">
            <a:extLst>
              <a:ext uri="{FF2B5EF4-FFF2-40B4-BE49-F238E27FC236}">
                <a16:creationId xmlns:a16="http://schemas.microsoft.com/office/drawing/2014/main" id="{FD0C7087-A5A1-8AA5-C6BA-0BBF23360BD0}"/>
              </a:ext>
            </a:extLst>
          </p:cNvPr>
          <p:cNvSpPr>
            <a:spLocks noGrp="1"/>
          </p:cNvSpPr>
          <p:nvPr>
            <p:ph type="body" sz="quarter" idx="34"/>
          </p:nvPr>
        </p:nvSpPr>
        <p:spPr>
          <a:xfrm>
            <a:off x="1599374"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3" name="Text Placeholder 16">
            <a:extLst>
              <a:ext uri="{FF2B5EF4-FFF2-40B4-BE49-F238E27FC236}">
                <a16:creationId xmlns:a16="http://schemas.microsoft.com/office/drawing/2014/main" id="{4BEF74E7-7BDC-448C-A996-D8FB5BF74183}"/>
              </a:ext>
            </a:extLst>
          </p:cNvPr>
          <p:cNvSpPr>
            <a:spLocks noGrp="1"/>
          </p:cNvSpPr>
          <p:nvPr>
            <p:ph type="body" sz="quarter" idx="35"/>
          </p:nvPr>
        </p:nvSpPr>
        <p:spPr>
          <a:xfrm>
            <a:off x="3499258"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4" name="Text Placeholder 16">
            <a:extLst>
              <a:ext uri="{FF2B5EF4-FFF2-40B4-BE49-F238E27FC236}">
                <a16:creationId xmlns:a16="http://schemas.microsoft.com/office/drawing/2014/main" id="{78012E27-F811-01CA-1257-B0F216876065}"/>
              </a:ext>
            </a:extLst>
          </p:cNvPr>
          <p:cNvSpPr>
            <a:spLocks noGrp="1"/>
          </p:cNvSpPr>
          <p:nvPr>
            <p:ph type="body" sz="quarter" idx="36"/>
          </p:nvPr>
        </p:nvSpPr>
        <p:spPr>
          <a:xfrm>
            <a:off x="5399142"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5" name="Text Placeholder 16">
            <a:extLst>
              <a:ext uri="{FF2B5EF4-FFF2-40B4-BE49-F238E27FC236}">
                <a16:creationId xmlns:a16="http://schemas.microsoft.com/office/drawing/2014/main" id="{74D3E8A3-A86C-83C2-7811-162D88C1F088}"/>
              </a:ext>
            </a:extLst>
          </p:cNvPr>
          <p:cNvSpPr>
            <a:spLocks noGrp="1"/>
          </p:cNvSpPr>
          <p:nvPr>
            <p:ph type="body" sz="quarter" idx="37"/>
          </p:nvPr>
        </p:nvSpPr>
        <p:spPr>
          <a:xfrm>
            <a:off x="7299026"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136" name="Text Placeholder 16">
            <a:extLst>
              <a:ext uri="{FF2B5EF4-FFF2-40B4-BE49-F238E27FC236}">
                <a16:creationId xmlns:a16="http://schemas.microsoft.com/office/drawing/2014/main" id="{FDC0DED6-6BD8-65F6-F5F7-5FB669D12A14}"/>
              </a:ext>
            </a:extLst>
          </p:cNvPr>
          <p:cNvSpPr>
            <a:spLocks noGrp="1"/>
          </p:cNvSpPr>
          <p:nvPr>
            <p:ph type="body" sz="quarter" idx="38"/>
          </p:nvPr>
        </p:nvSpPr>
        <p:spPr>
          <a:xfrm>
            <a:off x="9198909" y="3993254"/>
            <a:ext cx="1464329"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a:t>
            </a:r>
          </a:p>
        </p:txBody>
      </p:sp>
      <p:sp>
        <p:nvSpPr>
          <p:cNvPr id="231" name="Text Placeholder 16">
            <a:extLst>
              <a:ext uri="{FF2B5EF4-FFF2-40B4-BE49-F238E27FC236}">
                <a16:creationId xmlns:a16="http://schemas.microsoft.com/office/drawing/2014/main" id="{F6DDCB44-BB3A-EB55-C61E-1E87AAB52300}"/>
              </a:ext>
            </a:extLst>
          </p:cNvPr>
          <p:cNvSpPr>
            <a:spLocks noGrp="1"/>
          </p:cNvSpPr>
          <p:nvPr>
            <p:ph type="body" sz="quarter" idx="42"/>
          </p:nvPr>
        </p:nvSpPr>
        <p:spPr>
          <a:xfrm>
            <a:off x="4760597" y="4609705"/>
            <a:ext cx="2670806" cy="276999"/>
          </a:xfrm>
        </p:spPr>
        <p:txBody>
          <a:bodyPr anchor="ctr"/>
          <a:lstStyle>
            <a:lvl1pPr algn="ctr">
              <a:spcBef>
                <a:spcPts val="0"/>
              </a:spcBef>
              <a:spcAft>
                <a:spcPts val="0"/>
              </a:spcAft>
              <a:defRPr kumimoji="0" lang="en-US" sz="1800" b="0" i="0" u="none" strike="noStrike" kern="1200" cap="none" spc="0" normalizeH="0" baseline="0" dirty="0">
                <a:ln>
                  <a:noFill/>
                </a:ln>
                <a:solidFill>
                  <a:schemeClr val="accent2">
                    <a:lumMod val="60000"/>
                    <a:lumOff val="40000"/>
                  </a:schemeClr>
                </a:solidFill>
                <a:effectLst/>
                <a:uLnTx/>
                <a:uFillTx/>
                <a:latin typeface="Segoe UI Semibold"/>
                <a:ea typeface="+mn-ea"/>
                <a:cs typeface="+mn-cs"/>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sp>
        <p:nvSpPr>
          <p:cNvPr id="137" name="Text Placeholder 16">
            <a:extLst>
              <a:ext uri="{FF2B5EF4-FFF2-40B4-BE49-F238E27FC236}">
                <a16:creationId xmlns:a16="http://schemas.microsoft.com/office/drawing/2014/main" id="{C9EA89E8-706B-1C61-7302-571250FEF877}"/>
              </a:ext>
            </a:extLst>
          </p:cNvPr>
          <p:cNvSpPr>
            <a:spLocks noGrp="1"/>
          </p:cNvSpPr>
          <p:nvPr>
            <p:ph type="body" sz="quarter" idx="39"/>
          </p:nvPr>
        </p:nvSpPr>
        <p:spPr>
          <a:xfrm>
            <a:off x="4684862" y="5572666"/>
            <a:ext cx="2822276" cy="215444"/>
          </a:xfrm>
        </p:spPr>
        <p:txBody>
          <a:bodyPr anchor="ctr"/>
          <a:lstStyle>
            <a:lvl1pPr algn="ctr">
              <a:spcBef>
                <a:spcPts val="0"/>
              </a:spcBef>
              <a:spcAft>
                <a:spcPts val="0"/>
              </a:spcAft>
              <a:defRPr kumimoji="0" lang="en-US" sz="1400" b="0" i="0" u="none" strike="noStrike" kern="1200" cap="none" spc="0" normalizeH="0" baseline="0" dirty="0">
                <a:ln>
                  <a:noFill/>
                </a:ln>
                <a:solidFill>
                  <a:schemeClr val="tx1"/>
                </a:solidFill>
                <a:effectLst/>
                <a:uLnTx/>
                <a:uFillTx/>
                <a:latin typeface="Segoe UI" panose="020B0502040204020203" pitchFamily="34" charset="0"/>
                <a:ea typeface="+mn-ea"/>
                <a:cs typeface="Segoe UI" panose="020B0502040204020203" pitchFamily="34" charset="0"/>
              </a:defRPr>
            </a:lvl1pPr>
            <a:lvl2pPr marL="0" indent="0" algn="ctr">
              <a:spcBef>
                <a:spcPts val="0"/>
              </a:spcBef>
              <a:spcAft>
                <a:spcPts val="0"/>
              </a:spcAft>
              <a:defRPr kumimoji="0" lang="en-US" sz="1600" b="0" i="0" u="none" strike="noStrike" kern="0" cap="none" spc="0" normalizeH="0" baseline="0" dirty="0" smtClean="0">
                <a:ln>
                  <a:noFill/>
                </a:ln>
                <a:solidFill>
                  <a:schemeClr val="accent2">
                    <a:lumMod val="60000"/>
                    <a:lumOff val="40000"/>
                  </a:schemeClr>
                </a:solidFill>
                <a:effectLst/>
                <a:uLnTx/>
                <a:uFillTx/>
                <a:latin typeface="Segoe UI" panose="020B0502040204020203" pitchFamily="34" charset="0"/>
                <a:ea typeface="+mn-ea"/>
                <a:cs typeface="Segoe UI" panose="020B0502040204020203" pitchFamily="34" charset="0"/>
              </a:defRPr>
            </a:lvl2pPr>
            <a:lvl3pPr marL="0" indent="0" algn="l">
              <a:defRPr sz="1400">
                <a:solidFill>
                  <a:schemeClr val="tx1"/>
                </a:solidFill>
              </a:defRPr>
            </a:lvl3pPr>
            <a:lvl4pPr>
              <a:defRPr sz="1050">
                <a:solidFill>
                  <a:schemeClr val="accent2"/>
                </a:solidFill>
              </a:defRPr>
            </a:lvl4pPr>
            <a:lvl5pPr>
              <a:defRPr sz="1050">
                <a:solidFill>
                  <a:schemeClr val="accent2"/>
                </a:solidFill>
              </a:defRPr>
            </a:lvl5pPr>
          </a:lstStyle>
          <a:p>
            <a:pPr lvl="0"/>
            <a:r>
              <a:rPr lang="en-US"/>
              <a:t>Click to edit Master</a:t>
            </a:r>
          </a:p>
        </p:txBody>
      </p:sp>
      <p:cxnSp>
        <p:nvCxnSpPr>
          <p:cNvPr id="234" name="Straight Connector 233">
            <a:extLst>
              <a:ext uri="{FF2B5EF4-FFF2-40B4-BE49-F238E27FC236}">
                <a16:creationId xmlns:a16="http://schemas.microsoft.com/office/drawing/2014/main" id="{328E59E3-CC2D-1799-A946-56CAFEA26FC5}"/>
              </a:ext>
              <a:ext uri="{C183D7F6-B498-43B3-948B-1728B52AA6E4}">
                <adec:decorative xmlns:adec="http://schemas.microsoft.com/office/drawing/2017/decorative" val="1"/>
              </a:ext>
            </a:extLst>
          </p:cNvPr>
          <p:cNvCxnSpPr>
            <a:cxnSpLocks/>
          </p:cNvCxnSpPr>
          <p:nvPr userDrawn="1"/>
        </p:nvCxnSpPr>
        <p:spPr>
          <a:xfrm flipH="1">
            <a:off x="4320279"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66F70DE-CFCB-7C44-592B-43D1ADCCD4A9}"/>
              </a:ext>
              <a:ext uri="{C183D7F6-B498-43B3-948B-1728B52AA6E4}">
                <adec:decorative xmlns:adec="http://schemas.microsoft.com/office/drawing/2017/decorative" val="1"/>
              </a:ext>
            </a:extLst>
          </p:cNvPr>
          <p:cNvCxnSpPr>
            <a:cxnSpLocks/>
          </p:cNvCxnSpPr>
          <p:nvPr userDrawn="1"/>
        </p:nvCxnSpPr>
        <p:spPr>
          <a:xfrm flipH="1">
            <a:off x="7871723"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B8758C8A-1B4C-FDBF-4116-2E7790A95E86}"/>
              </a:ext>
              <a:ext uri="{C183D7F6-B498-43B3-948B-1728B52AA6E4}">
                <adec:decorative xmlns:adec="http://schemas.microsoft.com/office/drawing/2017/decorative" val="1"/>
              </a:ext>
            </a:extLst>
          </p:cNvPr>
          <p:cNvCxnSpPr>
            <a:cxnSpLocks/>
          </p:cNvCxnSpPr>
          <p:nvPr userDrawn="1"/>
        </p:nvCxnSpPr>
        <p:spPr>
          <a:xfrm flipH="1">
            <a:off x="9647445"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778E4206-C644-115E-6366-FC7FCC1239D3}"/>
              </a:ext>
              <a:ext uri="{C183D7F6-B498-43B3-948B-1728B52AA6E4}">
                <adec:decorative xmlns:adec="http://schemas.microsoft.com/office/drawing/2017/decorative" val="1"/>
              </a:ext>
            </a:extLst>
          </p:cNvPr>
          <p:cNvCxnSpPr>
            <a:cxnSpLocks/>
          </p:cNvCxnSpPr>
          <p:nvPr userDrawn="1"/>
        </p:nvCxnSpPr>
        <p:spPr>
          <a:xfrm flipH="1">
            <a:off x="6096001"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E90203A1-9921-BB6C-27B2-08D6A9A95425}"/>
              </a:ext>
              <a:ext uri="{C183D7F6-B498-43B3-948B-1728B52AA6E4}">
                <adec:decorative xmlns:adec="http://schemas.microsoft.com/office/drawing/2017/decorative" val="1"/>
              </a:ext>
            </a:extLst>
          </p:cNvPr>
          <p:cNvCxnSpPr>
            <a:cxnSpLocks/>
          </p:cNvCxnSpPr>
          <p:nvPr userDrawn="1"/>
        </p:nvCxnSpPr>
        <p:spPr>
          <a:xfrm flipH="1">
            <a:off x="2544557" y="2430234"/>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CA4D497-527A-683A-27EB-FF60A2F2E83A}"/>
              </a:ext>
            </a:extLst>
          </p:cNvPr>
          <p:cNvCxnSpPr>
            <a:cxnSpLocks/>
          </p:cNvCxnSpPr>
          <p:nvPr userDrawn="1"/>
        </p:nvCxnSpPr>
        <p:spPr>
          <a:xfrm flipH="1">
            <a:off x="5181364"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DB61BEAC-2A25-F20F-4CE0-19518DC028DE}"/>
              </a:ext>
            </a:extLst>
          </p:cNvPr>
          <p:cNvCxnSpPr>
            <a:cxnSpLocks/>
          </p:cNvCxnSpPr>
          <p:nvPr userDrawn="1"/>
        </p:nvCxnSpPr>
        <p:spPr>
          <a:xfrm flipH="1">
            <a:off x="8981132"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BD324277-4705-89E4-E306-ACDB00F4DEF1}"/>
              </a:ext>
            </a:extLst>
          </p:cNvPr>
          <p:cNvCxnSpPr>
            <a:cxnSpLocks/>
          </p:cNvCxnSpPr>
          <p:nvPr userDrawn="1"/>
        </p:nvCxnSpPr>
        <p:spPr>
          <a:xfrm flipH="1">
            <a:off x="7081248"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39A0A58C-DDAE-7368-89D5-3455339BB422}"/>
              </a:ext>
            </a:extLst>
          </p:cNvPr>
          <p:cNvCxnSpPr>
            <a:cxnSpLocks/>
          </p:cNvCxnSpPr>
          <p:nvPr userDrawn="1"/>
        </p:nvCxnSpPr>
        <p:spPr>
          <a:xfrm flipH="1">
            <a:off x="3281480" y="3751498"/>
            <a:ext cx="1" cy="457200"/>
          </a:xfrm>
          <a:prstGeom prst="line">
            <a:avLst/>
          </a:prstGeom>
          <a:ln w="3175" cap="rnd">
            <a:solidFill>
              <a:schemeClr val="accent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5986F53-A9B6-5771-B6DF-F1B51FCF45E5}"/>
              </a:ext>
              <a:ext uri="{C183D7F6-B498-43B3-948B-1728B52AA6E4}">
                <adec:decorative xmlns:adec="http://schemas.microsoft.com/office/drawing/2017/decorative" val="1"/>
              </a:ext>
            </a:extLst>
          </p:cNvPr>
          <p:cNvSpPr/>
          <p:nvPr userDrawn="1"/>
        </p:nvSpPr>
        <p:spPr bwMode="auto">
          <a:xfrm>
            <a:off x="584200" y="6117477"/>
            <a:ext cx="10957829" cy="552340"/>
          </a:xfrm>
          <a:prstGeom prst="rect">
            <a:avLst/>
          </a:prstGeom>
          <a:solidFill>
            <a:schemeClr val="bg1"/>
          </a:solidFill>
          <a:ln w="3175">
            <a:solidFill>
              <a:schemeClr val="accent1">
                <a:lumMod val="60000"/>
                <a:lumOff val="40000"/>
                <a:alpha val="67000"/>
              </a:schemeClr>
            </a:solidFill>
            <a:headEnd type="none" w="med" len="med"/>
            <a:tailEnd type="none" w="med" len="med"/>
          </a:ln>
          <a:effectLst>
            <a:outerShdw blurRad="254000" algn="ctr" rotWithShape="0">
              <a:schemeClr val="accent2"/>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b" anchorCtr="0" forceAA="0" compatLnSpc="1">
            <a:prstTxWarp prst="textNoShape">
              <a:avLst/>
            </a:prstTxWarp>
            <a:noAutofit/>
          </a:bodyPr>
          <a:lstStyle/>
          <a:p>
            <a:pPr lvl="0" algn="ctr" defTabSz="932472" fontAlgn="base">
              <a:spcBef>
                <a:spcPct val="0"/>
              </a:spcBef>
              <a:spcAft>
                <a:spcPct val="0"/>
              </a:spcAft>
            </a:pPr>
            <a:endParaRPr lang="en-US" sz="2000" noProof="0" err="1">
              <a:solidFill>
                <a:schemeClr val="accent1">
                  <a:lumMod val="60000"/>
                  <a:lumOff val="40000"/>
                </a:schemeClr>
              </a:solidFill>
              <a:cs typeface="Segoe UI" pitchFamily="34" charset="0"/>
            </a:endParaRPr>
          </a:p>
        </p:txBody>
      </p:sp>
    </p:spTree>
    <p:extLst>
      <p:ext uri="{BB962C8B-B14F-4D97-AF65-F5344CB8AC3E}">
        <p14:creationId xmlns:p14="http://schemas.microsoft.com/office/powerpoint/2010/main" val="7901924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6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8045B-5C47-5015-23F5-82A914FB0D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E4D9DFD-AB71-02CE-2247-852E09FCA60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DBDC81-1D32-6196-2624-686B1C30B145}"/>
              </a:ext>
            </a:extLst>
          </p:cNvPr>
          <p:cNvSpPr>
            <a:spLocks noGrp="1"/>
          </p:cNvSpPr>
          <p:nvPr>
            <p:ph type="dt" sz="half" idx="10"/>
          </p:nvPr>
        </p:nvSpPr>
        <p:spPr/>
        <p:txBody>
          <a:bodyPr/>
          <a:lstStyle/>
          <a:p>
            <a:fld id="{5BEADD88-0D0F-4F10-9DC3-BF41F95EB71E}" type="datetimeFigureOut">
              <a:rPr lang="en-US" smtClean="0"/>
              <a:t>9/28/2026</a:t>
            </a:fld>
            <a:endParaRPr lang="en-US"/>
          </a:p>
        </p:txBody>
      </p:sp>
      <p:sp>
        <p:nvSpPr>
          <p:cNvPr id="5" name="Footer Placeholder 4">
            <a:extLst>
              <a:ext uri="{FF2B5EF4-FFF2-40B4-BE49-F238E27FC236}">
                <a16:creationId xmlns:a16="http://schemas.microsoft.com/office/drawing/2014/main" id="{2BBCCDB5-2571-83C7-73B7-B7EB95CDD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1B5FC9-EA90-8DF1-E7A2-C31EC76F6D6D}"/>
              </a:ext>
            </a:extLst>
          </p:cNvPr>
          <p:cNvSpPr>
            <a:spLocks noGrp="1"/>
          </p:cNvSpPr>
          <p:nvPr>
            <p:ph type="sldNum" sz="quarter" idx="12"/>
          </p:nvPr>
        </p:nvSpPr>
        <p:spPr/>
        <p:txBody>
          <a:bodyPr/>
          <a:lstStyle/>
          <a:p>
            <a:fld id="{C78A22AE-83EE-4CD8-AF19-36CD5CA4BA5A}" type="slidenum">
              <a:rPr lang="en-US" smtClean="0"/>
              <a:t>‹#›</a:t>
            </a:fld>
            <a:endParaRPr lang="en-US"/>
          </a:p>
        </p:txBody>
      </p:sp>
    </p:spTree>
    <p:extLst>
      <p:ext uri="{BB962C8B-B14F-4D97-AF65-F5344CB8AC3E}">
        <p14:creationId xmlns:p14="http://schemas.microsoft.com/office/powerpoint/2010/main" val="1871138532"/>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userDrawn="1">
  <p:cSld name="11_TITLE &amp; SUB">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50E10-653B-9779-E6E5-2A3B1D864984}"/>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12386530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64.xml><?xml version="1.0" encoding="utf-8"?>
<p:sldLayout xmlns:a="http://schemas.openxmlformats.org/drawingml/2006/main" xmlns:r="http://schemas.openxmlformats.org/officeDocument/2006/relationships" xmlns:p="http://schemas.openxmlformats.org/presentationml/2006/main" preserve="1" userDrawn="1">
  <p:cSld name="Walkin">
    <p:spTree>
      <p:nvGrpSpPr>
        <p:cNvPr id="1" name=""/>
        <p:cNvGrpSpPr/>
        <p:nvPr/>
      </p:nvGrpSpPr>
      <p:grpSpPr>
        <a:xfrm>
          <a:off x="0" y="0"/>
          <a:ext cx="0" cy="0"/>
          <a:chOff x="0" y="0"/>
          <a:chExt cx="0" cy="0"/>
        </a:xfrm>
      </p:grpSpPr>
      <p:pic>
        <p:nvPicPr>
          <p:cNvPr id="38" name="Picture 37">
            <a:extLst>
              <a:ext uri="{FF2B5EF4-FFF2-40B4-BE49-F238E27FC236}">
                <a16:creationId xmlns:a16="http://schemas.microsoft.com/office/drawing/2014/main" id="{0DF85D34-3657-0AC7-566B-40ED30237089}"/>
              </a:ext>
            </a:extLst>
          </p:cNvPr>
          <p:cNvPicPr>
            <a:picLocks noChangeAspect="1"/>
          </p:cNvPicPr>
          <p:nvPr userDrawn="1"/>
        </p:nvPicPr>
        <p:blipFill>
          <a:blip r:embed="rId2"/>
          <a:srcRect/>
          <a:stretch/>
        </p:blipFill>
        <p:spPr>
          <a:xfrm>
            <a:off x="1" y="2"/>
            <a:ext cx="12191998" cy="6857999"/>
          </a:xfrm>
          <a:prstGeom prst="rect">
            <a:avLst/>
          </a:prstGeom>
        </p:spPr>
      </p:pic>
      <p:pic>
        <p:nvPicPr>
          <p:cNvPr id="21" name="MS logo white - EMF" descr="Microsoft logo white text version">
            <a:extLst>
              <a:ext uri="{FF2B5EF4-FFF2-40B4-BE49-F238E27FC236}">
                <a16:creationId xmlns:a16="http://schemas.microsoft.com/office/drawing/2014/main" id="{D8020306-3F04-2E10-3B38-56D82E12BA5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white">
          <a:xfrm>
            <a:off x="584202" y="585790"/>
            <a:ext cx="1366245" cy="292608"/>
          </a:xfrm>
          <a:prstGeom prst="rect">
            <a:avLst/>
          </a:prstGeom>
        </p:spPr>
      </p:pic>
      <p:grpSp>
        <p:nvGrpSpPr>
          <p:cNvPr id="22" name="Group 21">
            <a:extLst>
              <a:ext uri="{FF2B5EF4-FFF2-40B4-BE49-F238E27FC236}">
                <a16:creationId xmlns:a16="http://schemas.microsoft.com/office/drawing/2014/main" id="{978F5790-1680-4D53-DE71-1AF149D2385C}"/>
              </a:ext>
            </a:extLst>
          </p:cNvPr>
          <p:cNvGrpSpPr/>
          <p:nvPr userDrawn="1"/>
        </p:nvGrpSpPr>
        <p:grpSpPr bwMode="white">
          <a:xfrm>
            <a:off x="580572" y="2702875"/>
            <a:ext cx="3265035" cy="1452255"/>
            <a:chOff x="747712" y="1907208"/>
            <a:chExt cx="7227855" cy="3214877"/>
          </a:xfrm>
          <a:gradFill flip="none" rotWithShape="1">
            <a:gsLst>
              <a:gs pos="0">
                <a:srgbClr val="D4EC8E"/>
              </a:gs>
              <a:gs pos="34000">
                <a:srgbClr val="D7E78E"/>
              </a:gs>
              <a:gs pos="69000">
                <a:srgbClr val="FFA48B"/>
              </a:gs>
            </a:gsLst>
            <a:lin ang="2700000" scaled="1"/>
            <a:tileRect/>
          </a:gradFill>
        </p:grpSpPr>
        <p:sp>
          <p:nvSpPr>
            <p:cNvPr id="23" name="Freeform: Shape 22">
              <a:extLst>
                <a:ext uri="{FF2B5EF4-FFF2-40B4-BE49-F238E27FC236}">
                  <a16:creationId xmlns:a16="http://schemas.microsoft.com/office/drawing/2014/main" id="{0BA94CBD-413D-BA88-6C11-4E35B1A638EF}"/>
                </a:ext>
              </a:extLst>
            </p:cNvPr>
            <p:cNvSpPr/>
            <p:nvPr/>
          </p:nvSpPr>
          <p:spPr bwMode="white">
            <a:xfrm>
              <a:off x="747712" y="2000648"/>
              <a:ext cx="1371028" cy="1276731"/>
            </a:xfrm>
            <a:custGeom>
              <a:avLst/>
              <a:gdLst>
                <a:gd name="connsiteX0" fmla="*/ 1371029 w 1371028"/>
                <a:gd name="connsiteY0" fmla="*/ 1276731 h 1276731"/>
                <a:gd name="connsiteX1" fmla="*/ 1160907 w 1371028"/>
                <a:gd name="connsiteY1" fmla="*/ 1276731 h 1276731"/>
                <a:gd name="connsiteX2" fmla="*/ 1160907 w 1371028"/>
                <a:gd name="connsiteY2" fmla="*/ 450533 h 1276731"/>
                <a:gd name="connsiteX3" fmla="*/ 1173385 w 1371028"/>
                <a:gd name="connsiteY3" fmla="*/ 202121 h 1276731"/>
                <a:gd name="connsiteX4" fmla="*/ 1169861 w 1371028"/>
                <a:gd name="connsiteY4" fmla="*/ 202121 h 1276731"/>
                <a:gd name="connsiteX5" fmla="*/ 1135094 w 1371028"/>
                <a:gd name="connsiteY5" fmla="*/ 322326 h 1276731"/>
                <a:gd name="connsiteX6" fmla="*/ 754094 w 1371028"/>
                <a:gd name="connsiteY6" fmla="*/ 1276731 h 1276731"/>
                <a:gd name="connsiteX7" fmla="*/ 608076 w 1371028"/>
                <a:gd name="connsiteY7" fmla="*/ 1276731 h 1276731"/>
                <a:gd name="connsiteX8" fmla="*/ 226124 w 1371028"/>
                <a:gd name="connsiteY8" fmla="*/ 329470 h 1276731"/>
                <a:gd name="connsiteX9" fmla="*/ 192310 w 1371028"/>
                <a:gd name="connsiteY9" fmla="*/ 202121 h 1276731"/>
                <a:gd name="connsiteX10" fmla="*/ 188786 w 1371028"/>
                <a:gd name="connsiteY10" fmla="*/ 202121 h 1276731"/>
                <a:gd name="connsiteX11" fmla="*/ 195929 w 1371028"/>
                <a:gd name="connsiteY11" fmla="*/ 452247 h 1276731"/>
                <a:gd name="connsiteX12" fmla="*/ 195929 w 1371028"/>
                <a:gd name="connsiteY12" fmla="*/ 1276636 h 1276731"/>
                <a:gd name="connsiteX13" fmla="*/ 0 w 1371028"/>
                <a:gd name="connsiteY13" fmla="*/ 1276636 h 1276731"/>
                <a:gd name="connsiteX14" fmla="*/ 0 w 1371028"/>
                <a:gd name="connsiteY14" fmla="*/ 0 h 1276731"/>
                <a:gd name="connsiteX15" fmla="*/ 298228 w 1371028"/>
                <a:gd name="connsiteY15" fmla="*/ 0 h 1276731"/>
                <a:gd name="connsiteX16" fmla="*/ 633889 w 1371028"/>
                <a:gd name="connsiteY16" fmla="*/ 850202 h 1276731"/>
                <a:gd name="connsiteX17" fmla="*/ 683705 w 1371028"/>
                <a:gd name="connsiteY17" fmla="*/ 996220 h 1276731"/>
                <a:gd name="connsiteX18" fmla="*/ 688181 w 1371028"/>
                <a:gd name="connsiteY18" fmla="*/ 996220 h 1276731"/>
                <a:gd name="connsiteX19" fmla="*/ 741617 w 1371028"/>
                <a:gd name="connsiteY19" fmla="*/ 846677 h 1276731"/>
                <a:gd name="connsiteX20" fmla="*/ 1083469 w 1371028"/>
                <a:gd name="connsiteY20" fmla="*/ 0 h 1276731"/>
                <a:gd name="connsiteX21" fmla="*/ 1371029 w 1371028"/>
                <a:gd name="connsiteY21" fmla="*/ 0 h 1276731"/>
                <a:gd name="connsiteX22" fmla="*/ 1371029 w 1371028"/>
                <a:gd name="connsiteY22" fmla="*/ 1276636 h 1276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371028" h="1276731">
                  <a:moveTo>
                    <a:pt x="1371029" y="1276731"/>
                  </a:moveTo>
                  <a:lnTo>
                    <a:pt x="1160907" y="1276731"/>
                  </a:lnTo>
                  <a:lnTo>
                    <a:pt x="1160907" y="450533"/>
                  </a:lnTo>
                  <a:cubicBezTo>
                    <a:pt x="1160907" y="382905"/>
                    <a:pt x="1165098" y="300038"/>
                    <a:pt x="1173385" y="202121"/>
                  </a:cubicBezTo>
                  <a:lnTo>
                    <a:pt x="1169861" y="202121"/>
                  </a:lnTo>
                  <a:cubicBezTo>
                    <a:pt x="1156811" y="257937"/>
                    <a:pt x="1145191" y="297942"/>
                    <a:pt x="1135094" y="322326"/>
                  </a:cubicBezTo>
                  <a:lnTo>
                    <a:pt x="754094" y="1276731"/>
                  </a:lnTo>
                  <a:lnTo>
                    <a:pt x="608076" y="1276731"/>
                  </a:lnTo>
                  <a:lnTo>
                    <a:pt x="226124" y="329470"/>
                  </a:lnTo>
                  <a:cubicBezTo>
                    <a:pt x="215456" y="301562"/>
                    <a:pt x="204121" y="259175"/>
                    <a:pt x="192310" y="202121"/>
                  </a:cubicBezTo>
                  <a:lnTo>
                    <a:pt x="188786" y="202121"/>
                  </a:lnTo>
                  <a:cubicBezTo>
                    <a:pt x="193548" y="253174"/>
                    <a:pt x="195929" y="336518"/>
                    <a:pt x="195929" y="452247"/>
                  </a:cubicBezTo>
                  <a:lnTo>
                    <a:pt x="195929" y="1276636"/>
                  </a:lnTo>
                  <a:lnTo>
                    <a:pt x="0" y="1276636"/>
                  </a:lnTo>
                  <a:lnTo>
                    <a:pt x="0" y="0"/>
                  </a:lnTo>
                  <a:lnTo>
                    <a:pt x="298228" y="0"/>
                  </a:lnTo>
                  <a:lnTo>
                    <a:pt x="633889" y="850202"/>
                  </a:lnTo>
                  <a:cubicBezTo>
                    <a:pt x="659416" y="915543"/>
                    <a:pt x="675989" y="964121"/>
                    <a:pt x="683705" y="996220"/>
                  </a:cubicBezTo>
                  <a:lnTo>
                    <a:pt x="688181" y="996220"/>
                  </a:lnTo>
                  <a:cubicBezTo>
                    <a:pt x="710089" y="929164"/>
                    <a:pt x="727901" y="879253"/>
                    <a:pt x="741617" y="846677"/>
                  </a:cubicBezTo>
                  <a:lnTo>
                    <a:pt x="1083469" y="0"/>
                  </a:lnTo>
                  <a:lnTo>
                    <a:pt x="1371029" y="0"/>
                  </a:lnTo>
                  <a:lnTo>
                    <a:pt x="1371029" y="1276636"/>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4" name="Freeform: Shape 23">
              <a:extLst>
                <a:ext uri="{FF2B5EF4-FFF2-40B4-BE49-F238E27FC236}">
                  <a16:creationId xmlns:a16="http://schemas.microsoft.com/office/drawing/2014/main" id="{11B0C5AE-D2E3-4968-6E52-50945EE5BDCB}"/>
                </a:ext>
              </a:extLst>
            </p:cNvPr>
            <p:cNvSpPr/>
            <p:nvPr/>
          </p:nvSpPr>
          <p:spPr bwMode="white">
            <a:xfrm>
              <a:off x="2300001" y="1939211"/>
              <a:ext cx="248412" cy="1338167"/>
            </a:xfrm>
            <a:custGeom>
              <a:avLst/>
              <a:gdLst>
                <a:gd name="connsiteX0" fmla="*/ 122872 w 248412"/>
                <a:gd name="connsiteY0" fmla="*/ 235077 h 1338167"/>
                <a:gd name="connsiteX1" fmla="*/ 36100 w 248412"/>
                <a:gd name="connsiteY1" fmla="*/ 202121 h 1338167"/>
                <a:gd name="connsiteX2" fmla="*/ 0 w 248412"/>
                <a:gd name="connsiteY2" fmla="*/ 118396 h 1338167"/>
                <a:gd name="connsiteX3" fmla="*/ 36100 w 248412"/>
                <a:gd name="connsiteY3" fmla="*/ 33814 h 1338167"/>
                <a:gd name="connsiteX4" fmla="*/ 122872 w 248412"/>
                <a:gd name="connsiteY4" fmla="*/ 0 h 1338167"/>
                <a:gd name="connsiteX5" fmla="*/ 211931 w 248412"/>
                <a:gd name="connsiteY5" fmla="*/ 33814 h 1338167"/>
                <a:gd name="connsiteX6" fmla="*/ 248412 w 248412"/>
                <a:gd name="connsiteY6" fmla="*/ 118396 h 1338167"/>
                <a:gd name="connsiteX7" fmla="*/ 211931 w 248412"/>
                <a:gd name="connsiteY7" fmla="*/ 200787 h 1338167"/>
                <a:gd name="connsiteX8" fmla="*/ 122872 w 248412"/>
                <a:gd name="connsiteY8" fmla="*/ 235077 h 1338167"/>
                <a:gd name="connsiteX9" fmla="*/ 225266 w 248412"/>
                <a:gd name="connsiteY9" fmla="*/ 1338167 h 1338167"/>
                <a:gd name="connsiteX10" fmla="*/ 18764 w 248412"/>
                <a:gd name="connsiteY10" fmla="*/ 1338167 h 1338167"/>
                <a:gd name="connsiteX11" fmla="*/ 18764 w 248412"/>
                <a:gd name="connsiteY11" fmla="*/ 426530 h 1338167"/>
                <a:gd name="connsiteX12" fmla="*/ 225266 w 248412"/>
                <a:gd name="connsiteY12" fmla="*/ 426530 h 1338167"/>
                <a:gd name="connsiteX13" fmla="*/ 225266 w 248412"/>
                <a:gd name="connsiteY13" fmla="*/ 1338167 h 13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8412" h="1338167">
                  <a:moveTo>
                    <a:pt x="122872" y="235077"/>
                  </a:moveTo>
                  <a:cubicBezTo>
                    <a:pt x="89059" y="235077"/>
                    <a:pt x="60103" y="224123"/>
                    <a:pt x="36100" y="202121"/>
                  </a:cubicBezTo>
                  <a:cubicBezTo>
                    <a:pt x="12097" y="180213"/>
                    <a:pt x="0" y="152305"/>
                    <a:pt x="0" y="118396"/>
                  </a:cubicBezTo>
                  <a:cubicBezTo>
                    <a:pt x="0" y="84487"/>
                    <a:pt x="12001" y="56388"/>
                    <a:pt x="36100" y="33814"/>
                  </a:cubicBezTo>
                  <a:cubicBezTo>
                    <a:pt x="60103" y="11240"/>
                    <a:pt x="89059" y="0"/>
                    <a:pt x="122872" y="0"/>
                  </a:cubicBezTo>
                  <a:cubicBezTo>
                    <a:pt x="156686" y="0"/>
                    <a:pt x="187547" y="11240"/>
                    <a:pt x="211931" y="33814"/>
                  </a:cubicBezTo>
                  <a:cubicBezTo>
                    <a:pt x="236220" y="56388"/>
                    <a:pt x="248412" y="84582"/>
                    <a:pt x="248412" y="118396"/>
                  </a:cubicBezTo>
                  <a:cubicBezTo>
                    <a:pt x="248412" y="150400"/>
                    <a:pt x="236220" y="177927"/>
                    <a:pt x="211931" y="200787"/>
                  </a:cubicBezTo>
                  <a:cubicBezTo>
                    <a:pt x="187547" y="223647"/>
                    <a:pt x="157925" y="235077"/>
                    <a:pt x="122872" y="235077"/>
                  </a:cubicBezTo>
                  <a:close/>
                  <a:moveTo>
                    <a:pt x="225266" y="1338167"/>
                  </a:moveTo>
                  <a:lnTo>
                    <a:pt x="18764" y="1338167"/>
                  </a:lnTo>
                  <a:lnTo>
                    <a:pt x="18764" y="426530"/>
                  </a:lnTo>
                  <a:lnTo>
                    <a:pt x="225266" y="426530"/>
                  </a:lnTo>
                  <a:lnTo>
                    <a:pt x="225266" y="1338167"/>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5" name="Freeform: Shape 24">
              <a:extLst>
                <a:ext uri="{FF2B5EF4-FFF2-40B4-BE49-F238E27FC236}">
                  <a16:creationId xmlns:a16="http://schemas.microsoft.com/office/drawing/2014/main" id="{AC8F9B95-3783-5A61-96F1-A60710EFB19E}"/>
                </a:ext>
              </a:extLst>
            </p:cNvPr>
            <p:cNvSpPr/>
            <p:nvPr/>
          </p:nvSpPr>
          <p:spPr bwMode="white">
            <a:xfrm>
              <a:off x="2681572" y="2344310"/>
              <a:ext cx="712279" cy="954500"/>
            </a:xfrm>
            <a:custGeom>
              <a:avLst/>
              <a:gdLst>
                <a:gd name="connsiteX0" fmla="*/ 711327 w 712279"/>
                <a:gd name="connsiteY0" fmla="*/ 891254 h 954500"/>
                <a:gd name="connsiteX1" fmla="*/ 452247 w 712279"/>
                <a:gd name="connsiteY1" fmla="*/ 954500 h 954500"/>
                <a:gd name="connsiteX2" fmla="*/ 124587 w 712279"/>
                <a:gd name="connsiteY2" fmla="*/ 827627 h 954500"/>
                <a:gd name="connsiteX3" fmla="*/ 0 w 712279"/>
                <a:gd name="connsiteY3" fmla="*/ 498634 h 954500"/>
                <a:gd name="connsiteX4" fmla="*/ 134017 w 712279"/>
                <a:gd name="connsiteY4" fmla="*/ 136684 h 954500"/>
                <a:gd name="connsiteX5" fmla="*/ 492347 w 712279"/>
                <a:gd name="connsiteY5" fmla="*/ 0 h 954500"/>
                <a:gd name="connsiteX6" fmla="*/ 712280 w 712279"/>
                <a:gd name="connsiteY6" fmla="*/ 43625 h 954500"/>
                <a:gd name="connsiteX7" fmla="*/ 712280 w 712279"/>
                <a:gd name="connsiteY7" fmla="*/ 235934 h 954500"/>
                <a:gd name="connsiteX8" fmla="*/ 509302 w 712279"/>
                <a:gd name="connsiteY8" fmla="*/ 164687 h 954500"/>
                <a:gd name="connsiteX9" fmla="*/ 294704 w 712279"/>
                <a:gd name="connsiteY9" fmla="*/ 253270 h 954500"/>
                <a:gd name="connsiteX10" fmla="*/ 210979 w 712279"/>
                <a:gd name="connsiteY10" fmla="*/ 485204 h 954500"/>
                <a:gd name="connsiteX11" fmla="*/ 289750 w 712279"/>
                <a:gd name="connsiteY11" fmla="*/ 708660 h 954500"/>
                <a:gd name="connsiteX12" fmla="*/ 501205 w 712279"/>
                <a:gd name="connsiteY12" fmla="*/ 790575 h 954500"/>
                <a:gd name="connsiteX13" fmla="*/ 711327 w 712279"/>
                <a:gd name="connsiteY13" fmla="*/ 711327 h 954500"/>
                <a:gd name="connsiteX14" fmla="*/ 711327 w 712279"/>
                <a:gd name="connsiteY14" fmla="*/ 891159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12279" h="954500">
                  <a:moveTo>
                    <a:pt x="711327" y="891254"/>
                  </a:moveTo>
                  <a:cubicBezTo>
                    <a:pt x="638270" y="933355"/>
                    <a:pt x="551974" y="954500"/>
                    <a:pt x="452247" y="954500"/>
                  </a:cubicBezTo>
                  <a:cubicBezTo>
                    <a:pt x="316897" y="954500"/>
                    <a:pt x="207740" y="912209"/>
                    <a:pt x="124587" y="827627"/>
                  </a:cubicBezTo>
                  <a:cubicBezTo>
                    <a:pt x="41529" y="743045"/>
                    <a:pt x="0" y="633413"/>
                    <a:pt x="0" y="498634"/>
                  </a:cubicBezTo>
                  <a:cubicBezTo>
                    <a:pt x="0" y="348520"/>
                    <a:pt x="44672" y="227838"/>
                    <a:pt x="134017" y="136684"/>
                  </a:cubicBezTo>
                  <a:cubicBezTo>
                    <a:pt x="223361" y="45625"/>
                    <a:pt x="342805" y="0"/>
                    <a:pt x="492347" y="0"/>
                  </a:cubicBezTo>
                  <a:cubicBezTo>
                    <a:pt x="575405" y="0"/>
                    <a:pt x="648748" y="14573"/>
                    <a:pt x="712280" y="43625"/>
                  </a:cubicBezTo>
                  <a:lnTo>
                    <a:pt x="712280" y="235934"/>
                  </a:lnTo>
                  <a:cubicBezTo>
                    <a:pt x="648748" y="188500"/>
                    <a:pt x="581120" y="164687"/>
                    <a:pt x="509302" y="164687"/>
                  </a:cubicBezTo>
                  <a:cubicBezTo>
                    <a:pt x="422053" y="164687"/>
                    <a:pt x="350520" y="194215"/>
                    <a:pt x="294704" y="253270"/>
                  </a:cubicBezTo>
                  <a:cubicBezTo>
                    <a:pt x="238887" y="312325"/>
                    <a:pt x="210979" y="389668"/>
                    <a:pt x="210979" y="485204"/>
                  </a:cubicBezTo>
                  <a:cubicBezTo>
                    <a:pt x="210979" y="580739"/>
                    <a:pt x="237268" y="654082"/>
                    <a:pt x="289750" y="708660"/>
                  </a:cubicBezTo>
                  <a:cubicBezTo>
                    <a:pt x="342233" y="763238"/>
                    <a:pt x="412718" y="790575"/>
                    <a:pt x="501205" y="790575"/>
                  </a:cubicBezTo>
                  <a:cubicBezTo>
                    <a:pt x="575405" y="790575"/>
                    <a:pt x="645414" y="764191"/>
                    <a:pt x="711327" y="711327"/>
                  </a:cubicBezTo>
                  <a:lnTo>
                    <a:pt x="711327" y="891159"/>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6" name="Freeform: Shape 25">
              <a:extLst>
                <a:ext uri="{FF2B5EF4-FFF2-40B4-BE49-F238E27FC236}">
                  <a16:creationId xmlns:a16="http://schemas.microsoft.com/office/drawing/2014/main" id="{A9D6DBAB-B6F5-BDBF-0DA7-135780CED5BF}"/>
                </a:ext>
              </a:extLst>
            </p:cNvPr>
            <p:cNvSpPr/>
            <p:nvPr/>
          </p:nvSpPr>
          <p:spPr bwMode="white">
            <a:xfrm>
              <a:off x="3579494" y="2349739"/>
              <a:ext cx="528828" cy="927639"/>
            </a:xfrm>
            <a:custGeom>
              <a:avLst/>
              <a:gdLst>
                <a:gd name="connsiteX0" fmla="*/ 528828 w 528828"/>
                <a:gd name="connsiteY0" fmla="*/ 212693 h 927639"/>
                <a:gd name="connsiteX1" fmla="*/ 421100 w 528828"/>
                <a:gd name="connsiteY1" fmla="*/ 183356 h 927639"/>
                <a:gd name="connsiteX2" fmla="*/ 267938 w 528828"/>
                <a:gd name="connsiteY2" fmla="*/ 266129 h 927639"/>
                <a:gd name="connsiteX3" fmla="*/ 206502 w 528828"/>
                <a:gd name="connsiteY3" fmla="*/ 491395 h 927639"/>
                <a:gd name="connsiteX4" fmla="*/ 206502 w 528828"/>
                <a:gd name="connsiteY4" fmla="*/ 927640 h 927639"/>
                <a:gd name="connsiteX5" fmla="*/ 0 w 528828"/>
                <a:gd name="connsiteY5" fmla="*/ 927640 h 927639"/>
                <a:gd name="connsiteX6" fmla="*/ 0 w 528828"/>
                <a:gd name="connsiteY6" fmla="*/ 16002 h 927639"/>
                <a:gd name="connsiteX7" fmla="*/ 206502 w 528828"/>
                <a:gd name="connsiteY7" fmla="*/ 16002 h 927639"/>
                <a:gd name="connsiteX8" fmla="*/ 206502 w 528828"/>
                <a:gd name="connsiteY8" fmla="*/ 203835 h 927639"/>
                <a:gd name="connsiteX9" fmla="*/ 210026 w 528828"/>
                <a:gd name="connsiteY9" fmla="*/ 203835 h 927639"/>
                <a:gd name="connsiteX10" fmla="*/ 303086 w 528828"/>
                <a:gd name="connsiteY10" fmla="*/ 53816 h 927639"/>
                <a:gd name="connsiteX11" fmla="*/ 443294 w 528828"/>
                <a:gd name="connsiteY11" fmla="*/ 0 h 927639"/>
                <a:gd name="connsiteX12" fmla="*/ 528733 w 528828"/>
                <a:gd name="connsiteY12" fmla="*/ 16955 h 927639"/>
                <a:gd name="connsiteX13" fmla="*/ 528733 w 528828"/>
                <a:gd name="connsiteY13" fmla="*/ 212789 h 927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8828" h="927639">
                  <a:moveTo>
                    <a:pt x="528828" y="212693"/>
                  </a:moveTo>
                  <a:cubicBezTo>
                    <a:pt x="503873" y="193072"/>
                    <a:pt x="467963" y="183356"/>
                    <a:pt x="421100" y="183356"/>
                  </a:cubicBezTo>
                  <a:cubicBezTo>
                    <a:pt x="359950" y="183356"/>
                    <a:pt x="308896" y="210979"/>
                    <a:pt x="267938" y="266129"/>
                  </a:cubicBezTo>
                  <a:cubicBezTo>
                    <a:pt x="226981" y="321278"/>
                    <a:pt x="206502" y="396431"/>
                    <a:pt x="206502" y="491395"/>
                  </a:cubicBezTo>
                  <a:lnTo>
                    <a:pt x="206502" y="927640"/>
                  </a:lnTo>
                  <a:lnTo>
                    <a:pt x="0" y="927640"/>
                  </a:lnTo>
                  <a:lnTo>
                    <a:pt x="0" y="16002"/>
                  </a:lnTo>
                  <a:lnTo>
                    <a:pt x="206502" y="16002"/>
                  </a:lnTo>
                  <a:lnTo>
                    <a:pt x="206502" y="203835"/>
                  </a:lnTo>
                  <a:lnTo>
                    <a:pt x="210026" y="203835"/>
                  </a:lnTo>
                  <a:cubicBezTo>
                    <a:pt x="230219" y="139732"/>
                    <a:pt x="261176" y="89726"/>
                    <a:pt x="303086" y="53816"/>
                  </a:cubicBezTo>
                  <a:cubicBezTo>
                    <a:pt x="344900" y="17907"/>
                    <a:pt x="391668" y="0"/>
                    <a:pt x="443294" y="0"/>
                  </a:cubicBezTo>
                  <a:cubicBezTo>
                    <a:pt x="480727" y="0"/>
                    <a:pt x="509207" y="5620"/>
                    <a:pt x="528733" y="16955"/>
                  </a:cubicBezTo>
                  <a:lnTo>
                    <a:pt x="528733" y="212789"/>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7" name="Freeform: Shape 26">
              <a:extLst>
                <a:ext uri="{FF2B5EF4-FFF2-40B4-BE49-F238E27FC236}">
                  <a16:creationId xmlns:a16="http://schemas.microsoft.com/office/drawing/2014/main" id="{BA246B78-9929-146B-78A7-A5B509482D1B}"/>
                </a:ext>
              </a:extLst>
            </p:cNvPr>
            <p:cNvSpPr/>
            <p:nvPr/>
          </p:nvSpPr>
          <p:spPr bwMode="white">
            <a:xfrm>
              <a:off x="4144422" y="2344405"/>
              <a:ext cx="937450" cy="954500"/>
            </a:xfrm>
            <a:custGeom>
              <a:avLst/>
              <a:gdLst>
                <a:gd name="connsiteX0" fmla="*/ 463010 w 937450"/>
                <a:gd name="connsiteY0" fmla="*/ 954310 h 954500"/>
                <a:gd name="connsiteX1" fmla="*/ 126016 w 937450"/>
                <a:gd name="connsiteY1" fmla="*/ 826579 h 954500"/>
                <a:gd name="connsiteX2" fmla="*/ 0 w 937450"/>
                <a:gd name="connsiteY2" fmla="*/ 487871 h 954500"/>
                <a:gd name="connsiteX3" fmla="*/ 131350 w 937450"/>
                <a:gd name="connsiteY3" fmla="*/ 129064 h 954500"/>
                <a:gd name="connsiteX4" fmla="*/ 485204 w 937450"/>
                <a:gd name="connsiteY4" fmla="*/ 0 h 954500"/>
                <a:gd name="connsiteX5" fmla="*/ 818198 w 937450"/>
                <a:gd name="connsiteY5" fmla="*/ 125540 h 954500"/>
                <a:gd name="connsiteX6" fmla="*/ 937451 w 937450"/>
                <a:gd name="connsiteY6" fmla="*/ 473678 h 954500"/>
                <a:gd name="connsiteX7" fmla="*/ 808768 w 937450"/>
                <a:gd name="connsiteY7" fmla="*/ 823151 h 954500"/>
                <a:gd name="connsiteX8" fmla="*/ 462915 w 937450"/>
                <a:gd name="connsiteY8" fmla="*/ 954500 h 954500"/>
                <a:gd name="connsiteX9" fmla="*/ 472821 w 937450"/>
                <a:gd name="connsiteY9" fmla="*/ 164592 h 954500"/>
                <a:gd name="connsiteX10" fmla="*/ 281369 w 937450"/>
                <a:gd name="connsiteY10" fmla="*/ 249174 h 954500"/>
                <a:gd name="connsiteX11" fmla="*/ 211074 w 937450"/>
                <a:gd name="connsiteY11" fmla="*/ 482441 h 954500"/>
                <a:gd name="connsiteX12" fmla="*/ 282321 w 937450"/>
                <a:gd name="connsiteY12" fmla="*/ 708088 h 954500"/>
                <a:gd name="connsiteX13" fmla="*/ 472821 w 937450"/>
                <a:gd name="connsiteY13" fmla="*/ 790480 h 954500"/>
                <a:gd name="connsiteX14" fmla="*/ 660178 w 937450"/>
                <a:gd name="connsiteY14" fmla="*/ 709422 h 954500"/>
                <a:gd name="connsiteX15" fmla="*/ 725615 w 937450"/>
                <a:gd name="connsiteY15" fmla="*/ 478822 h 954500"/>
                <a:gd name="connsiteX16" fmla="*/ 660178 w 937450"/>
                <a:gd name="connsiteY16" fmla="*/ 246412 h 954500"/>
                <a:gd name="connsiteX17" fmla="*/ 472821 w 937450"/>
                <a:gd name="connsiteY17" fmla="*/ 164497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37450" h="954500">
                  <a:moveTo>
                    <a:pt x="463010" y="954310"/>
                  </a:moveTo>
                  <a:cubicBezTo>
                    <a:pt x="322326" y="954310"/>
                    <a:pt x="210026" y="911733"/>
                    <a:pt x="126016" y="826579"/>
                  </a:cubicBezTo>
                  <a:cubicBezTo>
                    <a:pt x="42005" y="741426"/>
                    <a:pt x="0" y="628459"/>
                    <a:pt x="0" y="487871"/>
                  </a:cubicBezTo>
                  <a:cubicBezTo>
                    <a:pt x="0" y="334709"/>
                    <a:pt x="43720" y="215170"/>
                    <a:pt x="131350" y="129064"/>
                  </a:cubicBezTo>
                  <a:cubicBezTo>
                    <a:pt x="218885" y="43053"/>
                    <a:pt x="336900" y="0"/>
                    <a:pt x="485204" y="0"/>
                  </a:cubicBezTo>
                  <a:cubicBezTo>
                    <a:pt x="633508" y="0"/>
                    <a:pt x="738664" y="41815"/>
                    <a:pt x="818198" y="125540"/>
                  </a:cubicBezTo>
                  <a:cubicBezTo>
                    <a:pt x="897731" y="209264"/>
                    <a:pt x="937451" y="325279"/>
                    <a:pt x="937451" y="473678"/>
                  </a:cubicBezTo>
                  <a:cubicBezTo>
                    <a:pt x="937451" y="622078"/>
                    <a:pt x="894588" y="735616"/>
                    <a:pt x="808768" y="823151"/>
                  </a:cubicBezTo>
                  <a:cubicBezTo>
                    <a:pt x="723043" y="910685"/>
                    <a:pt x="607695" y="954500"/>
                    <a:pt x="462915" y="954500"/>
                  </a:cubicBezTo>
                  <a:close/>
                  <a:moveTo>
                    <a:pt x="472821" y="164592"/>
                  </a:moveTo>
                  <a:cubicBezTo>
                    <a:pt x="392049" y="164592"/>
                    <a:pt x="328327" y="192786"/>
                    <a:pt x="281369" y="249174"/>
                  </a:cubicBezTo>
                  <a:cubicBezTo>
                    <a:pt x="234506" y="305562"/>
                    <a:pt x="211074" y="383286"/>
                    <a:pt x="211074" y="482441"/>
                  </a:cubicBezTo>
                  <a:cubicBezTo>
                    <a:pt x="211074" y="581597"/>
                    <a:pt x="234791" y="653225"/>
                    <a:pt x="282321" y="708088"/>
                  </a:cubicBezTo>
                  <a:cubicBezTo>
                    <a:pt x="329756" y="762953"/>
                    <a:pt x="393287" y="790480"/>
                    <a:pt x="472821" y="790480"/>
                  </a:cubicBezTo>
                  <a:cubicBezTo>
                    <a:pt x="552355" y="790480"/>
                    <a:pt x="616553" y="763524"/>
                    <a:pt x="660178" y="709422"/>
                  </a:cubicBezTo>
                  <a:cubicBezTo>
                    <a:pt x="703802" y="655415"/>
                    <a:pt x="725615" y="578549"/>
                    <a:pt x="725615" y="478822"/>
                  </a:cubicBezTo>
                  <a:cubicBezTo>
                    <a:pt x="725615" y="379095"/>
                    <a:pt x="703802" y="301085"/>
                    <a:pt x="660178" y="246412"/>
                  </a:cubicBezTo>
                  <a:cubicBezTo>
                    <a:pt x="616553" y="191834"/>
                    <a:pt x="554069" y="164497"/>
                    <a:pt x="472821" y="164497"/>
                  </a:cubicBez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8" name="Freeform: Shape 27">
              <a:extLst>
                <a:ext uri="{FF2B5EF4-FFF2-40B4-BE49-F238E27FC236}">
                  <a16:creationId xmlns:a16="http://schemas.microsoft.com/office/drawing/2014/main" id="{B165A848-4EE6-DE4A-D8CB-3EA312E4480C}"/>
                </a:ext>
              </a:extLst>
            </p:cNvPr>
            <p:cNvSpPr/>
            <p:nvPr/>
          </p:nvSpPr>
          <p:spPr bwMode="white">
            <a:xfrm>
              <a:off x="5180361" y="2344310"/>
              <a:ext cx="647319" cy="954309"/>
            </a:xfrm>
            <a:custGeom>
              <a:avLst/>
              <a:gdLst>
                <a:gd name="connsiteX0" fmla="*/ 0 w 647319"/>
                <a:gd name="connsiteY0" fmla="*/ 904589 h 954309"/>
                <a:gd name="connsiteX1" fmla="*/ 0 w 647319"/>
                <a:gd name="connsiteY1" fmla="*/ 713137 h 954309"/>
                <a:gd name="connsiteX2" fmla="*/ 255556 w 647319"/>
                <a:gd name="connsiteY2" fmla="*/ 801243 h 954309"/>
                <a:gd name="connsiteX3" fmla="*/ 442531 w 647319"/>
                <a:gd name="connsiteY3" fmla="*/ 690848 h 954309"/>
                <a:gd name="connsiteX4" fmla="*/ 426530 w 647319"/>
                <a:gd name="connsiteY4" fmla="*/ 637889 h 954309"/>
                <a:gd name="connsiteX5" fmla="*/ 383381 w 647319"/>
                <a:gd name="connsiteY5" fmla="*/ 599123 h 954309"/>
                <a:gd name="connsiteX6" fmla="*/ 319278 w 647319"/>
                <a:gd name="connsiteY6" fmla="*/ 568833 h 954309"/>
                <a:gd name="connsiteX7" fmla="*/ 236887 w 647319"/>
                <a:gd name="connsiteY7" fmla="*/ 538544 h 954309"/>
                <a:gd name="connsiteX8" fmla="*/ 135827 w 647319"/>
                <a:gd name="connsiteY8" fmla="*/ 491395 h 954309"/>
                <a:gd name="connsiteX9" fmla="*/ 61055 w 647319"/>
                <a:gd name="connsiteY9" fmla="*/ 434816 h 954309"/>
                <a:gd name="connsiteX10" fmla="*/ 16097 w 647319"/>
                <a:gd name="connsiteY10" fmla="*/ 363188 h 954309"/>
                <a:gd name="connsiteX11" fmla="*/ 953 w 647319"/>
                <a:gd name="connsiteY11" fmla="*/ 269748 h 954309"/>
                <a:gd name="connsiteX12" fmla="*/ 32099 w 647319"/>
                <a:gd name="connsiteY12" fmla="*/ 153543 h 954309"/>
                <a:gd name="connsiteX13" fmla="*/ 115824 w 647319"/>
                <a:gd name="connsiteY13" fmla="*/ 68961 h 954309"/>
                <a:gd name="connsiteX14" fmla="*/ 235077 w 647319"/>
                <a:gd name="connsiteY14" fmla="*/ 17335 h 954309"/>
                <a:gd name="connsiteX15" fmla="*/ 373094 w 647319"/>
                <a:gd name="connsiteY15" fmla="*/ 0 h 954309"/>
                <a:gd name="connsiteX16" fmla="*/ 599218 w 647319"/>
                <a:gd name="connsiteY16" fmla="*/ 38291 h 954309"/>
                <a:gd name="connsiteX17" fmla="*/ 599218 w 647319"/>
                <a:gd name="connsiteY17" fmla="*/ 218980 h 954309"/>
                <a:gd name="connsiteX18" fmla="*/ 378428 w 647319"/>
                <a:gd name="connsiteY18" fmla="*/ 153067 h 954309"/>
                <a:gd name="connsiteX19" fmla="*/ 307658 w 647319"/>
                <a:gd name="connsiteY19" fmla="*/ 161068 h 954309"/>
                <a:gd name="connsiteX20" fmla="*/ 253746 w 647319"/>
                <a:gd name="connsiteY20" fmla="*/ 183356 h 954309"/>
                <a:gd name="connsiteX21" fmla="*/ 218980 w 647319"/>
                <a:gd name="connsiteY21" fmla="*/ 217646 h 954309"/>
                <a:gd name="connsiteX22" fmla="*/ 206502 w 647319"/>
                <a:gd name="connsiteY22" fmla="*/ 261747 h 954309"/>
                <a:gd name="connsiteX23" fmla="*/ 218980 w 647319"/>
                <a:gd name="connsiteY23" fmla="*/ 311563 h 954309"/>
                <a:gd name="connsiteX24" fmla="*/ 255937 w 647319"/>
                <a:gd name="connsiteY24" fmla="*/ 347663 h 954309"/>
                <a:gd name="connsiteX25" fmla="*/ 314706 w 647319"/>
                <a:gd name="connsiteY25" fmla="*/ 376142 h 954309"/>
                <a:gd name="connsiteX26" fmla="*/ 393478 w 647319"/>
                <a:gd name="connsiteY26" fmla="*/ 404146 h 954309"/>
                <a:gd name="connsiteX27" fmla="*/ 499015 w 647319"/>
                <a:gd name="connsiteY27" fmla="*/ 453104 h 954309"/>
                <a:gd name="connsiteX28" fmla="*/ 578739 w 647319"/>
                <a:gd name="connsiteY28" fmla="*/ 509683 h 954309"/>
                <a:gd name="connsiteX29" fmla="*/ 629508 w 647319"/>
                <a:gd name="connsiteY29" fmla="*/ 582644 h 954309"/>
                <a:gd name="connsiteX30" fmla="*/ 647319 w 647319"/>
                <a:gd name="connsiteY30" fmla="*/ 681038 h 954309"/>
                <a:gd name="connsiteX31" fmla="*/ 615220 w 647319"/>
                <a:gd name="connsiteY31" fmla="*/ 802100 h 954309"/>
                <a:gd name="connsiteX32" fmla="*/ 529780 w 647319"/>
                <a:gd name="connsiteY32" fmla="*/ 887540 h 954309"/>
                <a:gd name="connsiteX33" fmla="*/ 406432 w 647319"/>
                <a:gd name="connsiteY33" fmla="*/ 937832 h 954309"/>
                <a:gd name="connsiteX34" fmla="*/ 259080 w 647319"/>
                <a:gd name="connsiteY34" fmla="*/ 954310 h 954309"/>
                <a:gd name="connsiteX35" fmla="*/ 0 w 647319"/>
                <a:gd name="connsiteY35" fmla="*/ 904494 h 954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647319" h="954309">
                  <a:moveTo>
                    <a:pt x="0" y="904589"/>
                  </a:moveTo>
                  <a:lnTo>
                    <a:pt x="0" y="713137"/>
                  </a:lnTo>
                  <a:cubicBezTo>
                    <a:pt x="77153" y="771906"/>
                    <a:pt x="162306" y="801243"/>
                    <a:pt x="255556" y="801243"/>
                  </a:cubicBezTo>
                  <a:cubicBezTo>
                    <a:pt x="380238" y="801243"/>
                    <a:pt x="442531" y="764477"/>
                    <a:pt x="442531" y="690848"/>
                  </a:cubicBezTo>
                  <a:cubicBezTo>
                    <a:pt x="442531" y="670084"/>
                    <a:pt x="437197" y="652463"/>
                    <a:pt x="426530" y="637889"/>
                  </a:cubicBezTo>
                  <a:cubicBezTo>
                    <a:pt x="415862" y="623316"/>
                    <a:pt x="401479" y="610457"/>
                    <a:pt x="383381" y="599123"/>
                  </a:cubicBezTo>
                  <a:cubicBezTo>
                    <a:pt x="365284" y="587883"/>
                    <a:pt x="343948" y="577787"/>
                    <a:pt x="319278" y="568833"/>
                  </a:cubicBezTo>
                  <a:cubicBezTo>
                    <a:pt x="294608" y="559975"/>
                    <a:pt x="267176" y="549878"/>
                    <a:pt x="236887" y="538544"/>
                  </a:cubicBezTo>
                  <a:cubicBezTo>
                    <a:pt x="199454" y="523685"/>
                    <a:pt x="165830" y="507968"/>
                    <a:pt x="135827" y="491395"/>
                  </a:cubicBezTo>
                  <a:cubicBezTo>
                    <a:pt x="105823" y="474821"/>
                    <a:pt x="80963" y="455962"/>
                    <a:pt x="61055" y="434816"/>
                  </a:cubicBezTo>
                  <a:cubicBezTo>
                    <a:pt x="41148" y="413766"/>
                    <a:pt x="26194" y="389858"/>
                    <a:pt x="16097" y="363188"/>
                  </a:cubicBezTo>
                  <a:cubicBezTo>
                    <a:pt x="6001" y="336518"/>
                    <a:pt x="953" y="305276"/>
                    <a:pt x="953" y="269748"/>
                  </a:cubicBezTo>
                  <a:cubicBezTo>
                    <a:pt x="953" y="225838"/>
                    <a:pt x="11335" y="187071"/>
                    <a:pt x="32099" y="153543"/>
                  </a:cubicBezTo>
                  <a:cubicBezTo>
                    <a:pt x="52864" y="120015"/>
                    <a:pt x="80772" y="91821"/>
                    <a:pt x="115824" y="68961"/>
                  </a:cubicBezTo>
                  <a:cubicBezTo>
                    <a:pt x="150876" y="46101"/>
                    <a:pt x="190595" y="28861"/>
                    <a:pt x="235077" y="17335"/>
                  </a:cubicBezTo>
                  <a:cubicBezTo>
                    <a:pt x="279559" y="5810"/>
                    <a:pt x="325564" y="0"/>
                    <a:pt x="373094" y="0"/>
                  </a:cubicBezTo>
                  <a:cubicBezTo>
                    <a:pt x="457391" y="0"/>
                    <a:pt x="532733" y="12764"/>
                    <a:pt x="599218" y="38291"/>
                  </a:cubicBezTo>
                  <a:lnTo>
                    <a:pt x="599218" y="218980"/>
                  </a:lnTo>
                  <a:cubicBezTo>
                    <a:pt x="535114" y="175069"/>
                    <a:pt x="461486" y="153067"/>
                    <a:pt x="378428" y="153067"/>
                  </a:cubicBezTo>
                  <a:cubicBezTo>
                    <a:pt x="352330" y="153067"/>
                    <a:pt x="328708" y="155734"/>
                    <a:pt x="307658" y="161068"/>
                  </a:cubicBezTo>
                  <a:cubicBezTo>
                    <a:pt x="286607" y="166402"/>
                    <a:pt x="268605" y="173831"/>
                    <a:pt x="253746" y="183356"/>
                  </a:cubicBezTo>
                  <a:cubicBezTo>
                    <a:pt x="238887" y="192881"/>
                    <a:pt x="227362" y="204311"/>
                    <a:pt x="218980" y="217646"/>
                  </a:cubicBezTo>
                  <a:cubicBezTo>
                    <a:pt x="210693" y="230981"/>
                    <a:pt x="206502" y="245650"/>
                    <a:pt x="206502" y="261747"/>
                  </a:cubicBezTo>
                  <a:cubicBezTo>
                    <a:pt x="206502" y="281369"/>
                    <a:pt x="210693" y="297942"/>
                    <a:pt x="218980" y="311563"/>
                  </a:cubicBezTo>
                  <a:cubicBezTo>
                    <a:pt x="227267" y="325184"/>
                    <a:pt x="239554" y="337280"/>
                    <a:pt x="255937" y="347663"/>
                  </a:cubicBezTo>
                  <a:cubicBezTo>
                    <a:pt x="272225" y="358045"/>
                    <a:pt x="291846" y="367570"/>
                    <a:pt x="314706" y="376142"/>
                  </a:cubicBezTo>
                  <a:cubicBezTo>
                    <a:pt x="337566" y="384715"/>
                    <a:pt x="363855" y="394144"/>
                    <a:pt x="393478" y="404146"/>
                  </a:cubicBezTo>
                  <a:cubicBezTo>
                    <a:pt x="432626" y="420148"/>
                    <a:pt x="467773" y="436531"/>
                    <a:pt x="499015" y="453104"/>
                  </a:cubicBezTo>
                  <a:cubicBezTo>
                    <a:pt x="530162" y="469773"/>
                    <a:pt x="556736" y="488537"/>
                    <a:pt x="578739" y="509683"/>
                  </a:cubicBezTo>
                  <a:cubicBezTo>
                    <a:pt x="600647" y="530733"/>
                    <a:pt x="617601" y="555117"/>
                    <a:pt x="629508" y="582644"/>
                  </a:cubicBezTo>
                  <a:cubicBezTo>
                    <a:pt x="641414" y="610267"/>
                    <a:pt x="647319" y="643033"/>
                    <a:pt x="647319" y="681038"/>
                  </a:cubicBezTo>
                  <a:cubicBezTo>
                    <a:pt x="647319" y="727329"/>
                    <a:pt x="636651" y="767715"/>
                    <a:pt x="615220" y="802100"/>
                  </a:cubicBezTo>
                  <a:cubicBezTo>
                    <a:pt x="593884" y="836581"/>
                    <a:pt x="565404" y="865061"/>
                    <a:pt x="529780" y="887540"/>
                  </a:cubicBezTo>
                  <a:cubicBezTo>
                    <a:pt x="494157" y="910114"/>
                    <a:pt x="453104" y="926878"/>
                    <a:pt x="406432" y="937832"/>
                  </a:cubicBezTo>
                  <a:cubicBezTo>
                    <a:pt x="359855" y="948785"/>
                    <a:pt x="310705" y="954310"/>
                    <a:pt x="259080" y="954310"/>
                  </a:cubicBezTo>
                  <a:cubicBezTo>
                    <a:pt x="159353" y="954310"/>
                    <a:pt x="72962" y="937641"/>
                    <a:pt x="0" y="904494"/>
                  </a:cubicBez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29" name="Freeform: Shape 28">
              <a:extLst>
                <a:ext uri="{FF2B5EF4-FFF2-40B4-BE49-F238E27FC236}">
                  <a16:creationId xmlns:a16="http://schemas.microsoft.com/office/drawing/2014/main" id="{68B522E9-BE2D-0C37-92C4-BAB333C2C2D5}"/>
                </a:ext>
              </a:extLst>
            </p:cNvPr>
            <p:cNvSpPr/>
            <p:nvPr/>
          </p:nvSpPr>
          <p:spPr bwMode="white">
            <a:xfrm>
              <a:off x="5909975" y="2344405"/>
              <a:ext cx="937450" cy="954500"/>
            </a:xfrm>
            <a:custGeom>
              <a:avLst/>
              <a:gdLst>
                <a:gd name="connsiteX0" fmla="*/ 463011 w 937450"/>
                <a:gd name="connsiteY0" fmla="*/ 954310 h 954500"/>
                <a:gd name="connsiteX1" fmla="*/ 126016 w 937450"/>
                <a:gd name="connsiteY1" fmla="*/ 826579 h 954500"/>
                <a:gd name="connsiteX2" fmla="*/ 0 w 937450"/>
                <a:gd name="connsiteY2" fmla="*/ 487871 h 954500"/>
                <a:gd name="connsiteX3" fmla="*/ 131350 w 937450"/>
                <a:gd name="connsiteY3" fmla="*/ 129064 h 954500"/>
                <a:gd name="connsiteX4" fmla="*/ 485204 w 937450"/>
                <a:gd name="connsiteY4" fmla="*/ 0 h 954500"/>
                <a:gd name="connsiteX5" fmla="*/ 818198 w 937450"/>
                <a:gd name="connsiteY5" fmla="*/ 125540 h 954500"/>
                <a:gd name="connsiteX6" fmla="*/ 937451 w 937450"/>
                <a:gd name="connsiteY6" fmla="*/ 473678 h 954500"/>
                <a:gd name="connsiteX7" fmla="*/ 808768 w 937450"/>
                <a:gd name="connsiteY7" fmla="*/ 823151 h 954500"/>
                <a:gd name="connsiteX8" fmla="*/ 462915 w 937450"/>
                <a:gd name="connsiteY8" fmla="*/ 954500 h 954500"/>
                <a:gd name="connsiteX9" fmla="*/ 472821 w 937450"/>
                <a:gd name="connsiteY9" fmla="*/ 164592 h 954500"/>
                <a:gd name="connsiteX10" fmla="*/ 281369 w 937450"/>
                <a:gd name="connsiteY10" fmla="*/ 249174 h 954500"/>
                <a:gd name="connsiteX11" fmla="*/ 211074 w 937450"/>
                <a:gd name="connsiteY11" fmla="*/ 482441 h 954500"/>
                <a:gd name="connsiteX12" fmla="*/ 282321 w 937450"/>
                <a:gd name="connsiteY12" fmla="*/ 708088 h 954500"/>
                <a:gd name="connsiteX13" fmla="*/ 472821 w 937450"/>
                <a:gd name="connsiteY13" fmla="*/ 790480 h 954500"/>
                <a:gd name="connsiteX14" fmla="*/ 660178 w 937450"/>
                <a:gd name="connsiteY14" fmla="*/ 709422 h 954500"/>
                <a:gd name="connsiteX15" fmla="*/ 725615 w 937450"/>
                <a:gd name="connsiteY15" fmla="*/ 478822 h 954500"/>
                <a:gd name="connsiteX16" fmla="*/ 660178 w 937450"/>
                <a:gd name="connsiteY16" fmla="*/ 246412 h 954500"/>
                <a:gd name="connsiteX17" fmla="*/ 472821 w 937450"/>
                <a:gd name="connsiteY17" fmla="*/ 164497 h 95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37450" h="954500">
                  <a:moveTo>
                    <a:pt x="463011" y="954310"/>
                  </a:moveTo>
                  <a:cubicBezTo>
                    <a:pt x="322326" y="954310"/>
                    <a:pt x="210027" y="911733"/>
                    <a:pt x="126016" y="826579"/>
                  </a:cubicBezTo>
                  <a:cubicBezTo>
                    <a:pt x="42006" y="741426"/>
                    <a:pt x="0" y="628459"/>
                    <a:pt x="0" y="487871"/>
                  </a:cubicBezTo>
                  <a:cubicBezTo>
                    <a:pt x="0" y="334709"/>
                    <a:pt x="43720" y="215170"/>
                    <a:pt x="131350" y="129064"/>
                  </a:cubicBezTo>
                  <a:cubicBezTo>
                    <a:pt x="218885" y="43053"/>
                    <a:pt x="336900" y="0"/>
                    <a:pt x="485204" y="0"/>
                  </a:cubicBezTo>
                  <a:cubicBezTo>
                    <a:pt x="633508" y="0"/>
                    <a:pt x="738664" y="41815"/>
                    <a:pt x="818198" y="125540"/>
                  </a:cubicBezTo>
                  <a:cubicBezTo>
                    <a:pt x="897731" y="209264"/>
                    <a:pt x="937451" y="325279"/>
                    <a:pt x="937451" y="473678"/>
                  </a:cubicBezTo>
                  <a:cubicBezTo>
                    <a:pt x="937451" y="622078"/>
                    <a:pt x="894588" y="735616"/>
                    <a:pt x="808768" y="823151"/>
                  </a:cubicBezTo>
                  <a:cubicBezTo>
                    <a:pt x="723043" y="910685"/>
                    <a:pt x="607695" y="954500"/>
                    <a:pt x="462915" y="954500"/>
                  </a:cubicBezTo>
                  <a:close/>
                  <a:moveTo>
                    <a:pt x="472821" y="164592"/>
                  </a:moveTo>
                  <a:cubicBezTo>
                    <a:pt x="392049" y="164592"/>
                    <a:pt x="328327" y="192786"/>
                    <a:pt x="281369" y="249174"/>
                  </a:cubicBezTo>
                  <a:cubicBezTo>
                    <a:pt x="234506" y="305562"/>
                    <a:pt x="211074" y="383286"/>
                    <a:pt x="211074" y="482441"/>
                  </a:cubicBezTo>
                  <a:cubicBezTo>
                    <a:pt x="211074" y="581597"/>
                    <a:pt x="234791" y="653225"/>
                    <a:pt x="282321" y="708088"/>
                  </a:cubicBezTo>
                  <a:cubicBezTo>
                    <a:pt x="329756" y="762953"/>
                    <a:pt x="393288" y="790480"/>
                    <a:pt x="472821" y="790480"/>
                  </a:cubicBezTo>
                  <a:cubicBezTo>
                    <a:pt x="552355" y="790480"/>
                    <a:pt x="616554" y="763524"/>
                    <a:pt x="660178" y="709422"/>
                  </a:cubicBezTo>
                  <a:cubicBezTo>
                    <a:pt x="703802" y="655415"/>
                    <a:pt x="725615" y="578549"/>
                    <a:pt x="725615" y="478822"/>
                  </a:cubicBezTo>
                  <a:cubicBezTo>
                    <a:pt x="725615" y="379095"/>
                    <a:pt x="703802" y="301085"/>
                    <a:pt x="660178" y="246412"/>
                  </a:cubicBezTo>
                  <a:cubicBezTo>
                    <a:pt x="616554" y="191834"/>
                    <a:pt x="554070" y="164497"/>
                    <a:pt x="472821" y="164497"/>
                  </a:cubicBez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0" name="Freeform: Shape 29">
              <a:extLst>
                <a:ext uri="{FF2B5EF4-FFF2-40B4-BE49-F238E27FC236}">
                  <a16:creationId xmlns:a16="http://schemas.microsoft.com/office/drawing/2014/main" id="{21258D29-252A-7890-CBA1-2D62B73CC6DF}"/>
                </a:ext>
              </a:extLst>
            </p:cNvPr>
            <p:cNvSpPr/>
            <p:nvPr/>
          </p:nvSpPr>
          <p:spPr bwMode="white">
            <a:xfrm>
              <a:off x="6867524" y="1907208"/>
              <a:ext cx="607218" cy="1370171"/>
            </a:xfrm>
            <a:custGeom>
              <a:avLst/>
              <a:gdLst>
                <a:gd name="connsiteX0" fmla="*/ 607123 w 607218"/>
                <a:gd name="connsiteY0" fmla="*/ 188786 h 1370171"/>
                <a:gd name="connsiteX1" fmla="*/ 511873 w 607218"/>
                <a:gd name="connsiteY1" fmla="*/ 164783 h 1370171"/>
                <a:gd name="connsiteX2" fmla="*/ 361379 w 607218"/>
                <a:gd name="connsiteY2" fmla="*/ 334804 h 1370171"/>
                <a:gd name="connsiteX3" fmla="*/ 361379 w 607218"/>
                <a:gd name="connsiteY3" fmla="*/ 458534 h 1370171"/>
                <a:gd name="connsiteX4" fmla="*/ 573310 w 607218"/>
                <a:gd name="connsiteY4" fmla="*/ 458534 h 1370171"/>
                <a:gd name="connsiteX5" fmla="*/ 573310 w 607218"/>
                <a:gd name="connsiteY5" fmla="*/ 620554 h 1370171"/>
                <a:gd name="connsiteX6" fmla="*/ 362331 w 607218"/>
                <a:gd name="connsiteY6" fmla="*/ 620554 h 1370171"/>
                <a:gd name="connsiteX7" fmla="*/ 362331 w 607218"/>
                <a:gd name="connsiteY7" fmla="*/ 1370171 h 1370171"/>
                <a:gd name="connsiteX8" fmla="*/ 155829 w 607218"/>
                <a:gd name="connsiteY8" fmla="*/ 1370171 h 1370171"/>
                <a:gd name="connsiteX9" fmla="*/ 155829 w 607218"/>
                <a:gd name="connsiteY9" fmla="*/ 620554 h 1370171"/>
                <a:gd name="connsiteX10" fmla="*/ 0 w 607218"/>
                <a:gd name="connsiteY10" fmla="*/ 620554 h 1370171"/>
                <a:gd name="connsiteX11" fmla="*/ 0 w 607218"/>
                <a:gd name="connsiteY11" fmla="*/ 458534 h 1370171"/>
                <a:gd name="connsiteX12" fmla="*/ 155829 w 607218"/>
                <a:gd name="connsiteY12" fmla="*/ 458534 h 1370171"/>
                <a:gd name="connsiteX13" fmla="*/ 155829 w 607218"/>
                <a:gd name="connsiteY13" fmla="*/ 310706 h 1370171"/>
                <a:gd name="connsiteX14" fmla="*/ 250222 w 607218"/>
                <a:gd name="connsiteY14" fmla="*/ 83249 h 1370171"/>
                <a:gd name="connsiteX15" fmla="*/ 486156 w 607218"/>
                <a:gd name="connsiteY15" fmla="*/ 0 h 1370171"/>
                <a:gd name="connsiteX16" fmla="*/ 607219 w 607218"/>
                <a:gd name="connsiteY16" fmla="*/ 16955 h 1370171"/>
                <a:gd name="connsiteX17" fmla="*/ 607219 w 607218"/>
                <a:gd name="connsiteY17" fmla="*/ 188786 h 1370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7218" h="1370171">
                  <a:moveTo>
                    <a:pt x="607123" y="188786"/>
                  </a:moveTo>
                  <a:cubicBezTo>
                    <a:pt x="579215" y="172784"/>
                    <a:pt x="547497" y="164783"/>
                    <a:pt x="511873" y="164783"/>
                  </a:cubicBezTo>
                  <a:cubicBezTo>
                    <a:pt x="411575" y="164783"/>
                    <a:pt x="361379" y="221456"/>
                    <a:pt x="361379" y="334804"/>
                  </a:cubicBezTo>
                  <a:lnTo>
                    <a:pt x="361379" y="458534"/>
                  </a:lnTo>
                  <a:lnTo>
                    <a:pt x="573310" y="458534"/>
                  </a:lnTo>
                  <a:lnTo>
                    <a:pt x="573310" y="620554"/>
                  </a:lnTo>
                  <a:lnTo>
                    <a:pt x="362331" y="620554"/>
                  </a:lnTo>
                  <a:lnTo>
                    <a:pt x="362331" y="1370171"/>
                  </a:lnTo>
                  <a:lnTo>
                    <a:pt x="155829" y="1370171"/>
                  </a:lnTo>
                  <a:lnTo>
                    <a:pt x="155829" y="620554"/>
                  </a:lnTo>
                  <a:lnTo>
                    <a:pt x="0" y="620554"/>
                  </a:lnTo>
                  <a:lnTo>
                    <a:pt x="0" y="458534"/>
                  </a:lnTo>
                  <a:lnTo>
                    <a:pt x="155829" y="458534"/>
                  </a:lnTo>
                  <a:lnTo>
                    <a:pt x="155829" y="310706"/>
                  </a:lnTo>
                  <a:cubicBezTo>
                    <a:pt x="155829" y="214598"/>
                    <a:pt x="187261" y="138779"/>
                    <a:pt x="250222" y="83249"/>
                  </a:cubicBezTo>
                  <a:cubicBezTo>
                    <a:pt x="313087" y="27718"/>
                    <a:pt x="391763" y="0"/>
                    <a:pt x="486156" y="0"/>
                  </a:cubicBezTo>
                  <a:cubicBezTo>
                    <a:pt x="537210" y="0"/>
                    <a:pt x="577501" y="5620"/>
                    <a:pt x="607219" y="16955"/>
                  </a:cubicBezTo>
                  <a:lnTo>
                    <a:pt x="607219" y="188786"/>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1" name="Freeform: Shape 30">
              <a:extLst>
                <a:ext uri="{FF2B5EF4-FFF2-40B4-BE49-F238E27FC236}">
                  <a16:creationId xmlns:a16="http://schemas.microsoft.com/office/drawing/2014/main" id="{4479E827-C57E-CA20-149D-7272F492FA52}"/>
                </a:ext>
              </a:extLst>
            </p:cNvPr>
            <p:cNvSpPr/>
            <p:nvPr/>
          </p:nvSpPr>
          <p:spPr bwMode="white">
            <a:xfrm>
              <a:off x="7398638" y="2095993"/>
              <a:ext cx="576929" cy="1201864"/>
            </a:xfrm>
            <a:custGeom>
              <a:avLst/>
              <a:gdLst>
                <a:gd name="connsiteX0" fmla="*/ 576834 w 576929"/>
                <a:gd name="connsiteY0" fmla="*/ 1171575 h 1201864"/>
                <a:gd name="connsiteX1" fmla="*/ 417481 w 576929"/>
                <a:gd name="connsiteY1" fmla="*/ 1201865 h 1201864"/>
                <a:gd name="connsiteX2" fmla="*/ 152209 w 576929"/>
                <a:gd name="connsiteY2" fmla="*/ 947261 h 1201864"/>
                <a:gd name="connsiteX3" fmla="*/ 152209 w 576929"/>
                <a:gd name="connsiteY3" fmla="*/ 431768 h 1201864"/>
                <a:gd name="connsiteX4" fmla="*/ 0 w 576929"/>
                <a:gd name="connsiteY4" fmla="*/ 431768 h 1201864"/>
                <a:gd name="connsiteX5" fmla="*/ 0 w 576929"/>
                <a:gd name="connsiteY5" fmla="*/ 269748 h 1201864"/>
                <a:gd name="connsiteX6" fmla="*/ 152209 w 576929"/>
                <a:gd name="connsiteY6" fmla="*/ 269748 h 1201864"/>
                <a:gd name="connsiteX7" fmla="*/ 152209 w 576929"/>
                <a:gd name="connsiteY7" fmla="*/ 58769 h 1201864"/>
                <a:gd name="connsiteX8" fmla="*/ 358807 w 576929"/>
                <a:gd name="connsiteY8" fmla="*/ 0 h 1201864"/>
                <a:gd name="connsiteX9" fmla="*/ 358807 w 576929"/>
                <a:gd name="connsiteY9" fmla="*/ 269748 h 1201864"/>
                <a:gd name="connsiteX10" fmla="*/ 576929 w 576929"/>
                <a:gd name="connsiteY10" fmla="*/ 269748 h 1201864"/>
                <a:gd name="connsiteX11" fmla="*/ 576929 w 576929"/>
                <a:gd name="connsiteY11" fmla="*/ 431768 h 1201864"/>
                <a:gd name="connsiteX12" fmla="*/ 358807 w 576929"/>
                <a:gd name="connsiteY12" fmla="*/ 431768 h 1201864"/>
                <a:gd name="connsiteX13" fmla="*/ 358807 w 576929"/>
                <a:gd name="connsiteY13" fmla="*/ 887635 h 1201864"/>
                <a:gd name="connsiteX14" fmla="*/ 388144 w 576929"/>
                <a:gd name="connsiteY14" fmla="*/ 1003364 h 1201864"/>
                <a:gd name="connsiteX15" fmla="*/ 486060 w 576929"/>
                <a:gd name="connsiteY15" fmla="*/ 1038035 h 1201864"/>
                <a:gd name="connsiteX16" fmla="*/ 576834 w 576929"/>
                <a:gd name="connsiteY16" fmla="*/ 1007745 h 1201864"/>
                <a:gd name="connsiteX17" fmla="*/ 576834 w 576929"/>
                <a:gd name="connsiteY17" fmla="*/ 1171575 h 1201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76929" h="1201864">
                  <a:moveTo>
                    <a:pt x="576834" y="1171575"/>
                  </a:moveTo>
                  <a:cubicBezTo>
                    <a:pt x="536448" y="1191768"/>
                    <a:pt x="483394" y="1201865"/>
                    <a:pt x="417481" y="1201865"/>
                  </a:cubicBezTo>
                  <a:cubicBezTo>
                    <a:pt x="240602" y="1201865"/>
                    <a:pt x="152209" y="1116997"/>
                    <a:pt x="152209" y="947261"/>
                  </a:cubicBezTo>
                  <a:lnTo>
                    <a:pt x="152209" y="431768"/>
                  </a:lnTo>
                  <a:lnTo>
                    <a:pt x="0" y="431768"/>
                  </a:lnTo>
                  <a:lnTo>
                    <a:pt x="0" y="269748"/>
                  </a:lnTo>
                  <a:lnTo>
                    <a:pt x="152209" y="269748"/>
                  </a:lnTo>
                  <a:lnTo>
                    <a:pt x="152209" y="58769"/>
                  </a:lnTo>
                  <a:lnTo>
                    <a:pt x="358807" y="0"/>
                  </a:lnTo>
                  <a:lnTo>
                    <a:pt x="358807" y="269748"/>
                  </a:lnTo>
                  <a:lnTo>
                    <a:pt x="576929" y="269748"/>
                  </a:lnTo>
                  <a:lnTo>
                    <a:pt x="576929" y="431768"/>
                  </a:lnTo>
                  <a:lnTo>
                    <a:pt x="358807" y="431768"/>
                  </a:lnTo>
                  <a:lnTo>
                    <a:pt x="358807" y="887635"/>
                  </a:lnTo>
                  <a:cubicBezTo>
                    <a:pt x="358807" y="941642"/>
                    <a:pt x="368618" y="980218"/>
                    <a:pt x="388144" y="1003364"/>
                  </a:cubicBezTo>
                  <a:cubicBezTo>
                    <a:pt x="407765" y="1026509"/>
                    <a:pt x="440341" y="1038035"/>
                    <a:pt x="486060" y="1038035"/>
                  </a:cubicBezTo>
                  <a:cubicBezTo>
                    <a:pt x="521112" y="1038035"/>
                    <a:pt x="551307" y="1027938"/>
                    <a:pt x="576834" y="1007745"/>
                  </a:cubicBezTo>
                  <a:lnTo>
                    <a:pt x="576834" y="1171575"/>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2" name="Freeform: Shape 31">
              <a:extLst>
                <a:ext uri="{FF2B5EF4-FFF2-40B4-BE49-F238E27FC236}">
                  <a16:creationId xmlns:a16="http://schemas.microsoft.com/office/drawing/2014/main" id="{89685AAF-E6CE-0A10-EBE5-9642E5DF5F7E}"/>
                </a:ext>
              </a:extLst>
            </p:cNvPr>
            <p:cNvSpPr/>
            <p:nvPr/>
          </p:nvSpPr>
          <p:spPr bwMode="white">
            <a:xfrm>
              <a:off x="747712" y="3824019"/>
              <a:ext cx="864584" cy="1276730"/>
            </a:xfrm>
            <a:custGeom>
              <a:avLst/>
              <a:gdLst>
                <a:gd name="connsiteX0" fmla="*/ 0 w 864584"/>
                <a:gd name="connsiteY0" fmla="*/ 1276636 h 1276730"/>
                <a:gd name="connsiteX1" fmla="*/ 0 w 864584"/>
                <a:gd name="connsiteY1" fmla="*/ 0 h 1276730"/>
                <a:gd name="connsiteX2" fmla="*/ 405098 w 864584"/>
                <a:gd name="connsiteY2" fmla="*/ 0 h 1276730"/>
                <a:gd name="connsiteX3" fmla="*/ 698468 w 864584"/>
                <a:gd name="connsiteY3" fmla="*/ 81058 h 1276730"/>
                <a:gd name="connsiteX4" fmla="*/ 806672 w 864584"/>
                <a:gd name="connsiteY4" fmla="*/ 292036 h 1276730"/>
                <a:gd name="connsiteX5" fmla="*/ 745236 w 864584"/>
                <a:gd name="connsiteY5" fmla="*/ 480822 h 1276730"/>
                <a:gd name="connsiteX6" fmla="*/ 575215 w 864584"/>
                <a:gd name="connsiteY6" fmla="*/ 594741 h 1276730"/>
                <a:gd name="connsiteX7" fmla="*/ 575215 w 864584"/>
                <a:gd name="connsiteY7" fmla="*/ 598265 h 1276730"/>
                <a:gd name="connsiteX8" fmla="*/ 785813 w 864584"/>
                <a:gd name="connsiteY8" fmla="*/ 695801 h 1276730"/>
                <a:gd name="connsiteX9" fmla="*/ 864584 w 864584"/>
                <a:gd name="connsiteY9" fmla="*/ 909923 h 1276730"/>
                <a:gd name="connsiteX10" fmla="*/ 735521 w 864584"/>
                <a:gd name="connsiteY10" fmla="*/ 1175194 h 1276730"/>
                <a:gd name="connsiteX11" fmla="*/ 409670 w 864584"/>
                <a:gd name="connsiteY11" fmla="*/ 1276731 h 1276730"/>
                <a:gd name="connsiteX12" fmla="*/ 0 w 864584"/>
                <a:gd name="connsiteY12" fmla="*/ 1276731 h 1276730"/>
                <a:gd name="connsiteX13" fmla="*/ 210979 w 864584"/>
                <a:gd name="connsiteY13" fmla="*/ 170021 h 1276730"/>
                <a:gd name="connsiteX14" fmla="*/ 210979 w 864584"/>
                <a:gd name="connsiteY14" fmla="*/ 533209 h 1276730"/>
                <a:gd name="connsiteX15" fmla="*/ 348044 w 864584"/>
                <a:gd name="connsiteY15" fmla="*/ 533209 h 1276730"/>
                <a:gd name="connsiteX16" fmla="*/ 521208 w 864584"/>
                <a:gd name="connsiteY16" fmla="*/ 481108 h 1276730"/>
                <a:gd name="connsiteX17" fmla="*/ 583978 w 864584"/>
                <a:gd name="connsiteY17" fmla="*/ 333756 h 1276730"/>
                <a:gd name="connsiteX18" fmla="*/ 364998 w 864584"/>
                <a:gd name="connsiteY18" fmla="*/ 169926 h 1276730"/>
                <a:gd name="connsiteX19" fmla="*/ 210979 w 864584"/>
                <a:gd name="connsiteY19" fmla="*/ 169926 h 1276730"/>
                <a:gd name="connsiteX20" fmla="*/ 210979 w 864584"/>
                <a:gd name="connsiteY20" fmla="*/ 703326 h 1276730"/>
                <a:gd name="connsiteX21" fmla="*/ 210979 w 864584"/>
                <a:gd name="connsiteY21" fmla="*/ 1107567 h 1276730"/>
                <a:gd name="connsiteX22" fmla="*/ 391668 w 864584"/>
                <a:gd name="connsiteY22" fmla="*/ 1107567 h 1276730"/>
                <a:gd name="connsiteX23" fmla="*/ 574643 w 864584"/>
                <a:gd name="connsiteY23" fmla="*/ 1052798 h 1276730"/>
                <a:gd name="connsiteX24" fmla="*/ 639223 w 864584"/>
                <a:gd name="connsiteY24" fmla="*/ 901922 h 1276730"/>
                <a:gd name="connsiteX25" fmla="*/ 364141 w 864584"/>
                <a:gd name="connsiteY25" fmla="*/ 703421 h 1276730"/>
                <a:gd name="connsiteX26" fmla="*/ 210979 w 864584"/>
                <a:gd name="connsiteY26" fmla="*/ 703421 h 1276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64584" h="1276730">
                  <a:moveTo>
                    <a:pt x="0" y="1276636"/>
                  </a:moveTo>
                  <a:lnTo>
                    <a:pt x="0" y="0"/>
                  </a:lnTo>
                  <a:lnTo>
                    <a:pt x="405098" y="0"/>
                  </a:lnTo>
                  <a:cubicBezTo>
                    <a:pt x="528542" y="0"/>
                    <a:pt x="626364" y="27051"/>
                    <a:pt x="698468" y="81058"/>
                  </a:cubicBezTo>
                  <a:cubicBezTo>
                    <a:pt x="770573" y="135064"/>
                    <a:pt x="806672" y="205359"/>
                    <a:pt x="806672" y="292036"/>
                  </a:cubicBezTo>
                  <a:cubicBezTo>
                    <a:pt x="806672" y="364426"/>
                    <a:pt x="786194" y="427387"/>
                    <a:pt x="745236" y="480822"/>
                  </a:cubicBezTo>
                  <a:cubicBezTo>
                    <a:pt x="704279" y="534257"/>
                    <a:pt x="647605" y="572262"/>
                    <a:pt x="575215" y="594741"/>
                  </a:cubicBezTo>
                  <a:lnTo>
                    <a:pt x="575215" y="598265"/>
                  </a:lnTo>
                  <a:cubicBezTo>
                    <a:pt x="663035" y="608362"/>
                    <a:pt x="733235" y="640842"/>
                    <a:pt x="785813" y="695801"/>
                  </a:cubicBezTo>
                  <a:cubicBezTo>
                    <a:pt x="838295" y="750665"/>
                    <a:pt x="864584" y="822103"/>
                    <a:pt x="864584" y="909923"/>
                  </a:cubicBezTo>
                  <a:cubicBezTo>
                    <a:pt x="864584" y="1019175"/>
                    <a:pt x="821531" y="1107567"/>
                    <a:pt x="735521" y="1175194"/>
                  </a:cubicBezTo>
                  <a:cubicBezTo>
                    <a:pt x="649415" y="1242822"/>
                    <a:pt x="540830" y="1276731"/>
                    <a:pt x="409670" y="1276731"/>
                  </a:cubicBezTo>
                  <a:lnTo>
                    <a:pt x="0" y="1276731"/>
                  </a:lnTo>
                  <a:close/>
                  <a:moveTo>
                    <a:pt x="210979" y="170021"/>
                  </a:moveTo>
                  <a:lnTo>
                    <a:pt x="210979" y="533209"/>
                  </a:lnTo>
                  <a:lnTo>
                    <a:pt x="348044" y="533209"/>
                  </a:lnTo>
                  <a:cubicBezTo>
                    <a:pt x="421672" y="533209"/>
                    <a:pt x="479393" y="515874"/>
                    <a:pt x="521208" y="481108"/>
                  </a:cubicBezTo>
                  <a:cubicBezTo>
                    <a:pt x="563023" y="446342"/>
                    <a:pt x="583978" y="397288"/>
                    <a:pt x="583978" y="333756"/>
                  </a:cubicBezTo>
                  <a:cubicBezTo>
                    <a:pt x="583978" y="224600"/>
                    <a:pt x="511016" y="169926"/>
                    <a:pt x="364998" y="169926"/>
                  </a:cubicBezTo>
                  <a:lnTo>
                    <a:pt x="210979" y="169926"/>
                  </a:lnTo>
                  <a:close/>
                  <a:moveTo>
                    <a:pt x="210979" y="703326"/>
                  </a:moveTo>
                  <a:lnTo>
                    <a:pt x="210979" y="1107567"/>
                  </a:lnTo>
                  <a:lnTo>
                    <a:pt x="391668" y="1107567"/>
                  </a:lnTo>
                  <a:cubicBezTo>
                    <a:pt x="470630" y="1107567"/>
                    <a:pt x="531590" y="1089279"/>
                    <a:pt x="574643" y="1052798"/>
                  </a:cubicBezTo>
                  <a:cubicBezTo>
                    <a:pt x="617696" y="1016318"/>
                    <a:pt x="639223" y="966026"/>
                    <a:pt x="639223" y="901922"/>
                  </a:cubicBezTo>
                  <a:cubicBezTo>
                    <a:pt x="639223" y="769620"/>
                    <a:pt x="547497" y="703421"/>
                    <a:pt x="364141" y="703421"/>
                  </a:cubicBezTo>
                  <a:lnTo>
                    <a:pt x="210979" y="703421"/>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3" name="Freeform: Shape 32">
              <a:extLst>
                <a:ext uri="{FF2B5EF4-FFF2-40B4-BE49-F238E27FC236}">
                  <a16:creationId xmlns:a16="http://schemas.microsoft.com/office/drawing/2014/main" id="{6D47342F-6E33-C310-3B4A-6DB6948CD42C}"/>
                </a:ext>
              </a:extLst>
            </p:cNvPr>
            <p:cNvSpPr/>
            <p:nvPr/>
          </p:nvSpPr>
          <p:spPr bwMode="white">
            <a:xfrm>
              <a:off x="1753361" y="4189016"/>
              <a:ext cx="812863" cy="932973"/>
            </a:xfrm>
            <a:custGeom>
              <a:avLst/>
              <a:gdLst>
                <a:gd name="connsiteX0" fmla="*/ 812863 w 812863"/>
                <a:gd name="connsiteY0" fmla="*/ 911638 h 932973"/>
                <a:gd name="connsiteX1" fmla="*/ 606362 w 812863"/>
                <a:gd name="connsiteY1" fmla="*/ 911638 h 932973"/>
                <a:gd name="connsiteX2" fmla="*/ 606362 w 812863"/>
                <a:gd name="connsiteY2" fmla="*/ 767429 h 932973"/>
                <a:gd name="connsiteX3" fmla="*/ 602742 w 812863"/>
                <a:gd name="connsiteY3" fmla="*/ 767429 h 932973"/>
                <a:gd name="connsiteX4" fmla="*/ 323183 w 812863"/>
                <a:gd name="connsiteY4" fmla="*/ 932974 h 932973"/>
                <a:gd name="connsiteX5" fmla="*/ 0 w 812863"/>
                <a:gd name="connsiteY5" fmla="*/ 544830 h 932973"/>
                <a:gd name="connsiteX6" fmla="*/ 0 w 812863"/>
                <a:gd name="connsiteY6" fmla="*/ 0 h 932973"/>
                <a:gd name="connsiteX7" fmla="*/ 206502 w 812863"/>
                <a:gd name="connsiteY7" fmla="*/ 0 h 932973"/>
                <a:gd name="connsiteX8" fmla="*/ 206502 w 812863"/>
                <a:gd name="connsiteY8" fmla="*/ 523494 h 932973"/>
                <a:gd name="connsiteX9" fmla="*/ 396145 w 812863"/>
                <a:gd name="connsiteY9" fmla="*/ 769239 h 932973"/>
                <a:gd name="connsiteX10" fmla="*/ 547021 w 812863"/>
                <a:gd name="connsiteY10" fmla="*/ 701612 h 932973"/>
                <a:gd name="connsiteX11" fmla="*/ 606266 w 812863"/>
                <a:gd name="connsiteY11" fmla="*/ 524447 h 932973"/>
                <a:gd name="connsiteX12" fmla="*/ 606266 w 812863"/>
                <a:gd name="connsiteY12" fmla="*/ 95 h 932973"/>
                <a:gd name="connsiteX13" fmla="*/ 812768 w 812863"/>
                <a:gd name="connsiteY13" fmla="*/ 95 h 932973"/>
                <a:gd name="connsiteX14" fmla="*/ 812768 w 812863"/>
                <a:gd name="connsiteY14" fmla="*/ 911733 h 9329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12863" h="932973">
                  <a:moveTo>
                    <a:pt x="812863" y="911638"/>
                  </a:moveTo>
                  <a:lnTo>
                    <a:pt x="606362" y="911638"/>
                  </a:lnTo>
                  <a:lnTo>
                    <a:pt x="606362" y="767429"/>
                  </a:lnTo>
                  <a:lnTo>
                    <a:pt x="602742" y="767429"/>
                  </a:lnTo>
                  <a:cubicBezTo>
                    <a:pt x="542830" y="877824"/>
                    <a:pt x="449580" y="932974"/>
                    <a:pt x="323183" y="932974"/>
                  </a:cubicBezTo>
                  <a:cubicBezTo>
                    <a:pt x="107728" y="932974"/>
                    <a:pt x="0" y="803624"/>
                    <a:pt x="0" y="544830"/>
                  </a:cubicBezTo>
                  <a:lnTo>
                    <a:pt x="0" y="0"/>
                  </a:lnTo>
                  <a:lnTo>
                    <a:pt x="206502" y="0"/>
                  </a:lnTo>
                  <a:lnTo>
                    <a:pt x="206502" y="523494"/>
                  </a:lnTo>
                  <a:cubicBezTo>
                    <a:pt x="206502" y="687324"/>
                    <a:pt x="269748" y="769239"/>
                    <a:pt x="396145" y="769239"/>
                  </a:cubicBezTo>
                  <a:cubicBezTo>
                    <a:pt x="457295" y="769239"/>
                    <a:pt x="507587" y="746665"/>
                    <a:pt x="547021" y="701612"/>
                  </a:cubicBezTo>
                  <a:cubicBezTo>
                    <a:pt x="586454" y="656558"/>
                    <a:pt x="606266" y="597408"/>
                    <a:pt x="606266" y="524447"/>
                  </a:cubicBezTo>
                  <a:lnTo>
                    <a:pt x="606266" y="95"/>
                  </a:lnTo>
                  <a:lnTo>
                    <a:pt x="812768" y="95"/>
                  </a:lnTo>
                  <a:lnTo>
                    <a:pt x="812768" y="911733"/>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4" name="Freeform: Shape 33">
              <a:extLst>
                <a:ext uri="{FF2B5EF4-FFF2-40B4-BE49-F238E27FC236}">
                  <a16:creationId xmlns:a16="http://schemas.microsoft.com/office/drawing/2014/main" id="{80420E76-AEB3-65EE-FDCE-6D201AB9FA24}"/>
                </a:ext>
              </a:extLst>
            </p:cNvPr>
            <p:cNvSpPr/>
            <p:nvPr/>
          </p:nvSpPr>
          <p:spPr bwMode="white">
            <a:xfrm>
              <a:off x="2761678" y="3762487"/>
              <a:ext cx="248412" cy="1338167"/>
            </a:xfrm>
            <a:custGeom>
              <a:avLst/>
              <a:gdLst>
                <a:gd name="connsiteX0" fmla="*/ 122872 w 248412"/>
                <a:gd name="connsiteY0" fmla="*/ 235077 h 1338167"/>
                <a:gd name="connsiteX1" fmla="*/ 36100 w 248412"/>
                <a:gd name="connsiteY1" fmla="*/ 202121 h 1338167"/>
                <a:gd name="connsiteX2" fmla="*/ 0 w 248412"/>
                <a:gd name="connsiteY2" fmla="*/ 118396 h 1338167"/>
                <a:gd name="connsiteX3" fmla="*/ 36100 w 248412"/>
                <a:gd name="connsiteY3" fmla="*/ 33814 h 1338167"/>
                <a:gd name="connsiteX4" fmla="*/ 122872 w 248412"/>
                <a:gd name="connsiteY4" fmla="*/ 0 h 1338167"/>
                <a:gd name="connsiteX5" fmla="*/ 211931 w 248412"/>
                <a:gd name="connsiteY5" fmla="*/ 33814 h 1338167"/>
                <a:gd name="connsiteX6" fmla="*/ 248412 w 248412"/>
                <a:gd name="connsiteY6" fmla="*/ 118396 h 1338167"/>
                <a:gd name="connsiteX7" fmla="*/ 211931 w 248412"/>
                <a:gd name="connsiteY7" fmla="*/ 200787 h 1338167"/>
                <a:gd name="connsiteX8" fmla="*/ 122872 w 248412"/>
                <a:gd name="connsiteY8" fmla="*/ 235077 h 1338167"/>
                <a:gd name="connsiteX9" fmla="*/ 225266 w 248412"/>
                <a:gd name="connsiteY9" fmla="*/ 1338167 h 1338167"/>
                <a:gd name="connsiteX10" fmla="*/ 18764 w 248412"/>
                <a:gd name="connsiteY10" fmla="*/ 1338167 h 1338167"/>
                <a:gd name="connsiteX11" fmla="*/ 18764 w 248412"/>
                <a:gd name="connsiteY11" fmla="*/ 426530 h 1338167"/>
                <a:gd name="connsiteX12" fmla="*/ 225266 w 248412"/>
                <a:gd name="connsiteY12" fmla="*/ 426530 h 1338167"/>
                <a:gd name="connsiteX13" fmla="*/ 225266 w 248412"/>
                <a:gd name="connsiteY13" fmla="*/ 1338167 h 1338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48412" h="1338167">
                  <a:moveTo>
                    <a:pt x="122872" y="235077"/>
                  </a:moveTo>
                  <a:cubicBezTo>
                    <a:pt x="89059" y="235077"/>
                    <a:pt x="60103" y="224123"/>
                    <a:pt x="36100" y="202121"/>
                  </a:cubicBezTo>
                  <a:cubicBezTo>
                    <a:pt x="12097" y="180213"/>
                    <a:pt x="0" y="152305"/>
                    <a:pt x="0" y="118396"/>
                  </a:cubicBezTo>
                  <a:cubicBezTo>
                    <a:pt x="0" y="84487"/>
                    <a:pt x="12001" y="56388"/>
                    <a:pt x="36100" y="33814"/>
                  </a:cubicBezTo>
                  <a:cubicBezTo>
                    <a:pt x="60103" y="11240"/>
                    <a:pt x="89059" y="0"/>
                    <a:pt x="122872" y="0"/>
                  </a:cubicBezTo>
                  <a:cubicBezTo>
                    <a:pt x="156686" y="0"/>
                    <a:pt x="187547" y="11240"/>
                    <a:pt x="211931" y="33814"/>
                  </a:cubicBezTo>
                  <a:cubicBezTo>
                    <a:pt x="236220" y="56388"/>
                    <a:pt x="248412" y="84582"/>
                    <a:pt x="248412" y="118396"/>
                  </a:cubicBezTo>
                  <a:cubicBezTo>
                    <a:pt x="248412" y="150495"/>
                    <a:pt x="236220" y="177927"/>
                    <a:pt x="211931" y="200787"/>
                  </a:cubicBezTo>
                  <a:cubicBezTo>
                    <a:pt x="187547" y="223647"/>
                    <a:pt x="157925" y="235077"/>
                    <a:pt x="122872" y="235077"/>
                  </a:cubicBezTo>
                  <a:close/>
                  <a:moveTo>
                    <a:pt x="225266" y="1338167"/>
                  </a:moveTo>
                  <a:lnTo>
                    <a:pt x="18764" y="1338167"/>
                  </a:lnTo>
                  <a:lnTo>
                    <a:pt x="18764" y="426530"/>
                  </a:lnTo>
                  <a:lnTo>
                    <a:pt x="225266" y="426530"/>
                  </a:lnTo>
                  <a:lnTo>
                    <a:pt x="225266" y="1338167"/>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5" name="Freeform: Shape 34">
              <a:extLst>
                <a:ext uri="{FF2B5EF4-FFF2-40B4-BE49-F238E27FC236}">
                  <a16:creationId xmlns:a16="http://schemas.microsoft.com/office/drawing/2014/main" id="{9279EA27-BDCF-7F8B-7B2D-C206ABC3C20D}"/>
                </a:ext>
              </a:extLst>
            </p:cNvPr>
            <p:cNvSpPr/>
            <p:nvPr/>
          </p:nvSpPr>
          <p:spPr bwMode="white">
            <a:xfrm>
              <a:off x="3201923" y="3750962"/>
              <a:ext cx="207454" cy="1349692"/>
            </a:xfrm>
            <a:custGeom>
              <a:avLst/>
              <a:gdLst>
                <a:gd name="connsiteX0" fmla="*/ 207454 w 207454"/>
                <a:gd name="connsiteY0" fmla="*/ 1349692 h 1349692"/>
                <a:gd name="connsiteX1" fmla="*/ 0 w 207454"/>
                <a:gd name="connsiteY1" fmla="*/ 1349692 h 1349692"/>
                <a:gd name="connsiteX2" fmla="*/ 0 w 207454"/>
                <a:gd name="connsiteY2" fmla="*/ 0 h 1349692"/>
                <a:gd name="connsiteX3" fmla="*/ 207454 w 207454"/>
                <a:gd name="connsiteY3" fmla="*/ 0 h 1349692"/>
                <a:gd name="connsiteX4" fmla="*/ 207454 w 207454"/>
                <a:gd name="connsiteY4" fmla="*/ 1349692 h 13496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7454" h="1349692">
                  <a:moveTo>
                    <a:pt x="207454" y="1349692"/>
                  </a:moveTo>
                  <a:lnTo>
                    <a:pt x="0" y="1349692"/>
                  </a:lnTo>
                  <a:lnTo>
                    <a:pt x="0" y="0"/>
                  </a:lnTo>
                  <a:lnTo>
                    <a:pt x="207454" y="0"/>
                  </a:lnTo>
                  <a:lnTo>
                    <a:pt x="207454" y="1349692"/>
                  </a:ln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sp>
          <p:nvSpPr>
            <p:cNvPr id="36" name="Freeform: Shape 35">
              <a:extLst>
                <a:ext uri="{FF2B5EF4-FFF2-40B4-BE49-F238E27FC236}">
                  <a16:creationId xmlns:a16="http://schemas.microsoft.com/office/drawing/2014/main" id="{02A0F44C-FB10-0AF7-02B0-8BFF25C72AF1}"/>
                </a:ext>
              </a:extLst>
            </p:cNvPr>
            <p:cNvSpPr/>
            <p:nvPr/>
          </p:nvSpPr>
          <p:spPr bwMode="white">
            <a:xfrm>
              <a:off x="3564826" y="3751152"/>
              <a:ext cx="887634" cy="1370933"/>
            </a:xfrm>
            <a:custGeom>
              <a:avLst/>
              <a:gdLst>
                <a:gd name="connsiteX0" fmla="*/ 887635 w 887634"/>
                <a:gd name="connsiteY0" fmla="*/ 1349502 h 1370933"/>
                <a:gd name="connsiteX1" fmla="*/ 681038 w 887634"/>
                <a:gd name="connsiteY1" fmla="*/ 1349502 h 1370933"/>
                <a:gd name="connsiteX2" fmla="*/ 681038 w 887634"/>
                <a:gd name="connsiteY2" fmla="*/ 1194626 h 1370933"/>
                <a:gd name="connsiteX3" fmla="*/ 677513 w 887634"/>
                <a:gd name="connsiteY3" fmla="*/ 1194626 h 1370933"/>
                <a:gd name="connsiteX4" fmla="*/ 370332 w 887634"/>
                <a:gd name="connsiteY4" fmla="*/ 1370933 h 1370933"/>
                <a:gd name="connsiteX5" fmla="*/ 101060 w 887634"/>
                <a:gd name="connsiteY5" fmla="*/ 1248537 h 1370933"/>
                <a:gd name="connsiteX6" fmla="*/ 0 w 887634"/>
                <a:gd name="connsiteY6" fmla="*/ 915162 h 1370933"/>
                <a:gd name="connsiteX7" fmla="*/ 111728 w 887634"/>
                <a:gd name="connsiteY7" fmla="*/ 552831 h 1370933"/>
                <a:gd name="connsiteX8" fmla="*/ 409575 w 887634"/>
                <a:gd name="connsiteY8" fmla="*/ 416624 h 1370933"/>
                <a:gd name="connsiteX9" fmla="*/ 677513 w 887634"/>
                <a:gd name="connsiteY9" fmla="*/ 564452 h 1370933"/>
                <a:gd name="connsiteX10" fmla="*/ 681038 w 887634"/>
                <a:gd name="connsiteY10" fmla="*/ 564452 h 1370933"/>
                <a:gd name="connsiteX11" fmla="*/ 681038 w 887634"/>
                <a:gd name="connsiteY11" fmla="*/ 0 h 1370933"/>
                <a:gd name="connsiteX12" fmla="*/ 887635 w 887634"/>
                <a:gd name="connsiteY12" fmla="*/ 0 h 1370933"/>
                <a:gd name="connsiteX13" fmla="*/ 887635 w 887634"/>
                <a:gd name="connsiteY13" fmla="*/ 1349693 h 1370933"/>
                <a:gd name="connsiteX14" fmla="*/ 683705 w 887634"/>
                <a:gd name="connsiteY14" fmla="*/ 932879 h 1370933"/>
                <a:gd name="connsiteX15" fmla="*/ 683705 w 887634"/>
                <a:gd name="connsiteY15" fmla="*/ 813530 h 1370933"/>
                <a:gd name="connsiteX16" fmla="*/ 620458 w 887634"/>
                <a:gd name="connsiteY16" fmla="*/ 648843 h 1370933"/>
                <a:gd name="connsiteX17" fmla="*/ 459296 w 887634"/>
                <a:gd name="connsiteY17" fmla="*/ 581216 h 1370933"/>
                <a:gd name="connsiteX18" fmla="*/ 277273 w 887634"/>
                <a:gd name="connsiteY18" fmla="*/ 667607 h 1370933"/>
                <a:gd name="connsiteX19" fmla="*/ 210979 w 887634"/>
                <a:gd name="connsiteY19" fmla="*/ 907066 h 1370933"/>
                <a:gd name="connsiteX20" fmla="*/ 274606 w 887634"/>
                <a:gd name="connsiteY20" fmla="*/ 1126522 h 1370933"/>
                <a:gd name="connsiteX21" fmla="*/ 445960 w 887634"/>
                <a:gd name="connsiteY21" fmla="*/ 1207103 h 1370933"/>
                <a:gd name="connsiteX22" fmla="*/ 617791 w 887634"/>
                <a:gd name="connsiteY22" fmla="*/ 1129189 h 1370933"/>
                <a:gd name="connsiteX23" fmla="*/ 683705 w 887634"/>
                <a:gd name="connsiteY23" fmla="*/ 932879 h 137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887634" h="1370933">
                  <a:moveTo>
                    <a:pt x="887635" y="1349502"/>
                  </a:moveTo>
                  <a:lnTo>
                    <a:pt x="681038" y="1349502"/>
                  </a:lnTo>
                  <a:lnTo>
                    <a:pt x="681038" y="1194626"/>
                  </a:lnTo>
                  <a:lnTo>
                    <a:pt x="677513" y="1194626"/>
                  </a:lnTo>
                  <a:cubicBezTo>
                    <a:pt x="611029" y="1312164"/>
                    <a:pt x="508635" y="1370933"/>
                    <a:pt x="370332" y="1370933"/>
                  </a:cubicBezTo>
                  <a:cubicBezTo>
                    <a:pt x="258127" y="1370933"/>
                    <a:pt x="168402" y="1330166"/>
                    <a:pt x="101060" y="1248537"/>
                  </a:cubicBezTo>
                  <a:cubicBezTo>
                    <a:pt x="33718" y="1166908"/>
                    <a:pt x="0" y="1055751"/>
                    <a:pt x="0" y="915162"/>
                  </a:cubicBezTo>
                  <a:cubicBezTo>
                    <a:pt x="0" y="764381"/>
                    <a:pt x="37243" y="643604"/>
                    <a:pt x="111728" y="552831"/>
                  </a:cubicBezTo>
                  <a:cubicBezTo>
                    <a:pt x="186214" y="462058"/>
                    <a:pt x="285464" y="416624"/>
                    <a:pt x="409575" y="416624"/>
                  </a:cubicBezTo>
                  <a:cubicBezTo>
                    <a:pt x="533686" y="416624"/>
                    <a:pt x="621792" y="465868"/>
                    <a:pt x="677513" y="564452"/>
                  </a:cubicBezTo>
                  <a:lnTo>
                    <a:pt x="681038" y="564452"/>
                  </a:lnTo>
                  <a:lnTo>
                    <a:pt x="681038" y="0"/>
                  </a:lnTo>
                  <a:lnTo>
                    <a:pt x="887635" y="0"/>
                  </a:lnTo>
                  <a:lnTo>
                    <a:pt x="887635" y="1349693"/>
                  </a:lnTo>
                  <a:close/>
                  <a:moveTo>
                    <a:pt x="683705" y="932879"/>
                  </a:moveTo>
                  <a:lnTo>
                    <a:pt x="683705" y="813530"/>
                  </a:lnTo>
                  <a:cubicBezTo>
                    <a:pt x="683705" y="748855"/>
                    <a:pt x="662654" y="693896"/>
                    <a:pt x="620458" y="648843"/>
                  </a:cubicBezTo>
                  <a:cubicBezTo>
                    <a:pt x="578358" y="603695"/>
                    <a:pt x="524637" y="581216"/>
                    <a:pt x="459296" y="581216"/>
                  </a:cubicBezTo>
                  <a:cubicBezTo>
                    <a:pt x="382143" y="581216"/>
                    <a:pt x="321469" y="609981"/>
                    <a:pt x="277273" y="667607"/>
                  </a:cubicBezTo>
                  <a:cubicBezTo>
                    <a:pt x="233077" y="725138"/>
                    <a:pt x="210979" y="805053"/>
                    <a:pt x="210979" y="907066"/>
                  </a:cubicBezTo>
                  <a:cubicBezTo>
                    <a:pt x="210979" y="999649"/>
                    <a:pt x="232220" y="1072801"/>
                    <a:pt x="274606" y="1126522"/>
                  </a:cubicBezTo>
                  <a:cubicBezTo>
                    <a:pt x="316992" y="1180243"/>
                    <a:pt x="374142" y="1207103"/>
                    <a:pt x="445960" y="1207103"/>
                  </a:cubicBezTo>
                  <a:cubicBezTo>
                    <a:pt x="517779" y="1207103"/>
                    <a:pt x="573881" y="1181100"/>
                    <a:pt x="617791" y="1129189"/>
                  </a:cubicBezTo>
                  <a:cubicBezTo>
                    <a:pt x="661702" y="1077278"/>
                    <a:pt x="683705" y="1011841"/>
                    <a:pt x="683705" y="932879"/>
                  </a:cubicBezTo>
                  <a:close/>
                </a:path>
              </a:pathLst>
            </a:custGeom>
            <a:grpFill/>
            <a:ln w="9525" cap="flat">
              <a:noFill/>
              <a:prstDash val="solid"/>
              <a:miter/>
            </a:ln>
          </p:spPr>
          <p:txBody>
            <a:bodyPr rtlCol="0" anchor="ctr"/>
            <a:lstStyle/>
            <a:p>
              <a:pPr marL="0" marR="0" lvl="0" indent="0" algn="l" defTabSz="914016"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FFFFFF"/>
                </a:solidFill>
                <a:effectLst/>
                <a:uLnTx/>
                <a:uFillTx/>
                <a:latin typeface="Segoe UI"/>
                <a:ea typeface="+mn-ea"/>
                <a:cs typeface="+mn-cs"/>
              </a:endParaRPr>
            </a:p>
          </p:txBody>
        </p:sp>
      </p:grpSp>
    </p:spTree>
    <p:extLst>
      <p:ext uri="{BB962C8B-B14F-4D97-AF65-F5344CB8AC3E}">
        <p14:creationId xmlns:p14="http://schemas.microsoft.com/office/powerpoint/2010/main" val="1494891825"/>
      </p:ext>
    </p:extLst>
  </p:cSld>
  <p:clrMapOvr>
    <a:masterClrMapping/>
  </p:clrMapOvr>
  <p:transition>
    <p:fade/>
  </p:transition>
</p:sldLayout>
</file>

<file path=ppt/slideLayouts/slideLayout365.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5B8EF10-4115-7EE6-1249-D6DC0A94D9B0}"/>
              </a:ext>
            </a:extLst>
          </p:cNvPr>
          <p:cNvPicPr>
            <a:picLocks noChangeAspect="1"/>
          </p:cNvPicPr>
          <p:nvPr userDrawn="1"/>
        </p:nvPicPr>
        <p:blipFill>
          <a:blip r:embed="rId2"/>
          <a:srcRect/>
          <a:stretch/>
        </p:blipFill>
        <p:spPr>
          <a:xfrm>
            <a:off x="1" y="2"/>
            <a:ext cx="12191998" cy="6857999"/>
          </a:xfrm>
          <a:prstGeom prst="rect">
            <a:avLst/>
          </a:prstGeom>
        </p:spPr>
      </p:pic>
      <p:sp>
        <p:nvSpPr>
          <p:cNvPr id="9" name="Title 1"/>
          <p:cNvSpPr>
            <a:spLocks noGrp="1"/>
          </p:cNvSpPr>
          <p:nvPr>
            <p:ph type="title" hasCustomPrompt="1"/>
          </p:nvPr>
        </p:nvSpPr>
        <p:spPr bwMode="white">
          <a:xfrm>
            <a:off x="584200" y="2918225"/>
            <a:ext cx="9144000" cy="615553"/>
          </a:xfrm>
          <a:noFill/>
        </p:spPr>
        <p:txBody>
          <a:bodyPr vert="horz" wrap="square" lIns="0" tIns="0" rIns="0" bIns="0" rtlCol="0" anchor="b" anchorCtr="0">
            <a:spAutoFit/>
          </a:bodyPr>
          <a:lstStyle>
            <a:lvl1pPr>
              <a:defRPr lang="en-US" sz="4000" dirty="0">
                <a:solidFill>
                  <a:srgbClr val="D4EC8E"/>
                </a:solidFill>
              </a:defRPr>
            </a:lvl1pPr>
          </a:lstStyle>
          <a:p>
            <a:pPr lvl="0"/>
            <a:r>
              <a:rPr lang="en-US"/>
              <a:t>Event name or presentation title </a:t>
            </a:r>
          </a:p>
        </p:txBody>
      </p:sp>
      <p:sp>
        <p:nvSpPr>
          <p:cNvPr id="5" name="Text Placeholder 4"/>
          <p:cNvSpPr>
            <a:spLocks noGrp="1"/>
          </p:cNvSpPr>
          <p:nvPr>
            <p:ph type="body" sz="quarter" idx="12" hasCustomPrompt="1"/>
          </p:nvPr>
        </p:nvSpPr>
        <p:spPr bwMode="white">
          <a:xfrm>
            <a:off x="584200" y="3962402"/>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white">
          <a:xfrm>
            <a:off x="584202" y="585790"/>
            <a:ext cx="1366245" cy="292608"/>
          </a:xfrm>
          <a:prstGeom prst="rect">
            <a:avLst/>
          </a:prstGeom>
        </p:spPr>
      </p:pic>
    </p:spTree>
    <p:extLst>
      <p:ext uri="{BB962C8B-B14F-4D97-AF65-F5344CB8AC3E}">
        <p14:creationId xmlns:p14="http://schemas.microsoft.com/office/powerpoint/2010/main" val="15498750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366.xml><?xml version="1.0" encoding="utf-8"?>
<p:sldLayout xmlns:a="http://schemas.openxmlformats.org/drawingml/2006/main" xmlns:r="http://schemas.openxmlformats.org/officeDocument/2006/relationships" xmlns:p="http://schemas.openxmlformats.org/presentationml/2006/main" preserve="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5"/>
            <a:ext cx="9144000" cy="615553"/>
          </a:xfrm>
          <a:noFill/>
        </p:spPr>
        <p:txBody>
          <a:bodyPr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2"/>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white - EMF" descr="Microsoft logo white text version">
            <a:extLst>
              <a:ext uri="{FF2B5EF4-FFF2-40B4-BE49-F238E27FC236}">
                <a16:creationId xmlns:a16="http://schemas.microsoft.com/office/drawing/2014/main" id="{74FE235F-02A3-CF25-8716-2552AE84423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black">
          <a:xfrm>
            <a:off x="584202" y="585790"/>
            <a:ext cx="1366245" cy="292608"/>
          </a:xfrm>
          <a:prstGeom prst="rect">
            <a:avLst/>
          </a:prstGeom>
        </p:spPr>
      </p:pic>
    </p:spTree>
    <p:extLst>
      <p:ext uri="{BB962C8B-B14F-4D97-AF65-F5344CB8AC3E}">
        <p14:creationId xmlns:p14="http://schemas.microsoft.com/office/powerpoint/2010/main" val="22993461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67.xml><?xml version="1.0" encoding="utf-8"?>
<p:sldLayout xmlns:a="http://schemas.openxmlformats.org/drawingml/2006/main" xmlns:r="http://schemas.openxmlformats.org/officeDocument/2006/relationships" xmlns:p="http://schemas.openxmlformats.org/presentationml/2006/main" userDrawn="1">
  <p:cSld name="22_Title - Square Photo ">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A8B3ECF-E4A4-4BBE-8FC7-9B89BFA966A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6">
            <a:extLst>
              <a:ext uri="{FF2B5EF4-FFF2-40B4-BE49-F238E27FC236}">
                <a16:creationId xmlns:a16="http://schemas.microsoft.com/office/drawing/2014/main" id="{0FDE2D20-95F6-4556-9D7B-553EF22926E5}"/>
              </a:ext>
            </a:extLst>
          </p:cNvPr>
          <p:cNvSpPr>
            <a:spLocks noGrp="1"/>
          </p:cNvSpPr>
          <p:nvPr>
            <p:ph type="body" sz="quarter" idx="12"/>
          </p:nvPr>
        </p:nvSpPr>
        <p:spPr>
          <a:xfrm>
            <a:off x="1133718" y="5095842"/>
            <a:ext cx="2926080" cy="409575"/>
          </a:xfrm>
        </p:spPr>
        <p:txBody>
          <a:bodyPr anchor="ctr">
            <a:noAutofit/>
          </a:bodyPr>
          <a:lstStyle>
            <a:lvl1pPr marL="0" indent="0" algn="ctr">
              <a:spcBef>
                <a:spcPts val="0"/>
              </a:spcBef>
              <a:spcAft>
                <a:spcPts val="1200"/>
              </a:spcAft>
              <a:buNone/>
              <a:defRPr sz="1800">
                <a:solidFill>
                  <a:schemeClr val="tx1"/>
                </a:solidFill>
                <a:latin typeface="+mj-lt"/>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11" name="Text Placeholder 6">
            <a:extLst>
              <a:ext uri="{FF2B5EF4-FFF2-40B4-BE49-F238E27FC236}">
                <a16:creationId xmlns:a16="http://schemas.microsoft.com/office/drawing/2014/main" id="{AA87BA51-719F-4C7D-AB1F-F0BF0D06CC60}"/>
              </a:ext>
            </a:extLst>
          </p:cNvPr>
          <p:cNvSpPr>
            <a:spLocks noGrp="1"/>
          </p:cNvSpPr>
          <p:nvPr>
            <p:ph type="body" sz="quarter" idx="13"/>
          </p:nvPr>
        </p:nvSpPr>
        <p:spPr>
          <a:xfrm>
            <a:off x="4608734" y="5095842"/>
            <a:ext cx="2926080" cy="409575"/>
          </a:xfrm>
        </p:spPr>
        <p:txBody>
          <a:bodyPr anchor="ctr">
            <a:noAutofit/>
          </a:bodyPr>
          <a:lstStyle>
            <a:lvl1pPr marL="0" indent="0" algn="ctr">
              <a:spcBef>
                <a:spcPts val="0"/>
              </a:spcBef>
              <a:spcAft>
                <a:spcPts val="1200"/>
              </a:spcAft>
              <a:buNone/>
              <a:defRPr sz="1800">
                <a:solidFill>
                  <a:schemeClr val="tx1"/>
                </a:solidFill>
                <a:latin typeface="+mj-lt"/>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12" name="Text Placeholder 6">
            <a:extLst>
              <a:ext uri="{FF2B5EF4-FFF2-40B4-BE49-F238E27FC236}">
                <a16:creationId xmlns:a16="http://schemas.microsoft.com/office/drawing/2014/main" id="{79B0A182-6219-4A2F-9348-2F9095865122}"/>
              </a:ext>
            </a:extLst>
          </p:cNvPr>
          <p:cNvSpPr>
            <a:spLocks noGrp="1"/>
          </p:cNvSpPr>
          <p:nvPr>
            <p:ph type="body" sz="quarter" idx="14"/>
          </p:nvPr>
        </p:nvSpPr>
        <p:spPr>
          <a:xfrm>
            <a:off x="8133342" y="5095842"/>
            <a:ext cx="2926080" cy="409575"/>
          </a:xfrm>
        </p:spPr>
        <p:txBody>
          <a:bodyPr anchor="ctr">
            <a:noAutofit/>
          </a:bodyPr>
          <a:lstStyle>
            <a:lvl1pPr marL="0" indent="0" algn="ctr">
              <a:spcBef>
                <a:spcPts val="0"/>
              </a:spcBef>
              <a:spcAft>
                <a:spcPts val="1200"/>
              </a:spcAft>
              <a:buNone/>
              <a:defRPr sz="1800">
                <a:solidFill>
                  <a:schemeClr val="tx1"/>
                </a:solidFill>
                <a:latin typeface="+mj-lt"/>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2" name="Text Placeholder 4">
            <a:extLst>
              <a:ext uri="{FF2B5EF4-FFF2-40B4-BE49-F238E27FC236}">
                <a16:creationId xmlns:a16="http://schemas.microsoft.com/office/drawing/2014/main" id="{1AAE0BAC-B8C3-3884-BC3D-55E0EFAA76E4}"/>
              </a:ext>
            </a:extLst>
          </p:cNvPr>
          <p:cNvSpPr>
            <a:spLocks noGrp="1"/>
          </p:cNvSpPr>
          <p:nvPr>
            <p:ph type="body" sz="quarter" idx="10"/>
          </p:nvPr>
        </p:nvSpPr>
        <p:spPr>
          <a:xfrm>
            <a:off x="567953" y="1435100"/>
            <a:ext cx="11056094" cy="369332"/>
          </a:xfrm>
        </p:spPr>
        <p:txBody>
          <a:bodyPr/>
          <a:lstStyle>
            <a:lvl1pPr marL="0" indent="0" algn="ctr">
              <a:buNone/>
              <a:defRPr sz="2400">
                <a:solidFill>
                  <a:schemeClr val="accent1"/>
                </a:solidFill>
                <a:latin typeface="+mn-lt"/>
              </a:defRPr>
            </a:lvl1pPr>
            <a:lvl2pPr algn="ctr">
              <a:defRPr/>
            </a:lvl2pPr>
            <a:lvl3pPr algn="ctr">
              <a:defRPr/>
            </a:lvl3pPr>
            <a:lvl4pPr algn="ctr">
              <a:defRPr/>
            </a:lvl4pPr>
            <a:lvl5pPr algn="ctr">
              <a:defRPr/>
            </a:lvl5pPr>
          </a:lstStyle>
          <a:p>
            <a:pPr lvl="0"/>
            <a:r>
              <a:rPr lang="en-US"/>
              <a:t>Click to edit Master text styles</a:t>
            </a:r>
          </a:p>
        </p:txBody>
      </p:sp>
      <p:sp>
        <p:nvSpPr>
          <p:cNvPr id="4" name="Title 3">
            <a:extLst>
              <a:ext uri="{FF2B5EF4-FFF2-40B4-BE49-F238E27FC236}">
                <a16:creationId xmlns:a16="http://schemas.microsoft.com/office/drawing/2014/main" id="{4AA1FA0C-C8D9-10BA-96CE-03115B3AC959}"/>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85089111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840">
          <p15:clr>
            <a:srgbClr val="C35EA4"/>
          </p15:clr>
        </p15:guide>
        <p15:guide id="11" pos="2993">
          <p15:clr>
            <a:srgbClr val="5ACBF0"/>
          </p15:clr>
        </p15:guide>
        <p15:guide id="12" pos="3543">
          <p15:clr>
            <a:srgbClr val="A4A3A4"/>
          </p15:clr>
        </p15:guide>
      </p15:sldGuideLst>
    </p:ext>
  </p:extLst>
</p:sldLayout>
</file>

<file path=ppt/slideLayouts/slideLayout368.xml><?xml version="1.0" encoding="utf-8"?>
<p:sldLayout xmlns:a="http://schemas.openxmlformats.org/drawingml/2006/main" xmlns:r="http://schemas.openxmlformats.org/officeDocument/2006/relationships" xmlns:p="http://schemas.openxmlformats.org/presentationml/2006/main" preserve="1" userDrawn="1">
  <p:cSld name="23_Title - Square Photo ">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A8B3ECF-E4A4-4BBE-8FC7-9B89BFA966A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6">
            <a:extLst>
              <a:ext uri="{FF2B5EF4-FFF2-40B4-BE49-F238E27FC236}">
                <a16:creationId xmlns:a16="http://schemas.microsoft.com/office/drawing/2014/main" id="{0FDE2D20-95F6-4556-9D7B-553EF22926E5}"/>
              </a:ext>
            </a:extLst>
          </p:cNvPr>
          <p:cNvSpPr>
            <a:spLocks noGrp="1"/>
          </p:cNvSpPr>
          <p:nvPr>
            <p:ph type="body" sz="quarter" idx="12"/>
          </p:nvPr>
        </p:nvSpPr>
        <p:spPr>
          <a:xfrm>
            <a:off x="293688" y="3798442"/>
            <a:ext cx="2926080" cy="409575"/>
          </a:xfrm>
        </p:spPr>
        <p:txBody>
          <a:bodyPr anchor="ctr">
            <a:noAutofit/>
          </a:bodyPr>
          <a:lstStyle>
            <a:lvl1pPr marL="0" indent="0" algn="ctr">
              <a:spcBef>
                <a:spcPts val="0"/>
              </a:spcBef>
              <a:spcAft>
                <a:spcPts val="1200"/>
              </a:spcAft>
              <a:buNone/>
              <a:defRPr sz="1800">
                <a:solidFill>
                  <a:schemeClr val="tx1"/>
                </a:solidFill>
                <a:latin typeface="+mj-lt"/>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11" name="Text Placeholder 6">
            <a:extLst>
              <a:ext uri="{FF2B5EF4-FFF2-40B4-BE49-F238E27FC236}">
                <a16:creationId xmlns:a16="http://schemas.microsoft.com/office/drawing/2014/main" id="{AA87BA51-719F-4C7D-AB1F-F0BF0D06CC60}"/>
              </a:ext>
            </a:extLst>
          </p:cNvPr>
          <p:cNvSpPr>
            <a:spLocks noGrp="1"/>
          </p:cNvSpPr>
          <p:nvPr>
            <p:ph type="body" sz="quarter" idx="13"/>
          </p:nvPr>
        </p:nvSpPr>
        <p:spPr>
          <a:xfrm>
            <a:off x="3186536" y="3798442"/>
            <a:ext cx="2926080" cy="409575"/>
          </a:xfrm>
        </p:spPr>
        <p:txBody>
          <a:bodyPr anchor="ctr">
            <a:noAutofit/>
          </a:bodyPr>
          <a:lstStyle>
            <a:lvl1pPr marL="0" indent="0" algn="ctr">
              <a:spcBef>
                <a:spcPts val="0"/>
              </a:spcBef>
              <a:spcAft>
                <a:spcPts val="1200"/>
              </a:spcAft>
              <a:buNone/>
              <a:defRPr sz="1800">
                <a:solidFill>
                  <a:schemeClr val="tx1"/>
                </a:solidFill>
                <a:latin typeface="+mj-lt"/>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12" name="Text Placeholder 6">
            <a:extLst>
              <a:ext uri="{FF2B5EF4-FFF2-40B4-BE49-F238E27FC236}">
                <a16:creationId xmlns:a16="http://schemas.microsoft.com/office/drawing/2014/main" id="{79B0A182-6219-4A2F-9348-2F9095865122}"/>
              </a:ext>
            </a:extLst>
          </p:cNvPr>
          <p:cNvSpPr>
            <a:spLocks noGrp="1"/>
          </p:cNvSpPr>
          <p:nvPr>
            <p:ph type="body" sz="quarter" idx="14"/>
          </p:nvPr>
        </p:nvSpPr>
        <p:spPr>
          <a:xfrm>
            <a:off x="6079384" y="3798442"/>
            <a:ext cx="2926080" cy="409575"/>
          </a:xfrm>
        </p:spPr>
        <p:txBody>
          <a:bodyPr anchor="ctr">
            <a:noAutofit/>
          </a:bodyPr>
          <a:lstStyle>
            <a:lvl1pPr marL="0" indent="0" algn="ctr">
              <a:spcBef>
                <a:spcPts val="0"/>
              </a:spcBef>
              <a:spcAft>
                <a:spcPts val="1200"/>
              </a:spcAft>
              <a:buNone/>
              <a:defRPr sz="1800">
                <a:solidFill>
                  <a:schemeClr val="tx1"/>
                </a:solidFill>
                <a:latin typeface="+mj-lt"/>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2" name="Text Placeholder 4">
            <a:extLst>
              <a:ext uri="{FF2B5EF4-FFF2-40B4-BE49-F238E27FC236}">
                <a16:creationId xmlns:a16="http://schemas.microsoft.com/office/drawing/2014/main" id="{1AAE0BAC-B8C3-3884-BC3D-55E0EFAA76E4}"/>
              </a:ext>
            </a:extLst>
          </p:cNvPr>
          <p:cNvSpPr>
            <a:spLocks noGrp="1"/>
          </p:cNvSpPr>
          <p:nvPr>
            <p:ph type="body" sz="quarter" idx="10"/>
          </p:nvPr>
        </p:nvSpPr>
        <p:spPr>
          <a:xfrm>
            <a:off x="550689" y="4966274"/>
            <a:ext cx="11056094" cy="369332"/>
          </a:xfrm>
        </p:spPr>
        <p:txBody>
          <a:bodyPr/>
          <a:lstStyle>
            <a:lvl1pPr marL="0" indent="0" algn="ctr">
              <a:buNone/>
              <a:defRPr sz="2400">
                <a:solidFill>
                  <a:schemeClr val="accent1"/>
                </a:solidFill>
                <a:latin typeface="+mn-lt"/>
              </a:defRPr>
            </a:lvl1pPr>
            <a:lvl2pPr algn="ctr">
              <a:defRPr/>
            </a:lvl2pPr>
            <a:lvl3pPr algn="ctr">
              <a:defRPr/>
            </a:lvl3pPr>
            <a:lvl4pPr algn="ctr">
              <a:defRPr/>
            </a:lvl4pPr>
            <a:lvl5pPr algn="ctr">
              <a:defRPr/>
            </a:lvl5pPr>
          </a:lstStyle>
          <a:p>
            <a:pPr lvl="0"/>
            <a:r>
              <a:rPr lang="en-US"/>
              <a:t>Click to edit Master text styles</a:t>
            </a:r>
          </a:p>
        </p:txBody>
      </p:sp>
      <p:sp>
        <p:nvSpPr>
          <p:cNvPr id="4" name="Title 3">
            <a:extLst>
              <a:ext uri="{FF2B5EF4-FFF2-40B4-BE49-F238E27FC236}">
                <a16:creationId xmlns:a16="http://schemas.microsoft.com/office/drawing/2014/main" id="{4AA1FA0C-C8D9-10BA-96CE-03115B3AC959}"/>
              </a:ext>
            </a:extLst>
          </p:cNvPr>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id="{E4C11D2D-6D86-A3CE-F967-388E0A561CDD}"/>
              </a:ext>
            </a:extLst>
          </p:cNvPr>
          <p:cNvSpPr>
            <a:spLocks noGrp="1"/>
          </p:cNvSpPr>
          <p:nvPr>
            <p:ph type="body" sz="quarter" idx="15"/>
          </p:nvPr>
        </p:nvSpPr>
        <p:spPr>
          <a:xfrm>
            <a:off x="8972233" y="3798442"/>
            <a:ext cx="2926080" cy="409575"/>
          </a:xfrm>
        </p:spPr>
        <p:txBody>
          <a:bodyPr anchor="ctr">
            <a:noAutofit/>
          </a:bodyPr>
          <a:lstStyle>
            <a:lvl1pPr marL="0" indent="0" algn="ctr">
              <a:spcBef>
                <a:spcPts val="0"/>
              </a:spcBef>
              <a:spcAft>
                <a:spcPts val="1200"/>
              </a:spcAft>
              <a:buNone/>
              <a:defRPr sz="1800">
                <a:solidFill>
                  <a:schemeClr val="tx1"/>
                </a:solidFill>
                <a:latin typeface="+mj-lt"/>
              </a:defRPr>
            </a:lvl1pPr>
            <a:lvl2pPr>
              <a:spcBef>
                <a:spcPts val="0"/>
              </a:spcBef>
              <a:spcAft>
                <a:spcPts val="1200"/>
              </a:spcAft>
              <a:defRPr sz="1600">
                <a:solidFill>
                  <a:schemeClr val="tx1"/>
                </a:solidFill>
              </a:defRPr>
            </a:lvl2pPr>
            <a:lvl3pPr marL="173004" indent="-173004">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Tree>
    <p:extLst>
      <p:ext uri="{BB962C8B-B14F-4D97-AF65-F5344CB8AC3E}">
        <p14:creationId xmlns:p14="http://schemas.microsoft.com/office/powerpoint/2010/main" val="1712411753"/>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840">
          <p15:clr>
            <a:srgbClr val="C35EA4"/>
          </p15:clr>
        </p15:guide>
        <p15:guide id="11" pos="2993">
          <p15:clr>
            <a:srgbClr val="5ACBF0"/>
          </p15:clr>
        </p15:guide>
        <p15:guide id="12" pos="3543">
          <p15:clr>
            <a:srgbClr val="A4A3A4"/>
          </p15:clr>
        </p15:guide>
      </p15:sldGuideLst>
    </p:ext>
  </p:extLst>
</p:sldLayout>
</file>

<file path=ppt/slideLayouts/slideLayout369.xml><?xml version="1.0" encoding="utf-8"?>
<p:sldLayout xmlns:a="http://schemas.openxmlformats.org/drawingml/2006/main" xmlns:r="http://schemas.openxmlformats.org/officeDocument/2006/relationships" xmlns:p="http://schemas.openxmlformats.org/presentationml/2006/main" preserve="1" userDrawn="1">
  <p:cSld name="11_Title - Square Photo ">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A8B3ECF-E4A4-4BBE-8FC7-9B89BFA966A3}"/>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6">
            <a:extLst>
              <a:ext uri="{FF2B5EF4-FFF2-40B4-BE49-F238E27FC236}">
                <a16:creationId xmlns:a16="http://schemas.microsoft.com/office/drawing/2014/main" id="{0FDE2D20-95F6-4556-9D7B-553EF22926E5}"/>
              </a:ext>
            </a:extLst>
          </p:cNvPr>
          <p:cNvSpPr>
            <a:spLocks noGrp="1"/>
          </p:cNvSpPr>
          <p:nvPr>
            <p:ph type="body" sz="quarter" idx="12"/>
          </p:nvPr>
        </p:nvSpPr>
        <p:spPr>
          <a:xfrm>
            <a:off x="600687" y="3142512"/>
            <a:ext cx="1503747" cy="541545"/>
          </a:xfrm>
        </p:spPr>
        <p:txBody>
          <a:bodyPr>
            <a:noAutofit/>
          </a:bodyPr>
          <a:lstStyle>
            <a:lvl1pPr marL="0" indent="0" algn="ctr">
              <a:spcBef>
                <a:spcPts val="0"/>
              </a:spcBef>
              <a:spcAft>
                <a:spcPts val="0"/>
              </a:spcAft>
              <a:buNone/>
              <a:defRPr lang="en-US" sz="1600" kern="1200" spc="0" baseline="0" dirty="0">
                <a:solidFill>
                  <a:srgbClr val="FFFFFF"/>
                </a:solidFill>
                <a:latin typeface="Segoe UI Semibold"/>
                <a:ea typeface="+mn-ea"/>
                <a:cs typeface="Segoe UI" panose="020B0502040204020203" pitchFamily="34" charset="0"/>
              </a:defRPr>
            </a:lvl1pPr>
            <a:lvl2pPr>
              <a:spcBef>
                <a:spcPts val="0"/>
              </a:spcBef>
              <a:spcAft>
                <a:spcPts val="1200"/>
              </a:spcAft>
              <a:defRPr sz="1600">
                <a:solidFill>
                  <a:schemeClr val="tx1"/>
                </a:solidFill>
              </a:defRPr>
            </a:lvl2pPr>
            <a:lvl3pPr marL="172971" indent="-172971">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3" name="Title 2">
            <a:extLst>
              <a:ext uri="{FF2B5EF4-FFF2-40B4-BE49-F238E27FC236}">
                <a16:creationId xmlns:a16="http://schemas.microsoft.com/office/drawing/2014/main" id="{2DC52D44-16D8-419F-8260-91CB57C5C457}"/>
              </a:ext>
            </a:extLst>
          </p:cNvPr>
          <p:cNvSpPr>
            <a:spLocks noGrp="1"/>
          </p:cNvSpPr>
          <p:nvPr>
            <p:ph type="title"/>
          </p:nvPr>
        </p:nvSpPr>
        <p:spPr/>
        <p:txBody>
          <a:bodyPr/>
          <a:lstStyle/>
          <a:p>
            <a:r>
              <a:rPr lang="en-US"/>
              <a:t>Click to edit Master title style</a:t>
            </a:r>
          </a:p>
        </p:txBody>
      </p:sp>
      <p:sp>
        <p:nvSpPr>
          <p:cNvPr id="15" name="Text Placeholder 6">
            <a:extLst>
              <a:ext uri="{FF2B5EF4-FFF2-40B4-BE49-F238E27FC236}">
                <a16:creationId xmlns:a16="http://schemas.microsoft.com/office/drawing/2014/main" id="{D45D8E1D-1FBA-459D-A4BE-CC38544B48DF}"/>
              </a:ext>
            </a:extLst>
          </p:cNvPr>
          <p:cNvSpPr>
            <a:spLocks noGrp="1"/>
          </p:cNvSpPr>
          <p:nvPr>
            <p:ph type="body" sz="quarter" idx="17" hasCustomPrompt="1"/>
          </p:nvPr>
        </p:nvSpPr>
        <p:spPr>
          <a:xfrm>
            <a:off x="577835" y="3882064"/>
            <a:ext cx="1487875" cy="1200320"/>
          </a:xfrm>
        </p:spPr>
        <p:txBody>
          <a:bodyPr>
            <a:noAutofit/>
          </a:bodyPr>
          <a:lstStyle>
            <a:lvl1pPr>
              <a:spcBef>
                <a:spcPts val="0"/>
              </a:spcBef>
              <a:spcAft>
                <a:spcPts val="1200"/>
              </a:spcAft>
              <a:defRPr sz="1600">
                <a:solidFill>
                  <a:schemeClr val="accent1"/>
                </a:solidFill>
              </a:defRPr>
            </a:lvl1pPr>
            <a:lvl2pPr marL="0" marR="0" indent="0" algn="ctr" defTabSz="822802" rtl="0" eaLnBrk="1" fontAlgn="auto" latinLnBrk="0" hangingPunct="1">
              <a:lnSpc>
                <a:spcPct val="100000"/>
              </a:lnSpc>
              <a:spcBef>
                <a:spcPts val="0"/>
              </a:spcBef>
              <a:spcAft>
                <a:spcPts val="540"/>
              </a:spcAft>
              <a:buClrTx/>
              <a:buSzTx/>
              <a:buFont typeface="Wingdings" panose="05000000000000000000" pitchFamily="2" charset="2"/>
              <a:buNone/>
              <a:tabLst/>
              <a:defRPr lang="en-US" sz="1200" kern="1200" spc="0" baseline="0" dirty="0">
                <a:solidFill>
                  <a:srgbClr val="ECCCFF"/>
                </a:solidFill>
                <a:latin typeface="Segoe UI"/>
                <a:ea typeface="+mn-ea"/>
                <a:cs typeface="Segoe UI Semibold" panose="020B0702040204020203" pitchFamily="34" charset="0"/>
              </a:defRPr>
            </a:lvl2pPr>
            <a:lvl3pPr marL="172971" indent="-172971">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p:txBody>
      </p:sp>
      <p:sp>
        <p:nvSpPr>
          <p:cNvPr id="2" name="Rectangle: Rounded Corners 1">
            <a:extLst>
              <a:ext uri="{FF2B5EF4-FFF2-40B4-BE49-F238E27FC236}">
                <a16:creationId xmlns:a16="http://schemas.microsoft.com/office/drawing/2014/main" id="{7B995A1F-73F1-02ED-79A0-6DA1BC7C725D}"/>
              </a:ext>
              <a:ext uri="{C183D7F6-B498-43B3-948B-1728B52AA6E4}">
                <adec:decorative xmlns:adec="http://schemas.microsoft.com/office/drawing/2017/decorative" val="1"/>
              </a:ext>
            </a:extLst>
          </p:cNvPr>
          <p:cNvSpPr>
            <a:spLocks/>
          </p:cNvSpPr>
          <p:nvPr userDrawn="1"/>
        </p:nvSpPr>
        <p:spPr bwMode="auto">
          <a:xfrm>
            <a:off x="577386" y="2310532"/>
            <a:ext cx="1527947" cy="2757026"/>
          </a:xfrm>
          <a:prstGeom prst="roundRect">
            <a:avLst>
              <a:gd name="adj" fmla="val 5100"/>
            </a:avLst>
          </a:prstGeo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spcBef>
                <a:spcPct val="0"/>
              </a:spcBef>
              <a:spcAft>
                <a:spcPct val="0"/>
              </a:spcAft>
              <a:defRPr/>
            </a:pPr>
            <a:endParaRPr lang="en-US" sz="1961" err="1">
              <a:solidFill>
                <a:srgbClr val="091F2C"/>
              </a:solidFill>
              <a:latin typeface="Segoe UI"/>
              <a:cs typeface="Segoe UI" pitchFamily="34" charset="0"/>
            </a:endParaRPr>
          </a:p>
        </p:txBody>
      </p:sp>
      <p:sp>
        <p:nvSpPr>
          <p:cNvPr id="4" name="Rectangle: Rounded Corners 3">
            <a:extLst>
              <a:ext uri="{FF2B5EF4-FFF2-40B4-BE49-F238E27FC236}">
                <a16:creationId xmlns:a16="http://schemas.microsoft.com/office/drawing/2014/main" id="{0B2BB671-BE12-DD99-2DF8-5FC50825C282}"/>
              </a:ext>
              <a:ext uri="{C183D7F6-B498-43B3-948B-1728B52AA6E4}">
                <adec:decorative xmlns:adec="http://schemas.microsoft.com/office/drawing/2017/decorative" val="1"/>
              </a:ext>
            </a:extLst>
          </p:cNvPr>
          <p:cNvSpPr>
            <a:spLocks/>
          </p:cNvSpPr>
          <p:nvPr userDrawn="1"/>
        </p:nvSpPr>
        <p:spPr bwMode="auto">
          <a:xfrm>
            <a:off x="2432554" y="2310532"/>
            <a:ext cx="1527947" cy="2757026"/>
          </a:xfrm>
          <a:prstGeom prst="roundRect">
            <a:avLst>
              <a:gd name="adj" fmla="val 5100"/>
            </a:avLst>
          </a:prstGeo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spcBef>
                <a:spcPct val="0"/>
              </a:spcBef>
              <a:spcAft>
                <a:spcPct val="0"/>
              </a:spcAft>
              <a:defRPr/>
            </a:pPr>
            <a:endParaRPr lang="en-US" sz="1961" err="1">
              <a:solidFill>
                <a:srgbClr val="091F2C"/>
              </a:solidFill>
              <a:latin typeface="Segoe UI"/>
              <a:cs typeface="Segoe UI" pitchFamily="34" charset="0"/>
            </a:endParaRPr>
          </a:p>
        </p:txBody>
      </p:sp>
      <p:sp>
        <p:nvSpPr>
          <p:cNvPr id="5" name="Rectangle: Rounded Corners 4">
            <a:extLst>
              <a:ext uri="{FF2B5EF4-FFF2-40B4-BE49-F238E27FC236}">
                <a16:creationId xmlns:a16="http://schemas.microsoft.com/office/drawing/2014/main" id="{6944605F-4DB7-29CD-EE4C-231E2840446D}"/>
              </a:ext>
              <a:ext uri="{C183D7F6-B498-43B3-948B-1728B52AA6E4}">
                <adec:decorative xmlns:adec="http://schemas.microsoft.com/office/drawing/2017/decorative" val="1"/>
              </a:ext>
            </a:extLst>
          </p:cNvPr>
          <p:cNvSpPr>
            <a:spLocks/>
          </p:cNvSpPr>
          <p:nvPr userDrawn="1"/>
        </p:nvSpPr>
        <p:spPr bwMode="auto">
          <a:xfrm>
            <a:off x="4287722" y="2310532"/>
            <a:ext cx="1527947" cy="2757026"/>
          </a:xfrm>
          <a:prstGeom prst="roundRect">
            <a:avLst>
              <a:gd name="adj" fmla="val 5100"/>
            </a:avLst>
          </a:prstGeo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spcBef>
                <a:spcPct val="0"/>
              </a:spcBef>
              <a:spcAft>
                <a:spcPct val="0"/>
              </a:spcAft>
              <a:defRPr/>
            </a:pPr>
            <a:endParaRPr lang="en-US" sz="1961" err="1">
              <a:solidFill>
                <a:srgbClr val="091F2C"/>
              </a:solidFill>
              <a:latin typeface="Segoe UI"/>
              <a:cs typeface="Segoe UI" pitchFamily="34" charset="0"/>
            </a:endParaRPr>
          </a:p>
        </p:txBody>
      </p:sp>
      <p:sp>
        <p:nvSpPr>
          <p:cNvPr id="8" name="Rectangle: Rounded Corners 7">
            <a:extLst>
              <a:ext uri="{FF2B5EF4-FFF2-40B4-BE49-F238E27FC236}">
                <a16:creationId xmlns:a16="http://schemas.microsoft.com/office/drawing/2014/main" id="{BDC8539B-4221-684C-CE08-4A7600A73D43}"/>
              </a:ext>
              <a:ext uri="{C183D7F6-B498-43B3-948B-1728B52AA6E4}">
                <adec:decorative xmlns:adec="http://schemas.microsoft.com/office/drawing/2017/decorative" val="1"/>
              </a:ext>
            </a:extLst>
          </p:cNvPr>
          <p:cNvSpPr>
            <a:spLocks/>
          </p:cNvSpPr>
          <p:nvPr userDrawn="1"/>
        </p:nvSpPr>
        <p:spPr bwMode="auto">
          <a:xfrm>
            <a:off x="6142890" y="2310532"/>
            <a:ext cx="1527048" cy="2757026"/>
          </a:xfrm>
          <a:prstGeom prst="roundRect">
            <a:avLst>
              <a:gd name="adj" fmla="val 5100"/>
            </a:avLst>
          </a:prstGeo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spcBef>
                <a:spcPct val="0"/>
              </a:spcBef>
              <a:spcAft>
                <a:spcPct val="0"/>
              </a:spcAft>
              <a:defRPr/>
            </a:pPr>
            <a:endParaRPr lang="en-US" sz="1961" err="1">
              <a:solidFill>
                <a:srgbClr val="091F2C"/>
              </a:solidFill>
              <a:latin typeface="Segoe UI"/>
              <a:cs typeface="Segoe UI" pitchFamily="34" charset="0"/>
            </a:endParaRPr>
          </a:p>
        </p:txBody>
      </p:sp>
      <p:sp>
        <p:nvSpPr>
          <p:cNvPr id="9" name="Rectangle: Rounded Corners 8">
            <a:extLst>
              <a:ext uri="{FF2B5EF4-FFF2-40B4-BE49-F238E27FC236}">
                <a16:creationId xmlns:a16="http://schemas.microsoft.com/office/drawing/2014/main" id="{8F79CA63-02B7-9BDF-151B-446247B4A5BE}"/>
              </a:ext>
              <a:ext uri="{C183D7F6-B498-43B3-948B-1728B52AA6E4}">
                <adec:decorative xmlns:adec="http://schemas.microsoft.com/office/drawing/2017/decorative" val="1"/>
              </a:ext>
            </a:extLst>
          </p:cNvPr>
          <p:cNvSpPr>
            <a:spLocks/>
          </p:cNvSpPr>
          <p:nvPr userDrawn="1"/>
        </p:nvSpPr>
        <p:spPr bwMode="auto">
          <a:xfrm>
            <a:off x="7998058" y="2310532"/>
            <a:ext cx="1527947" cy="2757026"/>
          </a:xfrm>
          <a:prstGeom prst="roundRect">
            <a:avLst>
              <a:gd name="adj" fmla="val 5100"/>
            </a:avLst>
          </a:prstGeo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spcBef>
                <a:spcPct val="0"/>
              </a:spcBef>
              <a:spcAft>
                <a:spcPct val="0"/>
              </a:spcAft>
              <a:defRPr/>
            </a:pPr>
            <a:endParaRPr lang="en-US" sz="1961">
              <a:solidFill>
                <a:srgbClr val="091F2C"/>
              </a:solidFill>
              <a:latin typeface="Segoe UI"/>
              <a:cs typeface="Segoe UI" pitchFamily="34" charset="0"/>
            </a:endParaRPr>
          </a:p>
        </p:txBody>
      </p:sp>
      <p:sp>
        <p:nvSpPr>
          <p:cNvPr id="10" name="Rectangle: Rounded Corners 9">
            <a:extLst>
              <a:ext uri="{FF2B5EF4-FFF2-40B4-BE49-F238E27FC236}">
                <a16:creationId xmlns:a16="http://schemas.microsoft.com/office/drawing/2014/main" id="{92AF6CC0-2710-8CB4-DA7D-8C948A4665D8}"/>
              </a:ext>
              <a:ext uri="{C183D7F6-B498-43B3-948B-1728B52AA6E4}">
                <adec:decorative xmlns:adec="http://schemas.microsoft.com/office/drawing/2017/decorative" val="1"/>
              </a:ext>
            </a:extLst>
          </p:cNvPr>
          <p:cNvSpPr>
            <a:spLocks/>
          </p:cNvSpPr>
          <p:nvPr userDrawn="1"/>
        </p:nvSpPr>
        <p:spPr bwMode="auto">
          <a:xfrm>
            <a:off x="9853225" y="2310532"/>
            <a:ext cx="1527947" cy="2757026"/>
          </a:xfrm>
          <a:prstGeom prst="roundRect">
            <a:avLst>
              <a:gd name="adj" fmla="val 5100"/>
            </a:avLst>
          </a:prstGeo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spcBef>
                <a:spcPct val="0"/>
              </a:spcBef>
              <a:spcAft>
                <a:spcPct val="0"/>
              </a:spcAft>
              <a:defRPr/>
            </a:pPr>
            <a:endParaRPr lang="en-US" sz="1961" err="1">
              <a:solidFill>
                <a:srgbClr val="091F2C"/>
              </a:solidFill>
              <a:latin typeface="Segoe UI"/>
              <a:cs typeface="Segoe UI" pitchFamily="34" charset="0"/>
            </a:endParaRPr>
          </a:p>
        </p:txBody>
      </p:sp>
      <p:grpSp>
        <p:nvGrpSpPr>
          <p:cNvPr id="44" name="Group 43">
            <a:extLst>
              <a:ext uri="{FF2B5EF4-FFF2-40B4-BE49-F238E27FC236}">
                <a16:creationId xmlns:a16="http://schemas.microsoft.com/office/drawing/2014/main" id="{5AC9C87D-7EDB-8088-5C15-03B0CC2A1515}"/>
              </a:ext>
              <a:ext uri="{C183D7F6-B498-43B3-948B-1728B52AA6E4}">
                <adec:decorative xmlns:adec="http://schemas.microsoft.com/office/drawing/2017/decorative" val="1"/>
              </a:ext>
            </a:extLst>
          </p:cNvPr>
          <p:cNvGrpSpPr/>
          <p:nvPr userDrawn="1"/>
        </p:nvGrpSpPr>
        <p:grpSpPr>
          <a:xfrm>
            <a:off x="1633740" y="2310437"/>
            <a:ext cx="8691079" cy="2757216"/>
            <a:chOff x="1666499" y="2356269"/>
            <a:chExt cx="8865353" cy="2812504"/>
          </a:xfrm>
          <a:noFill/>
        </p:grpSpPr>
        <p:sp>
          <p:nvSpPr>
            <p:cNvPr id="45" name="Rectangle 44">
              <a:extLst>
                <a:ext uri="{FF2B5EF4-FFF2-40B4-BE49-F238E27FC236}">
                  <a16:creationId xmlns:a16="http://schemas.microsoft.com/office/drawing/2014/main" id="{061589CD-0AEF-2B04-750E-FBC77544BEC7}"/>
                </a:ext>
              </a:extLst>
            </p:cNvPr>
            <p:cNvSpPr/>
            <p:nvPr/>
          </p:nvSpPr>
          <p:spPr bwMode="auto">
            <a:xfrm>
              <a:off x="1666499"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grpSp>
          <p:nvGrpSpPr>
            <p:cNvPr id="46" name="Group 45">
              <a:extLst>
                <a:ext uri="{FF2B5EF4-FFF2-40B4-BE49-F238E27FC236}">
                  <a16:creationId xmlns:a16="http://schemas.microsoft.com/office/drawing/2014/main" id="{FD17776E-4B9A-26D8-6EFE-A5E1F2869C3B}"/>
                </a:ext>
              </a:extLst>
            </p:cNvPr>
            <p:cNvGrpSpPr/>
            <p:nvPr/>
          </p:nvGrpSpPr>
          <p:grpSpPr>
            <a:xfrm>
              <a:off x="2703618" y="4910010"/>
              <a:ext cx="1114012" cy="258763"/>
              <a:chOff x="827087" y="4910010"/>
              <a:chExt cx="1114012" cy="258763"/>
            </a:xfrm>
            <a:grpFill/>
          </p:grpSpPr>
          <p:sp>
            <p:nvSpPr>
              <p:cNvPr id="59" name="Rectangle 58">
                <a:extLst>
                  <a:ext uri="{FF2B5EF4-FFF2-40B4-BE49-F238E27FC236}">
                    <a16:creationId xmlns:a16="http://schemas.microsoft.com/office/drawing/2014/main" id="{DC2A7EE9-7D4F-6764-55A2-B320454E32CF}"/>
                  </a:ext>
                </a:extLst>
              </p:cNvPr>
              <p:cNvSpPr/>
              <p:nvPr/>
            </p:nvSpPr>
            <p:spPr bwMode="auto">
              <a:xfrm>
                <a:off x="827087"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sp>
            <p:nvSpPr>
              <p:cNvPr id="60" name="Rectangle 59">
                <a:extLst>
                  <a:ext uri="{FF2B5EF4-FFF2-40B4-BE49-F238E27FC236}">
                    <a16:creationId xmlns:a16="http://schemas.microsoft.com/office/drawing/2014/main" id="{3FAC62EA-6B88-800F-17A6-CF9E76347EE4}"/>
                  </a:ext>
                </a:extLst>
              </p:cNvPr>
              <p:cNvSpPr/>
              <p:nvPr/>
            </p:nvSpPr>
            <p:spPr bwMode="auto">
              <a:xfrm>
                <a:off x="1682336"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grpSp>
        <p:grpSp>
          <p:nvGrpSpPr>
            <p:cNvPr id="47" name="Group 46">
              <a:extLst>
                <a:ext uri="{FF2B5EF4-FFF2-40B4-BE49-F238E27FC236}">
                  <a16:creationId xmlns:a16="http://schemas.microsoft.com/office/drawing/2014/main" id="{58D3FF36-C4BA-5D79-F67A-31F4D7B577D7}"/>
                </a:ext>
              </a:extLst>
            </p:cNvPr>
            <p:cNvGrpSpPr/>
            <p:nvPr/>
          </p:nvGrpSpPr>
          <p:grpSpPr>
            <a:xfrm>
              <a:off x="4595986" y="2356269"/>
              <a:ext cx="1114012" cy="2812504"/>
              <a:chOff x="827087" y="2356269"/>
              <a:chExt cx="1114012" cy="2812504"/>
            </a:xfrm>
            <a:grpFill/>
          </p:grpSpPr>
          <p:sp>
            <p:nvSpPr>
              <p:cNvPr id="56" name="Rectangle 55">
                <a:extLst>
                  <a:ext uri="{FF2B5EF4-FFF2-40B4-BE49-F238E27FC236}">
                    <a16:creationId xmlns:a16="http://schemas.microsoft.com/office/drawing/2014/main" id="{29C5ABCA-08AD-E638-0B92-9C7EC07C5EFD}"/>
                  </a:ext>
                </a:extLst>
              </p:cNvPr>
              <p:cNvSpPr/>
              <p:nvPr/>
            </p:nvSpPr>
            <p:spPr bwMode="auto">
              <a:xfrm>
                <a:off x="827087"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sp>
            <p:nvSpPr>
              <p:cNvPr id="57" name="Rectangle 56">
                <a:extLst>
                  <a:ext uri="{FF2B5EF4-FFF2-40B4-BE49-F238E27FC236}">
                    <a16:creationId xmlns:a16="http://schemas.microsoft.com/office/drawing/2014/main" id="{ED523135-56C8-4578-D15F-2C724E6066FA}"/>
                  </a:ext>
                </a:extLst>
              </p:cNvPr>
              <p:cNvSpPr/>
              <p:nvPr/>
            </p:nvSpPr>
            <p:spPr bwMode="auto">
              <a:xfrm>
                <a:off x="1682336"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sp>
            <p:nvSpPr>
              <p:cNvPr id="58" name="Rectangle 57">
                <a:extLst>
                  <a:ext uri="{FF2B5EF4-FFF2-40B4-BE49-F238E27FC236}">
                    <a16:creationId xmlns:a16="http://schemas.microsoft.com/office/drawing/2014/main" id="{3A4E9D79-68C9-8EE3-28A0-D29B7DC2E140}"/>
                  </a:ext>
                </a:extLst>
              </p:cNvPr>
              <p:cNvSpPr/>
              <p:nvPr/>
            </p:nvSpPr>
            <p:spPr bwMode="auto">
              <a:xfrm>
                <a:off x="827087" y="2356269"/>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grpSp>
        <p:grpSp>
          <p:nvGrpSpPr>
            <p:cNvPr id="48" name="Group 47">
              <a:extLst>
                <a:ext uri="{FF2B5EF4-FFF2-40B4-BE49-F238E27FC236}">
                  <a16:creationId xmlns:a16="http://schemas.microsoft.com/office/drawing/2014/main" id="{1C8FE005-391A-D31D-D596-A6845E225160}"/>
                </a:ext>
              </a:extLst>
            </p:cNvPr>
            <p:cNvGrpSpPr/>
            <p:nvPr/>
          </p:nvGrpSpPr>
          <p:grpSpPr>
            <a:xfrm>
              <a:off x="6488354" y="4910010"/>
              <a:ext cx="1114012" cy="258763"/>
              <a:chOff x="827087" y="4910010"/>
              <a:chExt cx="1114012" cy="258763"/>
            </a:xfrm>
            <a:grpFill/>
          </p:grpSpPr>
          <p:sp>
            <p:nvSpPr>
              <p:cNvPr id="54" name="Rectangle 53">
                <a:extLst>
                  <a:ext uri="{FF2B5EF4-FFF2-40B4-BE49-F238E27FC236}">
                    <a16:creationId xmlns:a16="http://schemas.microsoft.com/office/drawing/2014/main" id="{A1392393-4BEA-169B-88E0-BD696FE326AE}"/>
                  </a:ext>
                </a:extLst>
              </p:cNvPr>
              <p:cNvSpPr/>
              <p:nvPr/>
            </p:nvSpPr>
            <p:spPr bwMode="auto">
              <a:xfrm>
                <a:off x="827087"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sp>
            <p:nvSpPr>
              <p:cNvPr id="55" name="Rectangle 54">
                <a:extLst>
                  <a:ext uri="{FF2B5EF4-FFF2-40B4-BE49-F238E27FC236}">
                    <a16:creationId xmlns:a16="http://schemas.microsoft.com/office/drawing/2014/main" id="{1F7BE0ED-40C0-95CA-1B24-A09D39617EB9}"/>
                  </a:ext>
                </a:extLst>
              </p:cNvPr>
              <p:cNvSpPr/>
              <p:nvPr/>
            </p:nvSpPr>
            <p:spPr bwMode="auto">
              <a:xfrm>
                <a:off x="1682336"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grpSp>
        <p:grpSp>
          <p:nvGrpSpPr>
            <p:cNvPr id="49" name="Group 48">
              <a:extLst>
                <a:ext uri="{FF2B5EF4-FFF2-40B4-BE49-F238E27FC236}">
                  <a16:creationId xmlns:a16="http://schemas.microsoft.com/office/drawing/2014/main" id="{E4593B3C-F235-4D73-EDB8-6C93938E5ED8}"/>
                </a:ext>
              </a:extLst>
            </p:cNvPr>
            <p:cNvGrpSpPr/>
            <p:nvPr/>
          </p:nvGrpSpPr>
          <p:grpSpPr>
            <a:xfrm>
              <a:off x="8380722" y="2356269"/>
              <a:ext cx="1114012" cy="2812504"/>
              <a:chOff x="827087" y="2356269"/>
              <a:chExt cx="1114012" cy="2812504"/>
            </a:xfrm>
            <a:grpFill/>
          </p:grpSpPr>
          <p:sp>
            <p:nvSpPr>
              <p:cNvPr id="51" name="Rectangle 50">
                <a:extLst>
                  <a:ext uri="{FF2B5EF4-FFF2-40B4-BE49-F238E27FC236}">
                    <a16:creationId xmlns:a16="http://schemas.microsoft.com/office/drawing/2014/main" id="{5AA827A3-5B45-B12C-D82C-D9E72523FC73}"/>
                  </a:ext>
                </a:extLst>
              </p:cNvPr>
              <p:cNvSpPr/>
              <p:nvPr/>
            </p:nvSpPr>
            <p:spPr bwMode="auto">
              <a:xfrm>
                <a:off x="827087"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sp>
            <p:nvSpPr>
              <p:cNvPr id="52" name="Rectangle 51">
                <a:extLst>
                  <a:ext uri="{FF2B5EF4-FFF2-40B4-BE49-F238E27FC236}">
                    <a16:creationId xmlns:a16="http://schemas.microsoft.com/office/drawing/2014/main" id="{8EF39307-8256-F21A-781A-1D7EA5518790}"/>
                  </a:ext>
                </a:extLst>
              </p:cNvPr>
              <p:cNvSpPr/>
              <p:nvPr/>
            </p:nvSpPr>
            <p:spPr bwMode="auto">
              <a:xfrm>
                <a:off x="1682336"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sp>
            <p:nvSpPr>
              <p:cNvPr id="53" name="Rectangle 52">
                <a:extLst>
                  <a:ext uri="{FF2B5EF4-FFF2-40B4-BE49-F238E27FC236}">
                    <a16:creationId xmlns:a16="http://schemas.microsoft.com/office/drawing/2014/main" id="{D577E8C5-3670-B747-0789-86339F6CF9DA}"/>
                  </a:ext>
                </a:extLst>
              </p:cNvPr>
              <p:cNvSpPr/>
              <p:nvPr/>
            </p:nvSpPr>
            <p:spPr bwMode="auto">
              <a:xfrm>
                <a:off x="1682336" y="2356269"/>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grpSp>
        <p:sp>
          <p:nvSpPr>
            <p:cNvPr id="50" name="Rectangle 49">
              <a:extLst>
                <a:ext uri="{FF2B5EF4-FFF2-40B4-BE49-F238E27FC236}">
                  <a16:creationId xmlns:a16="http://schemas.microsoft.com/office/drawing/2014/main" id="{1F3776F8-C5DD-065A-B847-04B15767B035}"/>
                </a:ext>
              </a:extLst>
            </p:cNvPr>
            <p:cNvSpPr/>
            <p:nvPr/>
          </p:nvSpPr>
          <p:spPr bwMode="auto">
            <a:xfrm>
              <a:off x="10273089" y="4910010"/>
              <a:ext cx="258763" cy="258763"/>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defTabSz="914102" fontAlgn="base">
                <a:spcBef>
                  <a:spcPct val="0"/>
                </a:spcBef>
                <a:spcAft>
                  <a:spcPct val="0"/>
                </a:spcAft>
              </a:pPr>
              <a:endParaRPr lang="en-GB" sz="1961" err="1">
                <a:solidFill>
                  <a:srgbClr val="091F2C"/>
                </a:solidFill>
                <a:latin typeface="Segoe UI"/>
                <a:ea typeface="Segoe UI" pitchFamily="34" charset="0"/>
                <a:cs typeface="Segoe UI" pitchFamily="34" charset="0"/>
              </a:endParaRPr>
            </a:p>
          </p:txBody>
        </p:sp>
      </p:grpSp>
      <p:sp>
        <p:nvSpPr>
          <p:cNvPr id="65" name="Text Placeholder 6">
            <a:extLst>
              <a:ext uri="{FF2B5EF4-FFF2-40B4-BE49-F238E27FC236}">
                <a16:creationId xmlns:a16="http://schemas.microsoft.com/office/drawing/2014/main" id="{2909D6E0-B8D0-1797-53C2-884FA040385B}"/>
              </a:ext>
            </a:extLst>
          </p:cNvPr>
          <p:cNvSpPr>
            <a:spLocks noGrp="1"/>
          </p:cNvSpPr>
          <p:nvPr>
            <p:ph type="body" sz="quarter" idx="22"/>
          </p:nvPr>
        </p:nvSpPr>
        <p:spPr>
          <a:xfrm>
            <a:off x="2432553" y="3142512"/>
            <a:ext cx="1503747" cy="541545"/>
          </a:xfrm>
        </p:spPr>
        <p:txBody>
          <a:bodyPr>
            <a:noAutofit/>
          </a:bodyPr>
          <a:lstStyle>
            <a:lvl1pPr marL="0" indent="0" algn="ctr">
              <a:spcBef>
                <a:spcPts val="0"/>
              </a:spcBef>
              <a:spcAft>
                <a:spcPts val="0"/>
              </a:spcAft>
              <a:buNone/>
              <a:defRPr lang="en-US" sz="1600" kern="1200" spc="0" baseline="0" dirty="0">
                <a:solidFill>
                  <a:srgbClr val="FFFFFF"/>
                </a:solidFill>
                <a:latin typeface="Segoe UI Semibold"/>
                <a:ea typeface="+mn-ea"/>
                <a:cs typeface="Segoe UI" panose="020B0502040204020203" pitchFamily="34" charset="0"/>
              </a:defRPr>
            </a:lvl1pPr>
            <a:lvl2pPr>
              <a:spcBef>
                <a:spcPts val="0"/>
              </a:spcBef>
              <a:spcAft>
                <a:spcPts val="1200"/>
              </a:spcAft>
              <a:defRPr sz="1600">
                <a:solidFill>
                  <a:schemeClr val="tx1"/>
                </a:solidFill>
              </a:defRPr>
            </a:lvl2pPr>
            <a:lvl3pPr marL="172971" indent="-172971">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66" name="Text Placeholder 6">
            <a:extLst>
              <a:ext uri="{FF2B5EF4-FFF2-40B4-BE49-F238E27FC236}">
                <a16:creationId xmlns:a16="http://schemas.microsoft.com/office/drawing/2014/main" id="{460590AB-B863-851D-03E0-B4E20A2A5143}"/>
              </a:ext>
            </a:extLst>
          </p:cNvPr>
          <p:cNvSpPr>
            <a:spLocks noGrp="1"/>
          </p:cNvSpPr>
          <p:nvPr>
            <p:ph type="body" sz="quarter" idx="23"/>
          </p:nvPr>
        </p:nvSpPr>
        <p:spPr>
          <a:xfrm>
            <a:off x="4287800" y="3142512"/>
            <a:ext cx="1503747" cy="541545"/>
          </a:xfrm>
        </p:spPr>
        <p:txBody>
          <a:bodyPr>
            <a:noAutofit/>
          </a:bodyPr>
          <a:lstStyle>
            <a:lvl1pPr marL="0" indent="0" algn="ctr">
              <a:spcBef>
                <a:spcPts val="0"/>
              </a:spcBef>
              <a:spcAft>
                <a:spcPts val="0"/>
              </a:spcAft>
              <a:buNone/>
              <a:defRPr lang="en-US" sz="1600" kern="1200" spc="0" baseline="0" dirty="0">
                <a:solidFill>
                  <a:srgbClr val="FFFFFF"/>
                </a:solidFill>
                <a:latin typeface="Segoe UI Semibold"/>
                <a:ea typeface="+mn-ea"/>
                <a:cs typeface="Segoe UI" panose="020B0502040204020203" pitchFamily="34" charset="0"/>
              </a:defRPr>
            </a:lvl1pPr>
            <a:lvl2pPr>
              <a:spcBef>
                <a:spcPts val="0"/>
              </a:spcBef>
              <a:spcAft>
                <a:spcPts val="1200"/>
              </a:spcAft>
              <a:defRPr sz="1600">
                <a:solidFill>
                  <a:schemeClr val="tx1"/>
                </a:solidFill>
              </a:defRPr>
            </a:lvl2pPr>
            <a:lvl3pPr marL="172971" indent="-172971">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67" name="Text Placeholder 6">
            <a:extLst>
              <a:ext uri="{FF2B5EF4-FFF2-40B4-BE49-F238E27FC236}">
                <a16:creationId xmlns:a16="http://schemas.microsoft.com/office/drawing/2014/main" id="{A763E5DC-0BB2-2F07-665E-0B7FC247C7AC}"/>
              </a:ext>
            </a:extLst>
          </p:cNvPr>
          <p:cNvSpPr>
            <a:spLocks noGrp="1"/>
          </p:cNvSpPr>
          <p:nvPr>
            <p:ph type="body" sz="quarter" idx="24"/>
          </p:nvPr>
        </p:nvSpPr>
        <p:spPr>
          <a:xfrm>
            <a:off x="6118515" y="3142512"/>
            <a:ext cx="1503747" cy="541545"/>
          </a:xfrm>
        </p:spPr>
        <p:txBody>
          <a:bodyPr>
            <a:noAutofit/>
          </a:bodyPr>
          <a:lstStyle>
            <a:lvl1pPr marL="0" indent="0" algn="ctr">
              <a:spcBef>
                <a:spcPts val="0"/>
              </a:spcBef>
              <a:spcAft>
                <a:spcPts val="0"/>
              </a:spcAft>
              <a:buNone/>
              <a:defRPr lang="en-US" sz="1600" kern="1200" spc="0" baseline="0" dirty="0">
                <a:solidFill>
                  <a:srgbClr val="FFFFFF"/>
                </a:solidFill>
                <a:latin typeface="Segoe UI Semibold"/>
                <a:ea typeface="+mn-ea"/>
                <a:cs typeface="Segoe UI" panose="020B0502040204020203" pitchFamily="34" charset="0"/>
              </a:defRPr>
            </a:lvl1pPr>
            <a:lvl2pPr>
              <a:spcBef>
                <a:spcPts val="0"/>
              </a:spcBef>
              <a:spcAft>
                <a:spcPts val="1200"/>
              </a:spcAft>
              <a:defRPr sz="1600">
                <a:solidFill>
                  <a:schemeClr val="tx1"/>
                </a:solidFill>
              </a:defRPr>
            </a:lvl2pPr>
            <a:lvl3pPr marL="172971" indent="-172971">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68" name="Text Placeholder 6">
            <a:extLst>
              <a:ext uri="{FF2B5EF4-FFF2-40B4-BE49-F238E27FC236}">
                <a16:creationId xmlns:a16="http://schemas.microsoft.com/office/drawing/2014/main" id="{7825D865-B1DA-7573-271D-069FCCA1FD0C}"/>
              </a:ext>
            </a:extLst>
          </p:cNvPr>
          <p:cNvSpPr>
            <a:spLocks noGrp="1"/>
          </p:cNvSpPr>
          <p:nvPr>
            <p:ph type="body" sz="quarter" idx="25"/>
          </p:nvPr>
        </p:nvSpPr>
        <p:spPr>
          <a:xfrm>
            <a:off x="8001996" y="3142512"/>
            <a:ext cx="1503747" cy="541545"/>
          </a:xfrm>
        </p:spPr>
        <p:txBody>
          <a:bodyPr>
            <a:noAutofit/>
          </a:bodyPr>
          <a:lstStyle>
            <a:lvl1pPr marL="0" indent="0" algn="ctr">
              <a:spcBef>
                <a:spcPts val="0"/>
              </a:spcBef>
              <a:spcAft>
                <a:spcPts val="0"/>
              </a:spcAft>
              <a:buNone/>
              <a:defRPr lang="en-US" sz="1600" kern="1200" spc="0" baseline="0" dirty="0">
                <a:solidFill>
                  <a:srgbClr val="FFFFFF"/>
                </a:solidFill>
                <a:latin typeface="Segoe UI Semibold"/>
                <a:ea typeface="+mn-ea"/>
                <a:cs typeface="Segoe UI" panose="020B0502040204020203" pitchFamily="34" charset="0"/>
              </a:defRPr>
            </a:lvl1pPr>
            <a:lvl2pPr>
              <a:spcBef>
                <a:spcPts val="0"/>
              </a:spcBef>
              <a:spcAft>
                <a:spcPts val="1200"/>
              </a:spcAft>
              <a:defRPr sz="1600">
                <a:solidFill>
                  <a:schemeClr val="tx1"/>
                </a:solidFill>
              </a:defRPr>
            </a:lvl2pPr>
            <a:lvl3pPr marL="172971" indent="-172971">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69" name="Text Placeholder 6">
            <a:extLst>
              <a:ext uri="{FF2B5EF4-FFF2-40B4-BE49-F238E27FC236}">
                <a16:creationId xmlns:a16="http://schemas.microsoft.com/office/drawing/2014/main" id="{D5C5B58C-CCB8-EE1C-F2FD-5DED29167AFE}"/>
              </a:ext>
            </a:extLst>
          </p:cNvPr>
          <p:cNvSpPr>
            <a:spLocks noGrp="1"/>
          </p:cNvSpPr>
          <p:nvPr>
            <p:ph type="body" sz="quarter" idx="26"/>
          </p:nvPr>
        </p:nvSpPr>
        <p:spPr>
          <a:xfrm>
            <a:off x="9842167" y="3142512"/>
            <a:ext cx="1503747" cy="541545"/>
          </a:xfrm>
        </p:spPr>
        <p:txBody>
          <a:bodyPr>
            <a:noAutofit/>
          </a:bodyPr>
          <a:lstStyle>
            <a:lvl1pPr marL="0" indent="0" algn="ctr">
              <a:spcBef>
                <a:spcPts val="0"/>
              </a:spcBef>
              <a:spcAft>
                <a:spcPts val="0"/>
              </a:spcAft>
              <a:buNone/>
              <a:defRPr lang="en-US" sz="1600" kern="1200" spc="0" baseline="0" dirty="0">
                <a:solidFill>
                  <a:srgbClr val="FFFFFF"/>
                </a:solidFill>
                <a:latin typeface="Segoe UI Semibold"/>
                <a:ea typeface="+mn-ea"/>
                <a:cs typeface="Segoe UI" panose="020B0502040204020203" pitchFamily="34" charset="0"/>
              </a:defRPr>
            </a:lvl1pPr>
            <a:lvl2pPr>
              <a:spcBef>
                <a:spcPts val="0"/>
              </a:spcBef>
              <a:spcAft>
                <a:spcPts val="1200"/>
              </a:spcAft>
              <a:defRPr sz="1600">
                <a:solidFill>
                  <a:schemeClr val="tx1"/>
                </a:solidFill>
              </a:defRPr>
            </a:lvl2pPr>
            <a:lvl3pPr marL="172971" indent="-172971">
              <a:spcBef>
                <a:spcPts val="0"/>
              </a:spcBef>
              <a:spcAft>
                <a:spcPts val="1200"/>
              </a:spcAft>
              <a:buFont typeface="Arial" panose="020B0604020202020204" pitchFamily="34" charset="0"/>
              <a:buChar char="•"/>
              <a:defRPr sz="1400">
                <a:solidFill>
                  <a:schemeClr val="tx1"/>
                </a:solidFill>
              </a:defRPr>
            </a:lvl3pPr>
            <a:lvl4pPr>
              <a:spcBef>
                <a:spcPts val="2400"/>
              </a:spcBef>
              <a:defRPr sz="1600">
                <a:solidFill>
                  <a:schemeClr val="accent1"/>
                </a:solidFill>
              </a:defRPr>
            </a:lvl4pPr>
            <a:lvl5pPr>
              <a:defRPr sz="1600">
                <a:solidFill>
                  <a:schemeClr val="tx1"/>
                </a:solidFill>
              </a:defRPr>
            </a:lvl5pPr>
          </a:lstStyle>
          <a:p>
            <a:pPr lvl="0"/>
            <a:r>
              <a:rPr lang="en-US"/>
              <a:t>Click to edit</a:t>
            </a:r>
          </a:p>
        </p:txBody>
      </p:sp>
      <p:sp>
        <p:nvSpPr>
          <p:cNvPr id="70" name="Text Placeholder 6">
            <a:extLst>
              <a:ext uri="{FF2B5EF4-FFF2-40B4-BE49-F238E27FC236}">
                <a16:creationId xmlns:a16="http://schemas.microsoft.com/office/drawing/2014/main" id="{B5234E56-D8D0-0880-C0C4-D8266D5B9570}"/>
              </a:ext>
            </a:extLst>
          </p:cNvPr>
          <p:cNvSpPr>
            <a:spLocks noGrp="1"/>
          </p:cNvSpPr>
          <p:nvPr>
            <p:ph type="body" sz="quarter" idx="27" hasCustomPrompt="1"/>
          </p:nvPr>
        </p:nvSpPr>
        <p:spPr>
          <a:xfrm>
            <a:off x="2433004" y="3882064"/>
            <a:ext cx="1487875" cy="1200320"/>
          </a:xfrm>
        </p:spPr>
        <p:txBody>
          <a:bodyPr>
            <a:noAutofit/>
          </a:bodyPr>
          <a:lstStyle>
            <a:lvl1pPr>
              <a:spcBef>
                <a:spcPts val="0"/>
              </a:spcBef>
              <a:spcAft>
                <a:spcPts val="1200"/>
              </a:spcAft>
              <a:defRPr sz="1600">
                <a:solidFill>
                  <a:schemeClr val="accent1"/>
                </a:solidFill>
              </a:defRPr>
            </a:lvl1pPr>
            <a:lvl2pPr marL="0" marR="0" indent="0" algn="ctr" defTabSz="822802" rtl="0" eaLnBrk="1" fontAlgn="auto" latinLnBrk="0" hangingPunct="1">
              <a:lnSpc>
                <a:spcPct val="100000"/>
              </a:lnSpc>
              <a:spcBef>
                <a:spcPts val="0"/>
              </a:spcBef>
              <a:spcAft>
                <a:spcPts val="540"/>
              </a:spcAft>
              <a:buClrTx/>
              <a:buSzTx/>
              <a:buFont typeface="Wingdings" panose="05000000000000000000" pitchFamily="2" charset="2"/>
              <a:buNone/>
              <a:tabLst/>
              <a:defRPr lang="en-US" sz="1200" kern="1200" spc="0" baseline="0" dirty="0">
                <a:solidFill>
                  <a:srgbClr val="ECCCFF"/>
                </a:solidFill>
                <a:latin typeface="Segoe UI"/>
                <a:ea typeface="+mn-ea"/>
                <a:cs typeface="Segoe UI Semibold" panose="020B0702040204020203" pitchFamily="34" charset="0"/>
              </a:defRPr>
            </a:lvl2pPr>
            <a:lvl3pPr marL="172971" indent="-172971">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p:txBody>
      </p:sp>
      <p:sp>
        <p:nvSpPr>
          <p:cNvPr id="71" name="Text Placeholder 6">
            <a:extLst>
              <a:ext uri="{FF2B5EF4-FFF2-40B4-BE49-F238E27FC236}">
                <a16:creationId xmlns:a16="http://schemas.microsoft.com/office/drawing/2014/main" id="{C3EF4A02-9FE4-2C08-9E37-E166F758A23F}"/>
              </a:ext>
            </a:extLst>
          </p:cNvPr>
          <p:cNvSpPr>
            <a:spLocks noGrp="1"/>
          </p:cNvSpPr>
          <p:nvPr>
            <p:ph type="body" sz="quarter" idx="28" hasCustomPrompt="1"/>
          </p:nvPr>
        </p:nvSpPr>
        <p:spPr>
          <a:xfrm>
            <a:off x="4300173" y="3882064"/>
            <a:ext cx="1487875" cy="1200320"/>
          </a:xfrm>
        </p:spPr>
        <p:txBody>
          <a:bodyPr>
            <a:noAutofit/>
          </a:bodyPr>
          <a:lstStyle>
            <a:lvl1pPr>
              <a:spcBef>
                <a:spcPts val="0"/>
              </a:spcBef>
              <a:spcAft>
                <a:spcPts val="1200"/>
              </a:spcAft>
              <a:defRPr sz="1600">
                <a:solidFill>
                  <a:schemeClr val="accent1"/>
                </a:solidFill>
              </a:defRPr>
            </a:lvl1pPr>
            <a:lvl2pPr marL="0" marR="0" indent="0" algn="ctr" defTabSz="822802" rtl="0" eaLnBrk="1" fontAlgn="auto" latinLnBrk="0" hangingPunct="1">
              <a:lnSpc>
                <a:spcPct val="100000"/>
              </a:lnSpc>
              <a:spcBef>
                <a:spcPts val="0"/>
              </a:spcBef>
              <a:spcAft>
                <a:spcPts val="540"/>
              </a:spcAft>
              <a:buClrTx/>
              <a:buSzTx/>
              <a:buFont typeface="Wingdings" panose="05000000000000000000" pitchFamily="2" charset="2"/>
              <a:buNone/>
              <a:tabLst/>
              <a:defRPr lang="en-US" sz="1200" kern="1200" spc="0" baseline="0" dirty="0">
                <a:solidFill>
                  <a:srgbClr val="ECCCFF"/>
                </a:solidFill>
                <a:latin typeface="Segoe UI"/>
                <a:ea typeface="+mn-ea"/>
                <a:cs typeface="Segoe UI Semibold" panose="020B0702040204020203" pitchFamily="34" charset="0"/>
              </a:defRPr>
            </a:lvl2pPr>
            <a:lvl3pPr marL="172971" indent="-172971">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p:txBody>
      </p:sp>
      <p:sp>
        <p:nvSpPr>
          <p:cNvPr id="72" name="Text Placeholder 6">
            <a:extLst>
              <a:ext uri="{FF2B5EF4-FFF2-40B4-BE49-F238E27FC236}">
                <a16:creationId xmlns:a16="http://schemas.microsoft.com/office/drawing/2014/main" id="{E5CB9848-AF54-5D71-33DC-C33FAB7AB83E}"/>
              </a:ext>
            </a:extLst>
          </p:cNvPr>
          <p:cNvSpPr>
            <a:spLocks noGrp="1"/>
          </p:cNvSpPr>
          <p:nvPr>
            <p:ph type="body" sz="quarter" idx="29" hasCustomPrompt="1"/>
          </p:nvPr>
        </p:nvSpPr>
        <p:spPr>
          <a:xfrm>
            <a:off x="6159288" y="3882064"/>
            <a:ext cx="1487875" cy="1200320"/>
          </a:xfrm>
        </p:spPr>
        <p:txBody>
          <a:bodyPr>
            <a:noAutofit/>
          </a:bodyPr>
          <a:lstStyle>
            <a:lvl1pPr>
              <a:spcBef>
                <a:spcPts val="0"/>
              </a:spcBef>
              <a:spcAft>
                <a:spcPts val="1200"/>
              </a:spcAft>
              <a:defRPr sz="1600">
                <a:solidFill>
                  <a:schemeClr val="accent1"/>
                </a:solidFill>
              </a:defRPr>
            </a:lvl1pPr>
            <a:lvl2pPr marL="0" marR="0" indent="0" algn="ctr" defTabSz="822802" rtl="0" eaLnBrk="1" fontAlgn="auto" latinLnBrk="0" hangingPunct="1">
              <a:lnSpc>
                <a:spcPct val="100000"/>
              </a:lnSpc>
              <a:spcBef>
                <a:spcPts val="0"/>
              </a:spcBef>
              <a:spcAft>
                <a:spcPts val="540"/>
              </a:spcAft>
              <a:buClrTx/>
              <a:buSzTx/>
              <a:buFont typeface="Wingdings" panose="05000000000000000000" pitchFamily="2" charset="2"/>
              <a:buNone/>
              <a:tabLst/>
              <a:defRPr lang="en-US" sz="1200" kern="1200" spc="0" baseline="0" dirty="0">
                <a:solidFill>
                  <a:srgbClr val="ECCCFF"/>
                </a:solidFill>
                <a:latin typeface="Segoe UI"/>
                <a:ea typeface="+mn-ea"/>
                <a:cs typeface="Segoe UI Semibold" panose="020B0702040204020203" pitchFamily="34" charset="0"/>
              </a:defRPr>
            </a:lvl2pPr>
            <a:lvl3pPr marL="172971" indent="-172971">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p:txBody>
      </p:sp>
      <p:sp>
        <p:nvSpPr>
          <p:cNvPr id="73" name="Text Placeholder 6">
            <a:extLst>
              <a:ext uri="{FF2B5EF4-FFF2-40B4-BE49-F238E27FC236}">
                <a16:creationId xmlns:a16="http://schemas.microsoft.com/office/drawing/2014/main" id="{6D7CBC78-E020-BB68-5C00-0B9C90391DD2}"/>
              </a:ext>
            </a:extLst>
          </p:cNvPr>
          <p:cNvSpPr>
            <a:spLocks noGrp="1"/>
          </p:cNvSpPr>
          <p:nvPr>
            <p:ph type="body" sz="quarter" idx="30" hasCustomPrompt="1"/>
          </p:nvPr>
        </p:nvSpPr>
        <p:spPr>
          <a:xfrm>
            <a:off x="8011201" y="3882064"/>
            <a:ext cx="1487875" cy="1200320"/>
          </a:xfrm>
        </p:spPr>
        <p:txBody>
          <a:bodyPr>
            <a:noAutofit/>
          </a:bodyPr>
          <a:lstStyle>
            <a:lvl1pPr>
              <a:spcBef>
                <a:spcPts val="0"/>
              </a:spcBef>
              <a:spcAft>
                <a:spcPts val="1200"/>
              </a:spcAft>
              <a:defRPr sz="1600">
                <a:solidFill>
                  <a:schemeClr val="accent1"/>
                </a:solidFill>
              </a:defRPr>
            </a:lvl1pPr>
            <a:lvl2pPr marL="0" marR="0" indent="0" algn="ctr" defTabSz="822802" rtl="0" eaLnBrk="1" fontAlgn="auto" latinLnBrk="0" hangingPunct="1">
              <a:lnSpc>
                <a:spcPct val="100000"/>
              </a:lnSpc>
              <a:spcBef>
                <a:spcPts val="0"/>
              </a:spcBef>
              <a:spcAft>
                <a:spcPts val="540"/>
              </a:spcAft>
              <a:buClrTx/>
              <a:buSzTx/>
              <a:buFont typeface="Wingdings" panose="05000000000000000000" pitchFamily="2" charset="2"/>
              <a:buNone/>
              <a:tabLst/>
              <a:defRPr lang="en-US" sz="1200" kern="1200" spc="0" baseline="0" dirty="0">
                <a:solidFill>
                  <a:srgbClr val="ECCCFF"/>
                </a:solidFill>
                <a:latin typeface="Segoe UI"/>
                <a:ea typeface="+mn-ea"/>
                <a:cs typeface="Segoe UI Semibold" panose="020B0702040204020203" pitchFamily="34" charset="0"/>
              </a:defRPr>
            </a:lvl2pPr>
            <a:lvl3pPr marL="172971" indent="-172971">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p:txBody>
      </p:sp>
      <p:sp>
        <p:nvSpPr>
          <p:cNvPr id="74" name="Text Placeholder 6">
            <a:extLst>
              <a:ext uri="{FF2B5EF4-FFF2-40B4-BE49-F238E27FC236}">
                <a16:creationId xmlns:a16="http://schemas.microsoft.com/office/drawing/2014/main" id="{C2935CCB-1EAC-7947-8810-CE5BB5A576CD}"/>
              </a:ext>
            </a:extLst>
          </p:cNvPr>
          <p:cNvSpPr>
            <a:spLocks noGrp="1"/>
          </p:cNvSpPr>
          <p:nvPr>
            <p:ph type="body" sz="quarter" idx="31" hasCustomPrompt="1"/>
          </p:nvPr>
        </p:nvSpPr>
        <p:spPr>
          <a:xfrm>
            <a:off x="9865720" y="3882064"/>
            <a:ext cx="1487875" cy="1200320"/>
          </a:xfrm>
        </p:spPr>
        <p:txBody>
          <a:bodyPr>
            <a:noAutofit/>
          </a:bodyPr>
          <a:lstStyle>
            <a:lvl1pPr>
              <a:spcBef>
                <a:spcPts val="0"/>
              </a:spcBef>
              <a:spcAft>
                <a:spcPts val="1200"/>
              </a:spcAft>
              <a:defRPr sz="1600">
                <a:solidFill>
                  <a:schemeClr val="accent1"/>
                </a:solidFill>
              </a:defRPr>
            </a:lvl1pPr>
            <a:lvl2pPr marL="0" marR="0" indent="0" algn="ctr" defTabSz="822802" rtl="0" eaLnBrk="1" fontAlgn="auto" latinLnBrk="0" hangingPunct="1">
              <a:lnSpc>
                <a:spcPct val="100000"/>
              </a:lnSpc>
              <a:spcBef>
                <a:spcPts val="0"/>
              </a:spcBef>
              <a:spcAft>
                <a:spcPts val="540"/>
              </a:spcAft>
              <a:buClrTx/>
              <a:buSzTx/>
              <a:buFont typeface="Wingdings" panose="05000000000000000000" pitchFamily="2" charset="2"/>
              <a:buNone/>
              <a:tabLst/>
              <a:defRPr lang="en-US" sz="1200" kern="1200" spc="0" baseline="0" dirty="0">
                <a:solidFill>
                  <a:srgbClr val="ECCCFF"/>
                </a:solidFill>
                <a:latin typeface="Segoe UI"/>
                <a:ea typeface="+mn-ea"/>
                <a:cs typeface="Segoe UI Semibold" panose="020B0702040204020203" pitchFamily="34" charset="0"/>
              </a:defRPr>
            </a:lvl2pPr>
            <a:lvl3pPr marL="172971" indent="-172971">
              <a:spcBef>
                <a:spcPts val="0"/>
              </a:spcBef>
              <a:spcAft>
                <a:spcPts val="1200"/>
              </a:spcAft>
              <a:buFont typeface="Arial" panose="020B0604020202020204" pitchFamily="34" charset="0"/>
              <a:buChar char="•"/>
              <a:defRPr sz="1200">
                <a:solidFill>
                  <a:schemeClr val="tx1"/>
                </a:solidFill>
              </a:defRPr>
            </a:lvl3pPr>
            <a:lvl4pPr>
              <a:spcBef>
                <a:spcPts val="2400"/>
              </a:spcBef>
              <a:defRPr sz="1400">
                <a:solidFill>
                  <a:schemeClr val="accent1"/>
                </a:solidFill>
              </a:defRPr>
            </a:lvl4pPr>
            <a:lvl5pPr>
              <a:defRPr sz="1400">
                <a:solidFill>
                  <a:schemeClr val="tx1"/>
                </a:solidFill>
              </a:defRPr>
            </a:lvl5pPr>
          </a:lstStyle>
          <a:p>
            <a:pPr lvl="1"/>
            <a:r>
              <a:rPr lang="en-US"/>
              <a:t>Second level</a:t>
            </a:r>
          </a:p>
        </p:txBody>
      </p:sp>
    </p:spTree>
    <p:extLst>
      <p:ext uri="{BB962C8B-B14F-4D97-AF65-F5344CB8AC3E}">
        <p14:creationId xmlns:p14="http://schemas.microsoft.com/office/powerpoint/2010/main" val="4171205638"/>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370.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4929412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1.xml><?xml version="1.0" encoding="utf-8"?>
<p:sldLayout xmlns:a="http://schemas.openxmlformats.org/drawingml/2006/main" xmlns:r="http://schemas.openxmlformats.org/officeDocument/2006/relationships" xmlns:p="http://schemas.openxmlformats.org/presentationml/2006/main" preserve="1" userDrawn="1">
  <p:cSld name="Title and Sub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3DFD4AD5-824B-55E9-DDAC-581667A0EA56}"/>
              </a:ext>
            </a:extLst>
          </p:cNvPr>
          <p:cNvSpPr>
            <a:spLocks noGrp="1"/>
          </p:cNvSpPr>
          <p:nvPr>
            <p:ph type="body" sz="quarter" idx="10"/>
          </p:nvPr>
        </p:nvSpPr>
        <p:spPr>
          <a:xfrm>
            <a:off x="584200" y="1037342"/>
            <a:ext cx="11020425" cy="307777"/>
          </a:xfrm>
        </p:spPr>
        <p:txBody>
          <a:bodyPr/>
          <a:lstStyle>
            <a:lvl1pPr marL="0" indent="0">
              <a:buNone/>
              <a:defRPr sz="2000">
                <a:solidFill>
                  <a:schemeClr val="accent1"/>
                </a:solidFill>
              </a:defRPr>
            </a:lvl1pPr>
            <a:lvl2pPr marL="228513" indent="0">
              <a:buNone/>
              <a:defRPr sz="1800"/>
            </a:lvl2pPr>
            <a:lvl3pPr marL="457025" indent="0">
              <a:buNone/>
              <a:defRPr sz="1400"/>
            </a:lvl3pPr>
            <a:lvl4pPr marL="661733" indent="0">
              <a:buNone/>
              <a:defRPr sz="1200"/>
            </a:lvl4pPr>
            <a:lvl5pPr marL="855333" indent="0">
              <a:buNone/>
              <a:defRPr sz="1200"/>
            </a:lvl5pPr>
          </a:lstStyle>
          <a:p>
            <a:pPr lvl="0"/>
            <a:r>
              <a:rPr lang="en-US"/>
              <a:t>Click to edit Master text styles</a:t>
            </a:r>
          </a:p>
        </p:txBody>
      </p:sp>
    </p:spTree>
    <p:extLst>
      <p:ext uri="{BB962C8B-B14F-4D97-AF65-F5344CB8AC3E}">
        <p14:creationId xmlns:p14="http://schemas.microsoft.com/office/powerpoint/2010/main" val="252197644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2.xml><?xml version="1.0" encoding="utf-8"?>
<p:sldLayout xmlns:a="http://schemas.openxmlformats.org/drawingml/2006/main" xmlns:r="http://schemas.openxmlformats.org/officeDocument/2006/relationships" xmlns:p="http://schemas.openxmlformats.org/presentationml/2006/main" preserve="1" userDrawn="1">
  <p:cSld name="2_Title and Sub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3DFD4AD5-824B-55E9-DDAC-581667A0EA56}"/>
              </a:ext>
            </a:extLst>
          </p:cNvPr>
          <p:cNvSpPr>
            <a:spLocks noGrp="1"/>
          </p:cNvSpPr>
          <p:nvPr>
            <p:ph type="body" sz="quarter" idx="10"/>
          </p:nvPr>
        </p:nvSpPr>
        <p:spPr>
          <a:xfrm>
            <a:off x="584200" y="1037342"/>
            <a:ext cx="11020425" cy="307777"/>
          </a:xfrm>
        </p:spPr>
        <p:txBody>
          <a:bodyPr/>
          <a:lstStyle>
            <a:lvl1pPr marL="0" indent="0">
              <a:buNone/>
              <a:defRPr sz="2000">
                <a:solidFill>
                  <a:schemeClr val="accent1"/>
                </a:solidFill>
              </a:defRPr>
            </a:lvl1pPr>
            <a:lvl2pPr marL="228513" indent="0">
              <a:buNone/>
              <a:defRPr sz="1800"/>
            </a:lvl2pPr>
            <a:lvl3pPr marL="457025" indent="0">
              <a:buNone/>
              <a:defRPr sz="1400"/>
            </a:lvl3pPr>
            <a:lvl4pPr marL="661733" indent="0">
              <a:buNone/>
              <a:defRPr sz="1200"/>
            </a:lvl4pPr>
            <a:lvl5pPr marL="855333" indent="0">
              <a:buNone/>
              <a:defRPr sz="1200"/>
            </a:lvl5pPr>
          </a:lstStyle>
          <a:p>
            <a:pPr lvl="0"/>
            <a:r>
              <a:rPr lang="en-US"/>
              <a:t>Click to edit Master text styles</a:t>
            </a:r>
          </a:p>
        </p:txBody>
      </p:sp>
      <p:sp>
        <p:nvSpPr>
          <p:cNvPr id="3" name="Text Placeholder 5">
            <a:extLst>
              <a:ext uri="{FF2B5EF4-FFF2-40B4-BE49-F238E27FC236}">
                <a16:creationId xmlns:a16="http://schemas.microsoft.com/office/drawing/2014/main" id="{CDDCA305-3F13-3858-C854-55EF9CEF33A8}"/>
              </a:ext>
            </a:extLst>
          </p:cNvPr>
          <p:cNvSpPr>
            <a:spLocks noGrp="1"/>
          </p:cNvSpPr>
          <p:nvPr>
            <p:ph type="body" sz="quarter" idx="11"/>
          </p:nvPr>
        </p:nvSpPr>
        <p:spPr>
          <a:xfrm>
            <a:off x="584200" y="2017712"/>
            <a:ext cx="4464050" cy="2148280"/>
          </a:xfrm>
        </p:spPr>
        <p:txBody>
          <a:bodyPr/>
          <a:lstStyle>
            <a:lvl1pPr marL="0" indent="0">
              <a:spcBef>
                <a:spcPts val="1200"/>
              </a:spcBef>
              <a:buNone/>
              <a:defRPr sz="2800">
                <a:solidFill>
                  <a:schemeClr val="accent1"/>
                </a:solidFill>
              </a:defRPr>
            </a:lvl1pPr>
            <a:lvl2pPr marL="0" indent="0">
              <a:spcBef>
                <a:spcPts val="600"/>
              </a:spcBef>
              <a:spcAft>
                <a:spcPts val="600"/>
              </a:spcAft>
              <a:buNone/>
              <a:defRPr lang="en-US" sz="1800" kern="1200" spc="0" baseline="0" dirty="0" smtClean="0">
                <a:solidFill>
                  <a:schemeClr val="tx1"/>
                </a:solidFill>
                <a:latin typeface="+mn-lt"/>
                <a:ea typeface="+mn-ea"/>
                <a:cs typeface="+mn-cs"/>
              </a:defRPr>
            </a:lvl2pPr>
            <a:lvl3pPr marL="0" indent="0">
              <a:spcAft>
                <a:spcPts val="600"/>
              </a:spcAft>
              <a:buNone/>
              <a:defRPr sz="1400"/>
            </a:lvl3pPr>
            <a:lvl4pPr marL="171450" indent="-171450">
              <a:spcAft>
                <a:spcPts val="600"/>
              </a:spcAft>
              <a:buFont typeface="Arial" panose="020B0604020202020204" pitchFamily="34" charset="0"/>
              <a:buChar char="•"/>
              <a:defRPr sz="1100"/>
            </a:lvl4pPr>
            <a:lvl5pPr marL="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339709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3.xml><?xml version="1.0" encoding="utf-8"?>
<p:sldLayout xmlns:a="http://schemas.openxmlformats.org/drawingml/2006/main" xmlns:r="http://schemas.openxmlformats.org/officeDocument/2006/relationships" xmlns:p="http://schemas.openxmlformats.org/presentationml/2006/main" preserve="1" userDrawn="1">
  <p:cSld name="1_Title and Subh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3DFD4AD5-824B-55E9-DDAC-581667A0EA56}"/>
              </a:ext>
            </a:extLst>
          </p:cNvPr>
          <p:cNvSpPr>
            <a:spLocks noGrp="1"/>
          </p:cNvSpPr>
          <p:nvPr>
            <p:ph type="body" sz="quarter" idx="10"/>
          </p:nvPr>
        </p:nvSpPr>
        <p:spPr>
          <a:xfrm>
            <a:off x="584200" y="1037342"/>
            <a:ext cx="11020425" cy="307777"/>
          </a:xfrm>
        </p:spPr>
        <p:txBody>
          <a:bodyPr/>
          <a:lstStyle>
            <a:lvl1pPr marL="0" indent="0">
              <a:buNone/>
              <a:defRPr sz="2000">
                <a:solidFill>
                  <a:schemeClr val="accent1"/>
                </a:solidFill>
              </a:defRPr>
            </a:lvl1pPr>
            <a:lvl2pPr marL="228513" indent="0">
              <a:buNone/>
              <a:defRPr sz="1800"/>
            </a:lvl2pPr>
            <a:lvl3pPr marL="457025" indent="0">
              <a:buNone/>
              <a:defRPr sz="1400"/>
            </a:lvl3pPr>
            <a:lvl4pPr marL="661733" indent="0">
              <a:buNone/>
              <a:defRPr sz="1200"/>
            </a:lvl4pPr>
            <a:lvl5pPr marL="855333" indent="0">
              <a:buNone/>
              <a:defRPr sz="1200"/>
            </a:lvl5pPr>
          </a:lstStyle>
          <a:p>
            <a:pPr lvl="0"/>
            <a:r>
              <a:rPr lang="en-US"/>
              <a:t>Click to edit Master text styles</a:t>
            </a:r>
          </a:p>
        </p:txBody>
      </p:sp>
      <p:sp>
        <p:nvSpPr>
          <p:cNvPr id="5" name="Text Placeholder 4">
            <a:extLst>
              <a:ext uri="{FF2B5EF4-FFF2-40B4-BE49-F238E27FC236}">
                <a16:creationId xmlns:a16="http://schemas.microsoft.com/office/drawing/2014/main" id="{8973F839-CFF5-3C20-7E72-49AE0553921C}"/>
              </a:ext>
            </a:extLst>
          </p:cNvPr>
          <p:cNvSpPr>
            <a:spLocks noGrp="1"/>
          </p:cNvSpPr>
          <p:nvPr>
            <p:ph type="body" sz="quarter" idx="11"/>
          </p:nvPr>
        </p:nvSpPr>
        <p:spPr>
          <a:xfrm>
            <a:off x="5299075" y="2017713"/>
            <a:ext cx="6489700" cy="1461939"/>
          </a:xfrm>
        </p:spPr>
        <p:txBody>
          <a:bodyPr/>
          <a:lstStyle>
            <a:lvl1pPr marL="0" indent="0">
              <a:spcAft>
                <a:spcPts val="1200"/>
              </a:spcAft>
              <a:buNone/>
              <a:defRPr sz="2000"/>
            </a:lvl1pPr>
            <a:lvl2pPr marL="0" indent="0">
              <a:spcAft>
                <a:spcPts val="300"/>
              </a:spcAft>
              <a:buNone/>
              <a:defRPr sz="1600"/>
            </a:lvl2pPr>
            <a:lvl3pPr marL="0" indent="0">
              <a:buNone/>
              <a:defRPr sz="1200"/>
            </a:lvl3pPr>
            <a:lvl4pPr marL="0" indent="0">
              <a:buNone/>
              <a:defRPr sz="1100"/>
            </a:lvl4pPr>
            <a:lvl5pPr marL="0" indent="0">
              <a:buNone/>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6874358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4.xml><?xml version="1.0" encoding="utf-8"?>
<p:sldLayout xmlns:a="http://schemas.openxmlformats.org/drawingml/2006/main" xmlns:r="http://schemas.openxmlformats.org/officeDocument/2006/relationships" xmlns:p="http://schemas.openxmlformats.org/presentationml/2006/main" preserve="1" userDrawn="1">
  <p:cSld name="3_Title Only">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3FB1AAE7-DD05-48DD-B443-BFAC6BE7F39A}"/>
              </a:ext>
            </a:extLst>
          </p:cNvPr>
          <p:cNvSpPr>
            <a:spLocks noGrp="1"/>
          </p:cNvSpPr>
          <p:nvPr>
            <p:ph type="body" sz="quarter" idx="11"/>
          </p:nvPr>
        </p:nvSpPr>
        <p:spPr>
          <a:xfrm>
            <a:off x="584200" y="1458644"/>
            <a:ext cx="4464050" cy="2579168"/>
          </a:xfrm>
        </p:spPr>
        <p:txBody>
          <a:bodyPr/>
          <a:lstStyle>
            <a:lvl1pPr marL="0" indent="0">
              <a:spcBef>
                <a:spcPts val="0"/>
              </a:spcBef>
              <a:buNone/>
              <a:defRPr sz="3600"/>
            </a:lvl1pPr>
            <a:lvl2pPr marL="0" indent="0">
              <a:spcBef>
                <a:spcPts val="1200"/>
              </a:spcBef>
              <a:spcAft>
                <a:spcPts val="1200"/>
              </a:spcAft>
              <a:buNone/>
              <a:defRPr lang="en-US" sz="2000" kern="1200" spc="0" baseline="0" dirty="0" smtClean="0">
                <a:solidFill>
                  <a:schemeClr val="accent1"/>
                </a:solidFill>
                <a:latin typeface="+mn-lt"/>
                <a:ea typeface="+mn-ea"/>
                <a:cs typeface="+mn-cs"/>
              </a:defRPr>
            </a:lvl2pPr>
            <a:lvl3pPr marL="0" indent="0">
              <a:spcAft>
                <a:spcPts val="600"/>
              </a:spcAft>
              <a:buNone/>
              <a:defRPr sz="1400"/>
            </a:lvl3pPr>
            <a:lvl4pPr marL="171450" indent="-171450">
              <a:spcAft>
                <a:spcPts val="600"/>
              </a:spcAft>
              <a:buFont typeface="Arial" panose="020B0604020202020204" pitchFamily="34" charset="0"/>
              <a:buChar char="•"/>
              <a:defRPr sz="1200"/>
            </a:lvl4pPr>
            <a:lvl5pPr marL="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5744392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3FB1AAE7-DD05-48DD-B443-BFAC6BE7F39A}"/>
              </a:ext>
            </a:extLst>
          </p:cNvPr>
          <p:cNvSpPr>
            <a:spLocks noGrp="1"/>
          </p:cNvSpPr>
          <p:nvPr>
            <p:ph type="body" sz="quarter" idx="11"/>
          </p:nvPr>
        </p:nvSpPr>
        <p:spPr>
          <a:xfrm>
            <a:off x="544513" y="1460212"/>
            <a:ext cx="4464050" cy="2579168"/>
          </a:xfrm>
        </p:spPr>
        <p:txBody>
          <a:bodyPr/>
          <a:lstStyle>
            <a:lvl1pPr marL="0" indent="0">
              <a:spcBef>
                <a:spcPts val="0"/>
              </a:spcBef>
              <a:buNone/>
              <a:defRPr sz="3600"/>
            </a:lvl1pPr>
            <a:lvl2pPr marL="0" indent="0">
              <a:spcBef>
                <a:spcPts val="1200"/>
              </a:spcBef>
              <a:spcAft>
                <a:spcPts val="1200"/>
              </a:spcAft>
              <a:buNone/>
              <a:defRPr lang="en-US" sz="2000" kern="1200" spc="0" baseline="0" dirty="0" smtClean="0">
                <a:solidFill>
                  <a:schemeClr val="accent1"/>
                </a:solidFill>
                <a:latin typeface="+mn-lt"/>
                <a:ea typeface="+mn-ea"/>
                <a:cs typeface="+mn-cs"/>
              </a:defRPr>
            </a:lvl2pPr>
            <a:lvl3pPr marL="0" indent="0">
              <a:spcAft>
                <a:spcPts val="600"/>
              </a:spcAft>
              <a:buNone/>
              <a:defRPr sz="1400"/>
            </a:lvl3pPr>
            <a:lvl4pPr marL="171450" indent="-171450">
              <a:spcAft>
                <a:spcPts val="600"/>
              </a:spcAft>
              <a:buFont typeface="Arial" panose="020B0604020202020204" pitchFamily="34" charset="0"/>
              <a:buChar char="•"/>
              <a:defRPr sz="1200"/>
            </a:lvl4pPr>
            <a:lvl5pPr marL="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9780729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6.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3FB1AAE7-DD05-48DD-B443-BFAC6BE7F39A}"/>
              </a:ext>
            </a:extLst>
          </p:cNvPr>
          <p:cNvSpPr>
            <a:spLocks noGrp="1"/>
          </p:cNvSpPr>
          <p:nvPr>
            <p:ph type="body" sz="quarter" idx="11"/>
          </p:nvPr>
        </p:nvSpPr>
        <p:spPr>
          <a:xfrm>
            <a:off x="544513" y="1460212"/>
            <a:ext cx="4101446" cy="2302169"/>
          </a:xfrm>
        </p:spPr>
        <p:txBody>
          <a:bodyPr/>
          <a:lstStyle>
            <a:lvl1pPr marL="0" indent="0">
              <a:spcBef>
                <a:spcPts val="0"/>
              </a:spcBef>
              <a:buNone/>
              <a:defRPr sz="3200"/>
            </a:lvl1pPr>
            <a:lvl2pPr marL="0" indent="0">
              <a:spcBef>
                <a:spcPts val="1200"/>
              </a:spcBef>
              <a:spcAft>
                <a:spcPts val="0"/>
              </a:spcAft>
              <a:buNone/>
              <a:defRPr lang="en-US" sz="2000" kern="1200" spc="0" baseline="0" dirty="0" smtClean="0">
                <a:solidFill>
                  <a:schemeClr val="accent1"/>
                </a:solidFill>
                <a:latin typeface="+mn-lt"/>
                <a:ea typeface="+mn-ea"/>
                <a:cs typeface="+mn-cs"/>
              </a:defRPr>
            </a:lvl2pPr>
            <a:lvl3pPr marL="0" indent="0">
              <a:spcAft>
                <a:spcPts val="400"/>
              </a:spcAft>
              <a:buNone/>
              <a:defRPr sz="1400"/>
            </a:lvl3pPr>
            <a:lvl4pPr marL="171450" indent="-171450">
              <a:spcAft>
                <a:spcPts val="600"/>
              </a:spcAft>
              <a:buFont typeface="Arial" panose="020B0604020202020204" pitchFamily="34" charset="0"/>
              <a:buChar char="•"/>
              <a:defRPr sz="1200"/>
            </a:lvl4pPr>
            <a:lvl5pPr marL="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35602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7.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3FB1AAE7-DD05-48DD-B443-BFAC6BE7F39A}"/>
              </a:ext>
            </a:extLst>
          </p:cNvPr>
          <p:cNvSpPr>
            <a:spLocks noGrp="1"/>
          </p:cNvSpPr>
          <p:nvPr>
            <p:ph type="body" sz="quarter" idx="11"/>
          </p:nvPr>
        </p:nvSpPr>
        <p:spPr>
          <a:xfrm>
            <a:off x="1095323" y="1460212"/>
            <a:ext cx="5197901" cy="1350113"/>
          </a:xfrm>
        </p:spPr>
        <p:txBody>
          <a:bodyPr/>
          <a:lstStyle>
            <a:lvl1pPr marL="0" indent="0">
              <a:spcBef>
                <a:spcPts val="1200"/>
              </a:spcBef>
              <a:buNone/>
              <a:defRPr sz="2000"/>
            </a:lvl1pPr>
            <a:lvl2pPr marL="0" indent="0">
              <a:spcBef>
                <a:spcPts val="0"/>
              </a:spcBef>
              <a:spcAft>
                <a:spcPts val="600"/>
              </a:spcAft>
              <a:buNone/>
              <a:defRPr lang="en-US" sz="1600" kern="1200" spc="0" baseline="0" dirty="0" smtClean="0">
                <a:solidFill>
                  <a:schemeClr val="accent1"/>
                </a:solidFill>
                <a:latin typeface="+mn-lt"/>
                <a:ea typeface="+mn-ea"/>
                <a:cs typeface="+mn-cs"/>
              </a:defRPr>
            </a:lvl2pPr>
            <a:lvl3pPr marL="0" indent="0">
              <a:spcAft>
                <a:spcPts val="400"/>
              </a:spcAft>
              <a:buNone/>
              <a:defRPr sz="1100"/>
            </a:lvl3pPr>
            <a:lvl4pPr marL="171450" indent="-171450">
              <a:spcAft>
                <a:spcPts val="600"/>
              </a:spcAft>
              <a:buFont typeface="Arial" panose="020B0604020202020204" pitchFamily="34" charset="0"/>
              <a:buChar char="•"/>
              <a:defRPr sz="1050"/>
            </a:lvl4pPr>
            <a:lvl5pPr marL="0" inden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5613719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85CD0CDE-320D-D443-B146-5F3D13788C9D}"/>
              </a:ext>
            </a:extLst>
          </p:cNvPr>
          <p:cNvSpPr>
            <a:spLocks noGrp="1"/>
          </p:cNvSpPr>
          <p:nvPr>
            <p:ph type="body" sz="quarter" idx="10"/>
          </p:nvPr>
        </p:nvSpPr>
        <p:spPr>
          <a:xfrm>
            <a:off x="660400" y="4828644"/>
            <a:ext cx="5291138" cy="246221"/>
          </a:xfrm>
        </p:spPr>
        <p:txBody>
          <a:bodyPr/>
          <a:lstStyle>
            <a:lvl1pPr marL="0" indent="0">
              <a:spcAft>
                <a:spcPts val="600"/>
              </a:spcAft>
              <a:buFont typeface="Arial" panose="020B0604020202020204" pitchFamily="34" charset="0"/>
              <a:buNone/>
              <a:defRPr sz="1600"/>
            </a:lvl1pPr>
            <a:lvl2pPr marL="0" indent="0">
              <a:buFont typeface="Arial" panose="020B0604020202020204" pitchFamily="34" charset="0"/>
              <a:buNone/>
              <a:defRPr sz="1600"/>
            </a:lvl2pPr>
            <a:lvl3pPr marL="0" indent="0">
              <a:buFont typeface="Arial" panose="020B0604020202020204" pitchFamily="34" charset="0"/>
              <a:buNone/>
              <a:defRPr sz="1600"/>
            </a:lvl3pPr>
            <a:lvl4pPr marL="0" indent="0">
              <a:buFont typeface="Arial" panose="020B0604020202020204" pitchFamily="34" charset="0"/>
              <a:buNone/>
              <a:defRPr sz="1600"/>
            </a:lvl4pPr>
            <a:lvl5pPr marL="0" indent="0">
              <a:buFont typeface="Arial" panose="020B0604020202020204" pitchFamily="34" charset="0"/>
              <a:buNone/>
              <a:defRPr sz="1600"/>
            </a:lvl5pPr>
          </a:lstStyle>
          <a:p>
            <a:pPr lvl="0"/>
            <a:r>
              <a:rPr lang="en-US"/>
              <a:t>Click to edit Master text styles</a:t>
            </a:r>
          </a:p>
        </p:txBody>
      </p:sp>
      <p:sp>
        <p:nvSpPr>
          <p:cNvPr id="5" name="Text Placeholder 3">
            <a:extLst>
              <a:ext uri="{FF2B5EF4-FFF2-40B4-BE49-F238E27FC236}">
                <a16:creationId xmlns:a16="http://schemas.microsoft.com/office/drawing/2014/main" id="{152AC417-A577-4087-A686-6F18EDBA70AE}"/>
              </a:ext>
            </a:extLst>
          </p:cNvPr>
          <p:cNvSpPr>
            <a:spLocks noGrp="1"/>
          </p:cNvSpPr>
          <p:nvPr>
            <p:ph type="body" sz="quarter" idx="11"/>
          </p:nvPr>
        </p:nvSpPr>
        <p:spPr>
          <a:xfrm>
            <a:off x="6242050" y="4828644"/>
            <a:ext cx="5367338" cy="246221"/>
          </a:xfrm>
        </p:spPr>
        <p:txBody>
          <a:bodyPr/>
          <a:lstStyle>
            <a:lvl1pPr marL="0" indent="0">
              <a:spcAft>
                <a:spcPts val="600"/>
              </a:spcAft>
              <a:buFont typeface="Arial" panose="020B0604020202020204" pitchFamily="34" charset="0"/>
              <a:buNone/>
              <a:defRPr sz="1600"/>
            </a:lvl1pPr>
            <a:lvl2pPr marL="0" indent="0">
              <a:buFont typeface="Arial" panose="020B0604020202020204" pitchFamily="34" charset="0"/>
              <a:buNone/>
              <a:defRPr sz="1600"/>
            </a:lvl2pPr>
            <a:lvl3pPr marL="0" indent="0">
              <a:buFont typeface="Arial" panose="020B0604020202020204" pitchFamily="34" charset="0"/>
              <a:buNone/>
              <a:defRPr sz="1600"/>
            </a:lvl3pPr>
            <a:lvl4pPr marL="0" indent="0">
              <a:buFont typeface="Arial" panose="020B0604020202020204" pitchFamily="34" charset="0"/>
              <a:buNone/>
              <a:defRPr sz="1600"/>
            </a:lvl4pPr>
            <a:lvl5pPr marL="0" indent="0">
              <a:buFont typeface="Arial" panose="020B0604020202020204" pitchFamily="34" charset="0"/>
              <a:buNone/>
              <a:defRPr sz="1600"/>
            </a:lvl5pPr>
          </a:lstStyle>
          <a:p>
            <a:pPr lvl="0"/>
            <a:r>
              <a:rPr lang="en-US"/>
              <a:t>Click to edit Master text styles</a:t>
            </a:r>
          </a:p>
        </p:txBody>
      </p:sp>
    </p:spTree>
    <p:extLst>
      <p:ext uri="{BB962C8B-B14F-4D97-AF65-F5344CB8AC3E}">
        <p14:creationId xmlns:p14="http://schemas.microsoft.com/office/powerpoint/2010/main" val="11764334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79.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6"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143126229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380.xml><?xml version="1.0" encoding="utf-8"?>
<p:sldLayout xmlns:a="http://schemas.openxmlformats.org/drawingml/2006/main" xmlns:r="http://schemas.openxmlformats.org/officeDocument/2006/relationships" xmlns:p="http://schemas.openxmlformats.org/presentationml/2006/main" userDrawn="1">
  <p:cSld name="1_Text Layout">
    <p:spTree>
      <p:nvGrpSpPr>
        <p:cNvPr id="1" name=""/>
        <p:cNvGrpSpPr/>
        <p:nvPr/>
      </p:nvGrpSpPr>
      <p:grpSpPr>
        <a:xfrm>
          <a:off x="0" y="0"/>
          <a:ext cx="0" cy="0"/>
          <a:chOff x="0" y="0"/>
          <a:chExt cx="0" cy="0"/>
        </a:xfrm>
      </p:grpSpPr>
      <p:sp>
        <p:nvSpPr>
          <p:cNvPr id="18" name="Text Box 3">
            <a:extLst>
              <a:ext uri="{FF2B5EF4-FFF2-40B4-BE49-F238E27FC236}">
                <a16:creationId xmlns:a16="http://schemas.microsoft.com/office/drawing/2014/main" id="{19F02595-114B-2D46-ABDC-5E65D166807C}"/>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Segoe UI" pitchFamily="34" charset="0"/>
              </a:rPr>
              <a:t>©Microsoft Corporation									                                                                                                                                             Azure </a:t>
            </a:r>
          </a:p>
        </p:txBody>
      </p:sp>
      <p:sp>
        <p:nvSpPr>
          <p:cNvPr id="3" name="Title 2">
            <a:extLst>
              <a:ext uri="{FF2B5EF4-FFF2-40B4-BE49-F238E27FC236}">
                <a16:creationId xmlns:a16="http://schemas.microsoft.com/office/drawing/2014/main" id="{FA2A9CE6-6BE7-5154-298A-F7D1934AC985}"/>
              </a:ext>
            </a:extLst>
          </p:cNvPr>
          <p:cNvSpPr>
            <a:spLocks noGrp="1"/>
          </p:cNvSpPr>
          <p:nvPr>
            <p:ph type="title"/>
          </p:nvPr>
        </p:nvSpPr>
        <p:spPr/>
        <p:txBody>
          <a:bodyPr/>
          <a:lstStyle/>
          <a:p>
            <a:r>
              <a:rPr lang="en-US"/>
              <a:t>Click to edit Master title style</a:t>
            </a:r>
          </a:p>
        </p:txBody>
      </p:sp>
      <p:sp>
        <p:nvSpPr>
          <p:cNvPr id="5" name="Text Placeholder 4">
            <a:extLst>
              <a:ext uri="{FF2B5EF4-FFF2-40B4-BE49-F238E27FC236}">
                <a16:creationId xmlns:a16="http://schemas.microsoft.com/office/drawing/2014/main" id="{B8983598-473E-AA61-4737-D9AA0C0C740D}"/>
              </a:ext>
            </a:extLst>
          </p:cNvPr>
          <p:cNvSpPr>
            <a:spLocks noGrp="1"/>
          </p:cNvSpPr>
          <p:nvPr>
            <p:ph type="body" sz="quarter" idx="10"/>
          </p:nvPr>
        </p:nvSpPr>
        <p:spPr>
          <a:xfrm>
            <a:off x="588963" y="1333500"/>
            <a:ext cx="11217275" cy="1612749"/>
          </a:xfrm>
        </p:spPr>
        <p:txBody>
          <a:bodyPr/>
          <a:lstStyle>
            <a:lvl1pPr marL="0" indent="0">
              <a:buNone/>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74203799"/>
      </p:ext>
    </p:extLst>
  </p:cSld>
  <p:clrMapOvr>
    <a:masterClrMapping/>
  </p:clrMapOvr>
  <p:transition>
    <p:fade/>
  </p:transition>
</p:sldLayout>
</file>

<file path=ppt/slideLayouts/slideLayout381.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720000" y="2541600"/>
            <a:ext cx="10728325" cy="16127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731837" y="6138002"/>
            <a:ext cx="3095626" cy="720000"/>
          </a:xfrm>
          <a:prstGeom prst="rect">
            <a:avLst/>
          </a:prstGeom>
        </p:spPr>
        <p:txBody>
          <a:bodyPr/>
          <a:lstStyle/>
          <a:p>
            <a:fld id="{4DDCFF8A-AAF8-4A12-8A91-9CA0EAF6CBB9}" type="datetime2">
              <a:rPr lang="en-US" smtClean="0"/>
              <a:t>Monday, September 28, 2026</a:t>
            </a:fld>
            <a:endParaRPr lang="en-US"/>
          </a:p>
        </p:txBody>
      </p:sp>
      <p:sp>
        <p:nvSpPr>
          <p:cNvPr id="5" name="Footer Placeholder 4"/>
          <p:cNvSpPr>
            <a:spLocks noGrp="1"/>
          </p:cNvSpPr>
          <p:nvPr>
            <p:ph type="ftr" sz="quarter" idx="11"/>
          </p:nvPr>
        </p:nvSpPr>
        <p:spPr>
          <a:xfrm>
            <a:off x="4548188" y="6138002"/>
            <a:ext cx="5003800" cy="720000"/>
          </a:xfrm>
          <a:prstGeom prst="rect">
            <a:avLst/>
          </a:prstGeom>
        </p:spPr>
        <p:txBody>
          <a:bodyPr/>
          <a:lstStyle/>
          <a:p>
            <a:pPr algn="l"/>
            <a:r>
              <a:rPr lang="en-US"/>
              <a:t>Sample Footer Text</a:t>
            </a:r>
          </a:p>
        </p:txBody>
      </p:sp>
      <p:sp>
        <p:nvSpPr>
          <p:cNvPr id="6" name="Slide Number Placeholder 5"/>
          <p:cNvSpPr>
            <a:spLocks noGrp="1"/>
          </p:cNvSpPr>
          <p:nvPr>
            <p:ph type="sldNum" sz="quarter" idx="12"/>
          </p:nvPr>
        </p:nvSpPr>
        <p:spPr>
          <a:xfrm>
            <a:off x="10272715" y="6138002"/>
            <a:ext cx="1187449" cy="720000"/>
          </a:xfrm>
          <a:prstGeom prst="rect">
            <a:avLst/>
          </a:prstGeom>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84507045"/>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userDrawn="1">
  <p:cSld name="14_Title Only">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44DAAA5-8D22-4214-BB05-9157E52DC9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9421164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83.xml><?xml version="1.0" encoding="utf-8"?>
<p:sldLayout xmlns:a="http://schemas.openxmlformats.org/drawingml/2006/main" xmlns:r="http://schemas.openxmlformats.org/officeDocument/2006/relationships" xmlns:p="http://schemas.openxmlformats.org/presentationml/2006/main" userDrawn="1">
  <p:cSld name="2_Title Only with grid">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C381B992-F610-C666-984B-2E6CEDD4A86C}"/>
              </a:ext>
            </a:extLst>
          </p:cNvPr>
          <p:cNvSpPr>
            <a:spLocks noGrp="1"/>
          </p:cNvSpPr>
          <p:nvPr>
            <p:ph type="body" sz="quarter" idx="10"/>
          </p:nvPr>
        </p:nvSpPr>
        <p:spPr>
          <a:xfrm>
            <a:off x="593715" y="1416457"/>
            <a:ext cx="2841625" cy="276999"/>
          </a:xfrm>
        </p:spPr>
        <p:txBody>
          <a:bodyPr anchor="ctr"/>
          <a:lstStyle>
            <a:lvl1pPr marL="0" indent="0">
              <a:buNone/>
              <a:defRPr kumimoji="0" lang="en-US" sz="1800" b="1" i="0" u="none" strike="noStrike" kern="1200" cap="none" spc="0" normalizeH="0" baseline="0" dirty="0" smtClean="0">
                <a:ln>
                  <a:noFill/>
                </a:ln>
                <a:solidFill>
                  <a:schemeClr val="accent1"/>
                </a:solidFill>
                <a:effectLst/>
                <a:uLnTx/>
                <a:uFillTx/>
                <a:latin typeface="Segoe UI" panose="020B0502040204020203" pitchFamily="34" charset="0"/>
                <a:ea typeface="+mn-ea"/>
                <a:cs typeface="+mn-cs"/>
              </a:defRPr>
            </a:lvl1pPr>
          </a:lstStyle>
          <a:p>
            <a:pPr lvl="0"/>
            <a:r>
              <a:rPr lang="en-US"/>
              <a:t>Click to edit Master text</a:t>
            </a:r>
          </a:p>
        </p:txBody>
      </p:sp>
      <p:sp>
        <p:nvSpPr>
          <p:cNvPr id="12" name="Text Placeholder 10">
            <a:extLst>
              <a:ext uri="{FF2B5EF4-FFF2-40B4-BE49-F238E27FC236}">
                <a16:creationId xmlns:a16="http://schemas.microsoft.com/office/drawing/2014/main" id="{EFF0FC32-C6B6-4A44-DF34-DCA807A6FC9E}"/>
              </a:ext>
            </a:extLst>
          </p:cNvPr>
          <p:cNvSpPr>
            <a:spLocks noGrp="1"/>
          </p:cNvSpPr>
          <p:nvPr>
            <p:ph type="body" sz="quarter" idx="11"/>
          </p:nvPr>
        </p:nvSpPr>
        <p:spPr>
          <a:xfrm>
            <a:off x="3470923" y="1447234"/>
            <a:ext cx="5212080" cy="215444"/>
          </a:xfrm>
        </p:spPr>
        <p:txBody>
          <a:bodyPr anchor="ctr"/>
          <a:lstStyle>
            <a:lvl1pPr marL="0" indent="0">
              <a:buNone/>
              <a:defRPr lang="en-US" sz="1400" kern="1200" dirty="0" smtClean="0">
                <a:solidFill>
                  <a:schemeClr val="tx1"/>
                </a:solidFill>
                <a:latin typeface="Segoe UI" panose="020B0502040204020203" pitchFamily="34" charset="0"/>
                <a:ea typeface="+mn-ea"/>
                <a:cs typeface="+mn-cs"/>
              </a:defRPr>
            </a:lvl1pPr>
          </a:lstStyle>
          <a:p>
            <a:pPr lvl="0"/>
            <a:r>
              <a:rPr lang="en-US"/>
              <a:t>Click to edit Master text styles</a:t>
            </a:r>
          </a:p>
        </p:txBody>
      </p:sp>
      <p:sp>
        <p:nvSpPr>
          <p:cNvPr id="15" name="Text Placeholder 10">
            <a:extLst>
              <a:ext uri="{FF2B5EF4-FFF2-40B4-BE49-F238E27FC236}">
                <a16:creationId xmlns:a16="http://schemas.microsoft.com/office/drawing/2014/main" id="{3E4882F6-EB77-6A8E-31E0-2AC878746BA6}"/>
              </a:ext>
            </a:extLst>
          </p:cNvPr>
          <p:cNvSpPr>
            <a:spLocks noGrp="1"/>
          </p:cNvSpPr>
          <p:nvPr>
            <p:ph type="body" sz="quarter" idx="12"/>
          </p:nvPr>
        </p:nvSpPr>
        <p:spPr>
          <a:xfrm>
            <a:off x="593715" y="1779609"/>
            <a:ext cx="10896806" cy="584775"/>
          </a:xfrm>
        </p:spPr>
        <p:txBody>
          <a:bodyPr/>
          <a:lstStyle>
            <a:lvl1pPr marL="0" indent="0">
              <a:buNone/>
              <a:defRPr lang="en-US" sz="1400" kern="1200" dirty="0" smtClean="0">
                <a:solidFill>
                  <a:schemeClr val="tx1"/>
                </a:solidFill>
                <a:latin typeface="Segoe UI" panose="020B0502040204020203" pitchFamily="34" charset="0"/>
                <a:ea typeface="+mn-ea"/>
                <a:cs typeface="+mn-cs"/>
              </a:defRPr>
            </a:lvl1pPr>
            <a:lvl2pPr marL="228556" indent="0">
              <a:buNone/>
              <a:defRPr/>
            </a:lvl2pPr>
          </a:lstStyle>
          <a:p>
            <a:pPr lvl="0"/>
            <a:r>
              <a:rPr lang="en-US"/>
              <a:t>Click to edit Master text styles</a:t>
            </a:r>
          </a:p>
          <a:p>
            <a:pPr lvl="1"/>
            <a:endParaRPr lang="en-US"/>
          </a:p>
        </p:txBody>
      </p:sp>
      <p:sp>
        <p:nvSpPr>
          <p:cNvPr id="16" name="Text Placeholder 10">
            <a:extLst>
              <a:ext uri="{FF2B5EF4-FFF2-40B4-BE49-F238E27FC236}">
                <a16:creationId xmlns:a16="http://schemas.microsoft.com/office/drawing/2014/main" id="{87740DBC-274B-D649-E0CD-0D41DE70BEA8}"/>
              </a:ext>
            </a:extLst>
          </p:cNvPr>
          <p:cNvSpPr>
            <a:spLocks noGrp="1"/>
          </p:cNvSpPr>
          <p:nvPr>
            <p:ph type="body" sz="quarter" idx="13"/>
          </p:nvPr>
        </p:nvSpPr>
        <p:spPr>
          <a:xfrm>
            <a:off x="593715" y="3471918"/>
            <a:ext cx="2841625" cy="276999"/>
          </a:xfrm>
        </p:spPr>
        <p:txBody>
          <a:bodyPr anchor="ctr"/>
          <a:lstStyle>
            <a:lvl1pPr marL="0" indent="0">
              <a:buNone/>
              <a:defRPr kumimoji="0" lang="en-US" sz="1800" b="1" i="0" u="none" strike="noStrike" kern="1200" cap="none" spc="0" normalizeH="0" baseline="0" dirty="0" smtClean="0">
                <a:ln>
                  <a:noFill/>
                </a:ln>
                <a:solidFill>
                  <a:schemeClr val="accent1"/>
                </a:solidFill>
                <a:effectLst/>
                <a:uLnTx/>
                <a:uFillTx/>
                <a:latin typeface="Segoe UI" panose="020B0502040204020203" pitchFamily="34" charset="0"/>
                <a:ea typeface="+mn-ea"/>
                <a:cs typeface="+mn-cs"/>
              </a:defRPr>
            </a:lvl1pPr>
          </a:lstStyle>
          <a:p>
            <a:pPr lvl="0"/>
            <a:r>
              <a:rPr lang="en-US"/>
              <a:t>Click to edit Master text</a:t>
            </a:r>
          </a:p>
        </p:txBody>
      </p:sp>
      <p:sp>
        <p:nvSpPr>
          <p:cNvPr id="17" name="Text Placeholder 10">
            <a:extLst>
              <a:ext uri="{FF2B5EF4-FFF2-40B4-BE49-F238E27FC236}">
                <a16:creationId xmlns:a16="http://schemas.microsoft.com/office/drawing/2014/main" id="{F8EA6D52-7682-0574-993C-20FC1CECD48C}"/>
              </a:ext>
            </a:extLst>
          </p:cNvPr>
          <p:cNvSpPr>
            <a:spLocks noGrp="1"/>
          </p:cNvSpPr>
          <p:nvPr>
            <p:ph type="body" sz="quarter" idx="14"/>
          </p:nvPr>
        </p:nvSpPr>
        <p:spPr>
          <a:xfrm>
            <a:off x="3470923" y="3502695"/>
            <a:ext cx="7772400" cy="215444"/>
          </a:xfrm>
        </p:spPr>
        <p:txBody>
          <a:bodyPr anchor="ctr"/>
          <a:lstStyle>
            <a:lvl1pPr marL="0" indent="0">
              <a:buNone/>
              <a:defRPr lang="en-US" sz="1400" kern="1200" dirty="0" smtClean="0">
                <a:solidFill>
                  <a:schemeClr val="tx1"/>
                </a:solidFill>
                <a:latin typeface="Segoe UI" panose="020B0502040204020203" pitchFamily="34" charset="0"/>
                <a:ea typeface="+mn-ea"/>
                <a:cs typeface="+mn-cs"/>
              </a:defRPr>
            </a:lvl1pPr>
          </a:lstStyle>
          <a:p>
            <a:pPr lvl="0"/>
            <a:r>
              <a:rPr lang="en-US"/>
              <a:t>Click to edit Master text styles</a:t>
            </a:r>
          </a:p>
        </p:txBody>
      </p:sp>
      <p:sp>
        <p:nvSpPr>
          <p:cNvPr id="18" name="Text Placeholder 10">
            <a:extLst>
              <a:ext uri="{FF2B5EF4-FFF2-40B4-BE49-F238E27FC236}">
                <a16:creationId xmlns:a16="http://schemas.microsoft.com/office/drawing/2014/main" id="{4F19F3BE-22FB-C799-D21B-4507F24CBFCF}"/>
              </a:ext>
            </a:extLst>
          </p:cNvPr>
          <p:cNvSpPr>
            <a:spLocks noGrp="1"/>
          </p:cNvSpPr>
          <p:nvPr>
            <p:ph type="body" sz="quarter" idx="15"/>
          </p:nvPr>
        </p:nvSpPr>
        <p:spPr>
          <a:xfrm>
            <a:off x="593715" y="3835070"/>
            <a:ext cx="10896806" cy="584775"/>
          </a:xfrm>
        </p:spPr>
        <p:txBody>
          <a:bodyPr/>
          <a:lstStyle>
            <a:lvl1pPr marL="0" indent="0">
              <a:buNone/>
              <a:defRPr lang="en-US" sz="1400" kern="1200" dirty="0" smtClean="0">
                <a:solidFill>
                  <a:schemeClr val="tx1"/>
                </a:solidFill>
                <a:latin typeface="Segoe UI" panose="020B0502040204020203" pitchFamily="34" charset="0"/>
                <a:ea typeface="+mn-ea"/>
                <a:cs typeface="+mn-cs"/>
              </a:defRPr>
            </a:lvl1pPr>
            <a:lvl2pPr marL="228556" indent="0">
              <a:buNone/>
              <a:defRPr/>
            </a:lvl2pPr>
          </a:lstStyle>
          <a:p>
            <a:pPr lvl="0"/>
            <a:r>
              <a:rPr lang="en-US"/>
              <a:t>Click to edit Master text styles</a:t>
            </a:r>
          </a:p>
          <a:p>
            <a:pPr lvl="1"/>
            <a:endParaRPr lang="en-US"/>
          </a:p>
        </p:txBody>
      </p:sp>
      <p:sp>
        <p:nvSpPr>
          <p:cNvPr id="20" name="Text Placeholder 19">
            <a:extLst>
              <a:ext uri="{FF2B5EF4-FFF2-40B4-BE49-F238E27FC236}">
                <a16:creationId xmlns:a16="http://schemas.microsoft.com/office/drawing/2014/main" id="{F355F6AF-5CFF-CA42-61E7-7A56B3FADBC7}"/>
              </a:ext>
            </a:extLst>
          </p:cNvPr>
          <p:cNvSpPr>
            <a:spLocks noGrp="1"/>
          </p:cNvSpPr>
          <p:nvPr>
            <p:ph type="body" sz="quarter" idx="16"/>
          </p:nvPr>
        </p:nvSpPr>
        <p:spPr>
          <a:xfrm>
            <a:off x="593715" y="5846342"/>
            <a:ext cx="11145567" cy="735586"/>
          </a:xfrm>
        </p:spPr>
        <p:txBody>
          <a:bodyPr/>
          <a:lstStyle>
            <a:lvl1pPr marL="0" indent="0" algn="l" defTabSz="914400" rtl="0" eaLnBrk="1" latinLnBrk="0" hangingPunct="1">
              <a:spcAft>
                <a:spcPts val="600"/>
              </a:spcAft>
              <a:buNone/>
              <a:defRPr lang="en-US" sz="1400" kern="1200" dirty="0" smtClean="0">
                <a:solidFill>
                  <a:schemeClr val="tx1"/>
                </a:solidFill>
                <a:latin typeface="Segoe UI" panose="020B0502040204020203" pitchFamily="34" charset="0"/>
                <a:ea typeface="+mn-ea"/>
                <a:cs typeface="+mn-cs"/>
              </a:defRPr>
            </a:lvl1pPr>
            <a:lvl2pPr marL="228556" indent="0">
              <a:buNone/>
              <a:defRPr lang="en-US" sz="1200" kern="1200" dirty="0" smtClean="0">
                <a:solidFill>
                  <a:schemeClr val="accent3">
                    <a:lumMod val="60000"/>
                    <a:lumOff val="40000"/>
                  </a:schemeClr>
                </a:solidFill>
                <a:latin typeface="Segoe UI" panose="020B0502040204020203" pitchFamily="34" charset="0"/>
                <a:ea typeface="+mn-ea"/>
                <a:cs typeface="+mn-cs"/>
              </a:defRPr>
            </a:lvl2pPr>
            <a:lvl3pPr marL="457113" indent="0">
              <a:buNone/>
              <a:defRPr lang="en-US" sz="1200" kern="1200" dirty="0" smtClean="0">
                <a:solidFill>
                  <a:schemeClr val="accent1"/>
                </a:solidFill>
                <a:latin typeface="Segoe UI" panose="020B0502040204020203" pitchFamily="34" charset="0"/>
                <a:ea typeface="+mn-ea"/>
                <a:cs typeface="+mn-cs"/>
              </a:defRPr>
            </a:lvl3pPr>
          </a:lstStyle>
          <a:p>
            <a:pPr lvl="0"/>
            <a:r>
              <a:rPr lang="en-US"/>
              <a:t>Click to edit Master text styles</a:t>
            </a:r>
          </a:p>
          <a:p>
            <a:pPr lvl="1"/>
            <a:r>
              <a:rPr lang="en-US"/>
              <a:t>Second level</a:t>
            </a:r>
          </a:p>
          <a:p>
            <a:pPr lvl="2"/>
            <a:r>
              <a:rPr lang="en-US"/>
              <a:t>Third level</a:t>
            </a:r>
          </a:p>
        </p:txBody>
      </p:sp>
      <p:sp>
        <p:nvSpPr>
          <p:cNvPr id="3" name="Title 2">
            <a:extLst>
              <a:ext uri="{FF2B5EF4-FFF2-40B4-BE49-F238E27FC236}">
                <a16:creationId xmlns:a16="http://schemas.microsoft.com/office/drawing/2014/main" id="{5D407108-EA2D-ADF1-8053-3522C327226F}"/>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3826699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888">
          <p15:clr>
            <a:srgbClr val="5ACBF0"/>
          </p15:clr>
        </p15:guide>
        <p15:guide id="29" orient="horz" pos="1271">
          <p15:clr>
            <a:srgbClr val="5ACBF0"/>
          </p15:clr>
        </p15:guide>
        <p15:guide id="30" orient="horz" pos="288">
          <p15:clr>
            <a:srgbClr val="5ACBF0"/>
          </p15:clr>
        </p15:guide>
      </p15:sldGuideLst>
    </p:ext>
  </p:extLst>
</p:sldLayout>
</file>

<file path=ppt/slideLayouts/slideLayout384.xml><?xml version="1.0" encoding="utf-8"?>
<p:sldLayout xmlns:a="http://schemas.openxmlformats.org/drawingml/2006/main" xmlns:r="http://schemas.openxmlformats.org/officeDocument/2006/relationships" xmlns:p="http://schemas.openxmlformats.org/presentationml/2006/main" preserve="1" userDrawn="1">
  <p:cSld name="2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200CF-885B-9565-5388-800067ED5567}"/>
              </a:ext>
            </a:extLst>
          </p:cNvPr>
          <p:cNvSpPr>
            <a:spLocks noGrp="1"/>
          </p:cNvSpPr>
          <p:nvPr>
            <p:ph type="title"/>
          </p:nvPr>
        </p:nvSpPr>
        <p:spPr/>
        <p:txBody>
          <a:bodyPr/>
          <a:lstStyle/>
          <a:p>
            <a:r>
              <a:rPr lang="en-US"/>
              <a:t>Click to edit Master title style</a:t>
            </a:r>
          </a:p>
        </p:txBody>
      </p:sp>
      <p:sp>
        <p:nvSpPr>
          <p:cNvPr id="9" name="Text Placeholder 8">
            <a:extLst>
              <a:ext uri="{FF2B5EF4-FFF2-40B4-BE49-F238E27FC236}">
                <a16:creationId xmlns:a16="http://schemas.microsoft.com/office/drawing/2014/main" id="{A83DC20C-D232-98F3-F118-5D6868928785}"/>
              </a:ext>
            </a:extLst>
          </p:cNvPr>
          <p:cNvSpPr>
            <a:spLocks noGrp="1"/>
          </p:cNvSpPr>
          <p:nvPr>
            <p:ph type="body" sz="quarter" idx="10"/>
          </p:nvPr>
        </p:nvSpPr>
        <p:spPr>
          <a:xfrm>
            <a:off x="154049" y="1906203"/>
            <a:ext cx="2289175" cy="884976"/>
          </a:xfr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143428" rIns="91440" bIns="143428" numCol="1" spcCol="0" rtlCol="0" fromWordArt="0" anchor="ctr" anchorCtr="0" forceAA="0" compatLnSpc="1">
            <a:prstTxWarp prst="textNoShape">
              <a:avLst/>
            </a:prstTxWarp>
            <a:noAutofit/>
          </a:bodyPr>
          <a:lstStyle>
            <a:lvl1pPr marL="0" indent="0">
              <a:buNone/>
              <a:defRPr lang="en-US" sz="1400">
                <a:solidFill>
                  <a:schemeClr val="accent1"/>
                </a:solidFill>
                <a:latin typeface="Segoe UI"/>
                <a:cs typeface="Segoe UI" pitchFamily="34" charset="0"/>
              </a:defRPr>
            </a:lvl1pPr>
          </a:lstStyle>
          <a:p>
            <a:pPr marL="0" lvl="0" algn="ctr" defTabSz="914102" fontAlgn="base">
              <a:spcBef>
                <a:spcPct val="0"/>
              </a:spcBef>
              <a:spcAft>
                <a:spcPct val="0"/>
              </a:spcAft>
            </a:pPr>
            <a:r>
              <a:rPr lang="en-US"/>
              <a:t>Click to edit Master text styles</a:t>
            </a:r>
          </a:p>
        </p:txBody>
      </p:sp>
      <p:sp>
        <p:nvSpPr>
          <p:cNvPr id="10" name="Text Placeholder 8">
            <a:extLst>
              <a:ext uri="{FF2B5EF4-FFF2-40B4-BE49-F238E27FC236}">
                <a16:creationId xmlns:a16="http://schemas.microsoft.com/office/drawing/2014/main" id="{CEFC1880-0CD7-405C-DDEF-0CF19C63F6C3}"/>
              </a:ext>
            </a:extLst>
          </p:cNvPr>
          <p:cNvSpPr>
            <a:spLocks noGrp="1"/>
          </p:cNvSpPr>
          <p:nvPr>
            <p:ph type="body" sz="quarter" idx="11"/>
          </p:nvPr>
        </p:nvSpPr>
        <p:spPr>
          <a:xfrm>
            <a:off x="2552731" y="1906203"/>
            <a:ext cx="2289175" cy="884976"/>
          </a:xfr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143428" rIns="91440" bIns="143428" numCol="1" spcCol="0" rtlCol="0" fromWordArt="0" anchor="ctr" anchorCtr="0" forceAA="0" compatLnSpc="1">
            <a:prstTxWarp prst="textNoShape">
              <a:avLst/>
            </a:prstTxWarp>
            <a:noAutofit/>
          </a:bodyPr>
          <a:lstStyle>
            <a:lvl1pPr>
              <a:defRPr lang="en-US" sz="1400" dirty="0">
                <a:solidFill>
                  <a:schemeClr val="accent1"/>
                </a:solidFill>
                <a:latin typeface="Segoe UI"/>
                <a:cs typeface="Segoe UI" pitchFamily="34" charset="0"/>
              </a:defRPr>
            </a:lvl1pPr>
          </a:lstStyle>
          <a:p>
            <a:pPr marL="0" lvl="0" indent="0" algn="ctr" defTabSz="914102" fontAlgn="base">
              <a:spcBef>
                <a:spcPct val="0"/>
              </a:spcBef>
              <a:spcAft>
                <a:spcPct val="0"/>
              </a:spcAft>
              <a:buNone/>
            </a:pPr>
            <a:r>
              <a:rPr lang="en-US"/>
              <a:t>Click to edit Master text styles</a:t>
            </a:r>
          </a:p>
        </p:txBody>
      </p:sp>
      <p:sp>
        <p:nvSpPr>
          <p:cNvPr id="11" name="Text Placeholder 8">
            <a:extLst>
              <a:ext uri="{FF2B5EF4-FFF2-40B4-BE49-F238E27FC236}">
                <a16:creationId xmlns:a16="http://schemas.microsoft.com/office/drawing/2014/main" id="{2C92843D-B2B2-C157-D9B1-4204970774C3}"/>
              </a:ext>
            </a:extLst>
          </p:cNvPr>
          <p:cNvSpPr>
            <a:spLocks noGrp="1"/>
          </p:cNvSpPr>
          <p:nvPr>
            <p:ph type="body" sz="quarter" idx="12"/>
          </p:nvPr>
        </p:nvSpPr>
        <p:spPr>
          <a:xfrm>
            <a:off x="4951413" y="1906203"/>
            <a:ext cx="2289175" cy="884976"/>
          </a:xfr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143428" rIns="91440" bIns="143428" numCol="1" spcCol="0" rtlCol="0" fromWordArt="0" anchor="ctr" anchorCtr="0" forceAA="0" compatLnSpc="1">
            <a:prstTxWarp prst="textNoShape">
              <a:avLst/>
            </a:prstTxWarp>
            <a:noAutofit/>
          </a:bodyPr>
          <a:lstStyle>
            <a:lvl1pPr>
              <a:defRPr lang="en-US" sz="1400">
                <a:solidFill>
                  <a:schemeClr val="accent1"/>
                </a:solidFill>
                <a:latin typeface="Segoe UI"/>
                <a:cs typeface="Segoe UI" pitchFamily="34" charset="0"/>
              </a:defRPr>
            </a:lvl1pPr>
          </a:lstStyle>
          <a:p>
            <a:pPr marL="0" lvl="0" indent="0" algn="ctr" defTabSz="914102" fontAlgn="base">
              <a:spcBef>
                <a:spcPct val="0"/>
              </a:spcBef>
              <a:spcAft>
                <a:spcPct val="0"/>
              </a:spcAft>
              <a:buNone/>
            </a:pPr>
            <a:r>
              <a:rPr lang="en-US"/>
              <a:t>Click to edit Master text styles</a:t>
            </a:r>
          </a:p>
        </p:txBody>
      </p:sp>
      <p:sp>
        <p:nvSpPr>
          <p:cNvPr id="12" name="Text Placeholder 8">
            <a:extLst>
              <a:ext uri="{FF2B5EF4-FFF2-40B4-BE49-F238E27FC236}">
                <a16:creationId xmlns:a16="http://schemas.microsoft.com/office/drawing/2014/main" id="{85923C28-82C8-CC10-B1F7-8AFC8C45C1BB}"/>
              </a:ext>
            </a:extLst>
          </p:cNvPr>
          <p:cNvSpPr>
            <a:spLocks noGrp="1"/>
          </p:cNvSpPr>
          <p:nvPr>
            <p:ph type="body" sz="quarter" idx="13"/>
          </p:nvPr>
        </p:nvSpPr>
        <p:spPr>
          <a:xfrm>
            <a:off x="7350095" y="1906203"/>
            <a:ext cx="2289175" cy="884976"/>
          </a:xfr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143428" rIns="91440" bIns="143428" numCol="1" spcCol="0" rtlCol="0" fromWordArt="0" anchor="ctr" anchorCtr="0" forceAA="0" compatLnSpc="1">
            <a:prstTxWarp prst="textNoShape">
              <a:avLst/>
            </a:prstTxWarp>
            <a:noAutofit/>
          </a:bodyPr>
          <a:lstStyle>
            <a:lvl1pPr>
              <a:defRPr lang="en-US" sz="1400">
                <a:solidFill>
                  <a:schemeClr val="accent1"/>
                </a:solidFill>
                <a:latin typeface="Segoe UI"/>
                <a:cs typeface="Segoe UI" pitchFamily="34" charset="0"/>
              </a:defRPr>
            </a:lvl1pPr>
          </a:lstStyle>
          <a:p>
            <a:pPr marL="0" lvl="0" indent="0" algn="ctr" defTabSz="914102" fontAlgn="base">
              <a:spcBef>
                <a:spcPct val="0"/>
              </a:spcBef>
              <a:spcAft>
                <a:spcPct val="0"/>
              </a:spcAft>
              <a:buNone/>
            </a:pPr>
            <a:r>
              <a:rPr lang="en-US"/>
              <a:t>Click to edit Master text styles</a:t>
            </a:r>
          </a:p>
        </p:txBody>
      </p:sp>
      <p:sp>
        <p:nvSpPr>
          <p:cNvPr id="13" name="Text Placeholder 8">
            <a:extLst>
              <a:ext uri="{FF2B5EF4-FFF2-40B4-BE49-F238E27FC236}">
                <a16:creationId xmlns:a16="http://schemas.microsoft.com/office/drawing/2014/main" id="{5EF7CBCB-6964-F1DB-6FA6-C6D496C758CA}"/>
              </a:ext>
            </a:extLst>
          </p:cNvPr>
          <p:cNvSpPr>
            <a:spLocks noGrp="1"/>
          </p:cNvSpPr>
          <p:nvPr>
            <p:ph type="body" sz="quarter" idx="14"/>
          </p:nvPr>
        </p:nvSpPr>
        <p:spPr>
          <a:xfrm>
            <a:off x="9748776" y="1906203"/>
            <a:ext cx="2289175" cy="884976"/>
          </a:xfrm>
          <a:noFill/>
          <a:ln w="9525">
            <a:solidFill>
              <a:srgbClr val="657076"/>
            </a:solidFill>
            <a:headEnd type="none" w="med" len="med"/>
            <a:tailEnd type="none" w="med" len="med"/>
          </a:ln>
          <a:effectLst>
            <a:outerShdw blurRad="127000" dist="127000" dir="600000" algn="tl"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143428" rIns="91440" bIns="143428" numCol="1" spcCol="0" rtlCol="0" fromWordArt="0" anchor="ctr" anchorCtr="0" forceAA="0" compatLnSpc="1">
            <a:prstTxWarp prst="textNoShape">
              <a:avLst/>
            </a:prstTxWarp>
            <a:noAutofit/>
          </a:bodyPr>
          <a:lstStyle>
            <a:lvl1pPr>
              <a:defRPr lang="en-US" sz="1400">
                <a:solidFill>
                  <a:schemeClr val="accent1"/>
                </a:solidFill>
                <a:latin typeface="Segoe UI"/>
                <a:cs typeface="Segoe UI" pitchFamily="34" charset="0"/>
              </a:defRPr>
            </a:lvl1pPr>
          </a:lstStyle>
          <a:p>
            <a:pPr marL="0" lvl="0" indent="0" algn="ctr" defTabSz="914102" fontAlgn="base">
              <a:spcBef>
                <a:spcPct val="0"/>
              </a:spcBef>
              <a:spcAft>
                <a:spcPct val="0"/>
              </a:spcAft>
              <a:buNone/>
            </a:pPr>
            <a:r>
              <a:rPr lang="en-US"/>
              <a:t>Click to edit Master text styles</a:t>
            </a:r>
          </a:p>
        </p:txBody>
      </p:sp>
    </p:spTree>
    <p:extLst>
      <p:ext uri="{BB962C8B-B14F-4D97-AF65-F5344CB8AC3E}">
        <p14:creationId xmlns:p14="http://schemas.microsoft.com/office/powerpoint/2010/main" val="4799474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68">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85.xml><?xml version="1.0" encoding="utf-8"?>
<p:sldLayout xmlns:a="http://schemas.openxmlformats.org/drawingml/2006/main" xmlns:r="http://schemas.openxmlformats.org/officeDocument/2006/relationships" xmlns:p="http://schemas.openxmlformats.org/presentationml/2006/main" userDrawn="1">
  <p:cSld name="10_Title Only with gri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82A5223-FBCD-C840-9918-D8B5887FEB22}"/>
              </a:ext>
            </a:extLst>
          </p:cNvPr>
          <p:cNvSpPr/>
          <p:nvPr userDrawn="1"/>
        </p:nvSpPr>
        <p:spPr bwMode="auto">
          <a:xfrm>
            <a:off x="609595" y="1436688"/>
            <a:ext cx="5613632" cy="5136956"/>
          </a:xfrm>
          <a:prstGeom prst="rect">
            <a:avLst/>
          </a:prstGeom>
          <a:solidFill>
            <a:schemeClr val="bg1">
              <a:alpha val="13000"/>
            </a:schemeClr>
          </a:solidFill>
          <a:ln>
            <a:solidFill>
              <a:schemeClr val="accent1">
                <a:lumMod val="60000"/>
                <a:lumOff val="40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12" name="Rectangle 11">
            <a:extLst>
              <a:ext uri="{FF2B5EF4-FFF2-40B4-BE49-F238E27FC236}">
                <a16:creationId xmlns:a16="http://schemas.microsoft.com/office/drawing/2014/main" id="{D269B051-45F2-14DD-D7BB-97622C571D9B}"/>
              </a:ext>
            </a:extLst>
          </p:cNvPr>
          <p:cNvSpPr/>
          <p:nvPr userDrawn="1"/>
        </p:nvSpPr>
        <p:spPr bwMode="auto">
          <a:xfrm>
            <a:off x="6435426" y="1436688"/>
            <a:ext cx="5234325" cy="5136956"/>
          </a:xfrm>
          <a:prstGeom prst="rect">
            <a:avLst/>
          </a:prstGeom>
          <a:solidFill>
            <a:schemeClr val="bg1">
              <a:alpha val="13000"/>
            </a:schemeClr>
          </a:solidFill>
          <a:ln>
            <a:solidFill>
              <a:schemeClr val="accent1">
                <a:lumMod val="60000"/>
                <a:lumOff val="40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7" name="1">
            <a:extLst>
              <a:ext uri="{FF2B5EF4-FFF2-40B4-BE49-F238E27FC236}">
                <a16:creationId xmlns:a16="http://schemas.microsoft.com/office/drawing/2014/main" id="{3DD5F3CA-DF52-24B7-CBDD-406B5C5924B4}"/>
              </a:ext>
            </a:extLst>
          </p:cNvPr>
          <p:cNvSpPr>
            <a:spLocks noGrp="1"/>
          </p:cNvSpPr>
          <p:nvPr>
            <p:ph type="body" sz="quarter" idx="20"/>
          </p:nvPr>
        </p:nvSpPr>
        <p:spPr>
          <a:xfrm>
            <a:off x="764651" y="1631561"/>
            <a:ext cx="5303520" cy="307777"/>
          </a:xfrm>
        </p:spPr>
        <p:txBody>
          <a:bodyPr wrap="square">
            <a:spAutoFit/>
          </a:bodyPr>
          <a:lstStyle>
            <a:lvl1pPr marL="0" indent="0" algn="ctr">
              <a:buNone/>
              <a:defRPr lang="en-US" sz="2000" b="1" i="0" kern="1200" dirty="0" smtClean="0">
                <a:solidFill>
                  <a:schemeClr val="accent1">
                    <a:lumMod val="60000"/>
                    <a:lumOff val="40000"/>
                  </a:schemeClr>
                </a:solidFill>
                <a:latin typeface="+mn-lt"/>
                <a:ea typeface="+mn-ea"/>
                <a:cs typeface="+mn-cs"/>
              </a:defRPr>
            </a:lvl1pPr>
            <a:lvl2pPr marL="0" indent="0">
              <a:buNone/>
              <a:defRPr lang="en-US" sz="1500" i="1" kern="1200" dirty="0" smtClean="0">
                <a:solidFill>
                  <a:schemeClr val="tx1"/>
                </a:solidFill>
                <a:latin typeface="+mn-lt"/>
                <a:ea typeface="+mn-ea"/>
                <a:cs typeface="+mn-cs"/>
              </a:defRPr>
            </a:lvl2pPr>
            <a:lvl3pPr marL="457112" indent="0">
              <a:buNone/>
              <a:defRPr sz="2000">
                <a:solidFill>
                  <a:schemeClr val="accent1">
                    <a:lumMod val="60000"/>
                    <a:lumOff val="40000"/>
                  </a:schemeClr>
                </a:solidFill>
              </a:defRPr>
            </a:lvl3pPr>
            <a:lvl4pPr marL="685668" indent="0">
              <a:buNone/>
              <a:defRPr/>
            </a:lvl4pPr>
            <a:lvl5pPr marL="914225" indent="0">
              <a:buNone/>
              <a:defRPr/>
            </a:lvl5pPr>
          </a:lstStyle>
          <a:p>
            <a:pPr lvl="0"/>
            <a:r>
              <a:rPr lang="en-US"/>
              <a:t>Click to edit Master text styles</a:t>
            </a:r>
          </a:p>
        </p:txBody>
      </p:sp>
      <p:sp>
        <p:nvSpPr>
          <p:cNvPr id="8" name="1">
            <a:extLst>
              <a:ext uri="{FF2B5EF4-FFF2-40B4-BE49-F238E27FC236}">
                <a16:creationId xmlns:a16="http://schemas.microsoft.com/office/drawing/2014/main" id="{59819EDD-685C-3E7D-DBD4-65B7F669902A}"/>
              </a:ext>
            </a:extLst>
          </p:cNvPr>
          <p:cNvSpPr>
            <a:spLocks noGrp="1"/>
          </p:cNvSpPr>
          <p:nvPr>
            <p:ph type="body" sz="quarter" idx="21"/>
          </p:nvPr>
        </p:nvSpPr>
        <p:spPr>
          <a:xfrm>
            <a:off x="6903748" y="1631561"/>
            <a:ext cx="4297680" cy="307777"/>
          </a:xfrm>
        </p:spPr>
        <p:txBody>
          <a:bodyPr wrap="square">
            <a:spAutoFit/>
          </a:bodyPr>
          <a:lstStyle>
            <a:lvl1pPr marL="0" indent="0" algn="ctr">
              <a:buNone/>
              <a:defRPr lang="en-US" sz="2000" b="1" i="0" kern="1200" dirty="0" smtClean="0">
                <a:solidFill>
                  <a:schemeClr val="accent1">
                    <a:lumMod val="60000"/>
                    <a:lumOff val="40000"/>
                  </a:schemeClr>
                </a:solidFill>
                <a:latin typeface="+mn-lt"/>
                <a:ea typeface="+mn-ea"/>
                <a:cs typeface="+mn-cs"/>
              </a:defRPr>
            </a:lvl1pPr>
            <a:lvl2pPr marL="0" indent="0">
              <a:buNone/>
              <a:defRPr lang="en-US" sz="1500" i="1" kern="1200" dirty="0" smtClean="0">
                <a:solidFill>
                  <a:schemeClr val="tx1"/>
                </a:solidFill>
                <a:latin typeface="+mn-lt"/>
                <a:ea typeface="+mn-ea"/>
                <a:cs typeface="+mn-cs"/>
              </a:defRPr>
            </a:lvl2pPr>
            <a:lvl3pPr marL="457112" indent="0">
              <a:buNone/>
              <a:defRPr sz="2000">
                <a:solidFill>
                  <a:schemeClr val="accent1">
                    <a:lumMod val="60000"/>
                    <a:lumOff val="40000"/>
                  </a:schemeClr>
                </a:solidFill>
              </a:defRPr>
            </a:lvl3pPr>
            <a:lvl4pPr marL="685668" indent="0">
              <a:buNone/>
              <a:defRPr/>
            </a:lvl4pPr>
            <a:lvl5pPr marL="914225" indent="0">
              <a:buNone/>
              <a:defRPr/>
            </a:lvl5pPr>
          </a:lstStyle>
          <a:p>
            <a:pPr lvl="0"/>
            <a:r>
              <a:rPr lang="en-US"/>
              <a:t>Click to edit Master text styles</a:t>
            </a:r>
          </a:p>
        </p:txBody>
      </p:sp>
      <p:sp>
        <p:nvSpPr>
          <p:cNvPr id="9" name="1">
            <a:extLst>
              <a:ext uri="{FF2B5EF4-FFF2-40B4-BE49-F238E27FC236}">
                <a16:creationId xmlns:a16="http://schemas.microsoft.com/office/drawing/2014/main" id="{35CD0CC5-ADCC-4619-FC42-376D49754F29}"/>
              </a:ext>
            </a:extLst>
          </p:cNvPr>
          <p:cNvSpPr>
            <a:spLocks noGrp="1"/>
          </p:cNvSpPr>
          <p:nvPr>
            <p:ph type="body" sz="quarter" idx="22"/>
          </p:nvPr>
        </p:nvSpPr>
        <p:spPr>
          <a:xfrm>
            <a:off x="764651" y="5700101"/>
            <a:ext cx="5303520" cy="246221"/>
          </a:xfrm>
        </p:spPr>
        <p:txBody>
          <a:bodyPr wrap="square">
            <a:spAutoFit/>
          </a:bodyPr>
          <a:lstStyle>
            <a:lvl1pPr marL="0" indent="0" algn="l">
              <a:spcBef>
                <a:spcPts val="0"/>
              </a:spcBef>
              <a:buNone/>
              <a:defRPr lang="en-US" sz="1600" b="0" i="0" kern="1200" dirty="0" smtClean="0">
                <a:solidFill>
                  <a:schemeClr val="tx1"/>
                </a:solidFill>
                <a:latin typeface="+mn-lt"/>
                <a:ea typeface="+mn-ea"/>
                <a:cs typeface="+mn-cs"/>
              </a:defRPr>
            </a:lvl1pPr>
            <a:lvl2pPr marL="0" indent="0">
              <a:buNone/>
              <a:defRPr lang="en-US" sz="1500" i="1" kern="1200" dirty="0" smtClean="0">
                <a:solidFill>
                  <a:schemeClr val="tx1"/>
                </a:solidFill>
                <a:latin typeface="+mn-lt"/>
                <a:ea typeface="+mn-ea"/>
                <a:cs typeface="+mn-cs"/>
              </a:defRPr>
            </a:lvl2pPr>
            <a:lvl3pPr marL="457112" indent="0">
              <a:buNone/>
              <a:defRPr sz="2000">
                <a:solidFill>
                  <a:schemeClr val="accent1">
                    <a:lumMod val="60000"/>
                    <a:lumOff val="40000"/>
                  </a:schemeClr>
                </a:solidFill>
              </a:defRPr>
            </a:lvl3pPr>
            <a:lvl4pPr marL="685668" indent="0">
              <a:buNone/>
              <a:defRPr/>
            </a:lvl4pPr>
            <a:lvl5pPr marL="914225" indent="0">
              <a:buNone/>
              <a:defRPr/>
            </a:lvl5pPr>
          </a:lstStyle>
          <a:p>
            <a:pPr lvl="0"/>
            <a:r>
              <a:rPr lang="en-US"/>
              <a:t>Click to edit Master text styles</a:t>
            </a:r>
          </a:p>
        </p:txBody>
      </p:sp>
      <p:sp>
        <p:nvSpPr>
          <p:cNvPr id="10" name="1">
            <a:extLst>
              <a:ext uri="{FF2B5EF4-FFF2-40B4-BE49-F238E27FC236}">
                <a16:creationId xmlns:a16="http://schemas.microsoft.com/office/drawing/2014/main" id="{2D31C158-6D70-F528-CA21-D927072E33AD}"/>
              </a:ext>
            </a:extLst>
          </p:cNvPr>
          <p:cNvSpPr>
            <a:spLocks noGrp="1"/>
          </p:cNvSpPr>
          <p:nvPr>
            <p:ph type="body" sz="quarter" idx="23"/>
          </p:nvPr>
        </p:nvSpPr>
        <p:spPr>
          <a:xfrm>
            <a:off x="6625745" y="5700101"/>
            <a:ext cx="4801603" cy="246221"/>
          </a:xfrm>
        </p:spPr>
        <p:txBody>
          <a:bodyPr wrap="square">
            <a:spAutoFit/>
          </a:bodyPr>
          <a:lstStyle>
            <a:lvl1pPr marL="0" indent="0" algn="l">
              <a:spcBef>
                <a:spcPts val="0"/>
              </a:spcBef>
              <a:buNone/>
              <a:defRPr lang="en-US" sz="1600" b="0" i="0" kern="1200" dirty="0" smtClean="0">
                <a:solidFill>
                  <a:schemeClr val="tx1"/>
                </a:solidFill>
                <a:latin typeface="+mn-lt"/>
                <a:ea typeface="+mn-ea"/>
                <a:cs typeface="+mn-cs"/>
              </a:defRPr>
            </a:lvl1pPr>
            <a:lvl2pPr marL="0" indent="0">
              <a:buNone/>
              <a:defRPr lang="en-US" sz="1500" i="1" kern="1200" dirty="0" smtClean="0">
                <a:solidFill>
                  <a:schemeClr val="tx1"/>
                </a:solidFill>
                <a:latin typeface="+mn-lt"/>
                <a:ea typeface="+mn-ea"/>
                <a:cs typeface="+mn-cs"/>
              </a:defRPr>
            </a:lvl2pPr>
            <a:lvl3pPr marL="457112" indent="0">
              <a:buNone/>
              <a:defRPr sz="2000">
                <a:solidFill>
                  <a:schemeClr val="accent1">
                    <a:lumMod val="60000"/>
                    <a:lumOff val="40000"/>
                  </a:schemeClr>
                </a:solidFill>
              </a:defRPr>
            </a:lvl3pPr>
            <a:lvl4pPr marL="685668" indent="0">
              <a:buNone/>
              <a:defRPr/>
            </a:lvl4pPr>
            <a:lvl5pPr marL="914225" indent="0">
              <a:buNone/>
              <a:defRPr/>
            </a:lvl5pPr>
          </a:lstStyle>
          <a:p>
            <a:pPr lvl="0"/>
            <a:r>
              <a:rPr lang="en-US"/>
              <a:t>Click to edit Master text styles</a:t>
            </a:r>
          </a:p>
        </p:txBody>
      </p:sp>
      <p:sp>
        <p:nvSpPr>
          <p:cNvPr id="3" name="Title 2">
            <a:extLst>
              <a:ext uri="{FF2B5EF4-FFF2-40B4-BE49-F238E27FC236}">
                <a16:creationId xmlns:a16="http://schemas.microsoft.com/office/drawing/2014/main" id="{02648880-446C-F8D7-BC22-4EFD8BD8B66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8163828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888">
          <p15:clr>
            <a:srgbClr val="5ACBF0"/>
          </p15:clr>
        </p15:guide>
        <p15:guide id="29" orient="horz" pos="1271">
          <p15:clr>
            <a:srgbClr val="5ACBF0"/>
          </p15:clr>
        </p15:guide>
        <p15:guide id="30" orient="horz" pos="288">
          <p15:clr>
            <a:srgbClr val="5ACBF0"/>
          </p15:clr>
        </p15:guide>
      </p15:sldGuideLst>
    </p:ext>
  </p:extLst>
</p:sldLayout>
</file>

<file path=ppt/slideLayouts/slideLayout386.xml><?xml version="1.0" encoding="utf-8"?>
<p:sldLayout xmlns:a="http://schemas.openxmlformats.org/drawingml/2006/main" xmlns:r="http://schemas.openxmlformats.org/officeDocument/2006/relationships" xmlns:p="http://schemas.openxmlformats.org/presentationml/2006/main" userDrawn="1">
  <p:cSld name="1_Title Only with gri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8EF4928-0D04-C552-8075-9330B3DB0F22}"/>
              </a:ext>
            </a:extLst>
          </p:cNvPr>
          <p:cNvSpPr>
            <a:spLocks noGrp="1"/>
          </p:cNvSpPr>
          <p:nvPr>
            <p:ph type="body" sz="quarter" idx="10"/>
          </p:nvPr>
        </p:nvSpPr>
        <p:spPr>
          <a:xfrm>
            <a:off x="719138" y="1566863"/>
            <a:ext cx="10983912" cy="775597"/>
          </a:xfrm>
        </p:spPr>
        <p:txBody>
          <a:bodyPr/>
          <a:lstStyle>
            <a:lvl1pPr marL="0" indent="0">
              <a:buNone/>
              <a:defRPr sz="1800">
                <a:solidFill>
                  <a:schemeClr val="tx1"/>
                </a:solidFill>
              </a:defRPr>
            </a:lvl1pPr>
            <a:lvl2pPr marL="228513" indent="0">
              <a:buNone/>
              <a:defRPr sz="1600">
                <a:solidFill>
                  <a:schemeClr val="tx1"/>
                </a:solidFill>
              </a:defRPr>
            </a:lvl2pPr>
            <a:lvl3pPr>
              <a:defRPr sz="1200">
                <a:solidFill>
                  <a:schemeClr val="tx1"/>
                </a:solidFill>
              </a:defRPr>
            </a:lvl3pPr>
            <a:lvl4pPr>
              <a:defRPr sz="1100">
                <a:solidFill>
                  <a:schemeClr val="tx1"/>
                </a:solidFill>
              </a:defRPr>
            </a:lvl4pPr>
            <a:lvl5pPr marL="855333" indent="0">
              <a:buNone/>
              <a:defRPr sz="1100">
                <a:solidFill>
                  <a:schemeClr val="tx1"/>
                </a:solidFill>
              </a:defRPr>
            </a:lvl5pPr>
          </a:lstStyle>
          <a:p>
            <a:pPr lvl="0"/>
            <a:r>
              <a:rPr lang="en-US"/>
              <a:t>Click to edit Master text styles</a:t>
            </a:r>
          </a:p>
          <a:p>
            <a:pPr lvl="1"/>
            <a:r>
              <a:rPr lang="en-US"/>
              <a:t>level</a:t>
            </a:r>
          </a:p>
          <a:p>
            <a:pPr lvl="4"/>
            <a:r>
              <a:rPr lang="en-US"/>
              <a:t>Fifth level</a:t>
            </a:r>
          </a:p>
        </p:txBody>
      </p:sp>
      <p:sp>
        <p:nvSpPr>
          <p:cNvPr id="8" name="Text Placeholder 3" descr="!pip install &quot;promptflow-sdk[azure,builtins]&quot; prompt-flow-tools --extra-index-url https://azuremlsdktestpypi.azureedge.net/promptflow/&#10;">
            <a:extLst>
              <a:ext uri="{FF2B5EF4-FFF2-40B4-BE49-F238E27FC236}">
                <a16:creationId xmlns:a16="http://schemas.microsoft.com/office/drawing/2014/main" id="{098265D3-8130-E52E-E05E-2EC4D4802A17}"/>
              </a:ext>
            </a:extLst>
          </p:cNvPr>
          <p:cNvSpPr>
            <a:spLocks noGrp="1"/>
          </p:cNvSpPr>
          <p:nvPr>
            <p:ph type="body" sz="quarter" idx="13"/>
          </p:nvPr>
        </p:nvSpPr>
        <p:spPr>
          <a:xfrm>
            <a:off x="719138" y="2536542"/>
            <a:ext cx="10983912" cy="501378"/>
          </a:xfrm>
          <a:solidFill>
            <a:schemeClr val="accent1">
              <a:alpha val="45000"/>
            </a:schemeClr>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lvl1pPr>
              <a:defRPr lang="en-US" sz="1100" b="0" dirty="0" smtClean="0">
                <a:solidFill>
                  <a:schemeClr val="tx1"/>
                </a:solidFill>
                <a:effectLst/>
                <a:latin typeface="Consolas" panose="020B0609020204030204" pitchFamily="49" charset="0"/>
                <a:cs typeface="+mn-cs"/>
              </a:defRPr>
            </a:lvl1pPr>
          </a:lstStyle>
          <a:p>
            <a:pPr lvl="0" defTabSz="914400"/>
            <a:r>
              <a:rPr lang="en-US"/>
              <a:t>Click to edit Master text styles</a:t>
            </a:r>
          </a:p>
        </p:txBody>
      </p:sp>
      <p:sp>
        <p:nvSpPr>
          <p:cNvPr id="5" name="Text Placeholder 3">
            <a:extLst>
              <a:ext uri="{FF2B5EF4-FFF2-40B4-BE49-F238E27FC236}">
                <a16:creationId xmlns:a16="http://schemas.microsoft.com/office/drawing/2014/main" id="{51127D15-0160-5A5E-1B7A-045786B0721D}"/>
              </a:ext>
            </a:extLst>
          </p:cNvPr>
          <p:cNvSpPr>
            <a:spLocks noGrp="1"/>
          </p:cNvSpPr>
          <p:nvPr>
            <p:ph type="body" sz="quarter" idx="11"/>
          </p:nvPr>
        </p:nvSpPr>
        <p:spPr>
          <a:xfrm>
            <a:off x="719138" y="3312029"/>
            <a:ext cx="10983912" cy="430887"/>
          </a:xfrm>
        </p:spPr>
        <p:txBody>
          <a:bodyPr/>
          <a:lstStyle>
            <a:lvl1pPr marL="0" indent="0" algn="ctr">
              <a:buNone/>
              <a:defRPr/>
            </a:lvl1pPr>
          </a:lstStyle>
          <a:p>
            <a:pPr lvl="0"/>
            <a:r>
              <a:rPr lang="en-US"/>
              <a:t>Click to edit Master text styles</a:t>
            </a:r>
          </a:p>
        </p:txBody>
      </p:sp>
      <p:sp>
        <p:nvSpPr>
          <p:cNvPr id="6" name="Text Placeholder 3">
            <a:extLst>
              <a:ext uri="{FF2B5EF4-FFF2-40B4-BE49-F238E27FC236}">
                <a16:creationId xmlns:a16="http://schemas.microsoft.com/office/drawing/2014/main" id="{F9DDAC58-B9B4-C7BE-FE7C-729399E4306E}"/>
              </a:ext>
            </a:extLst>
          </p:cNvPr>
          <p:cNvSpPr>
            <a:spLocks noGrp="1"/>
          </p:cNvSpPr>
          <p:nvPr>
            <p:ph type="body" sz="quarter" idx="12"/>
          </p:nvPr>
        </p:nvSpPr>
        <p:spPr>
          <a:xfrm>
            <a:off x="3382263" y="6061231"/>
            <a:ext cx="8195991" cy="276999"/>
          </a:xfrm>
        </p:spPr>
        <p:txBody>
          <a:bodyPr/>
          <a:lstStyle>
            <a:lvl1pPr marL="0" indent="0">
              <a:buNone/>
              <a:defRPr sz="1800">
                <a:solidFill>
                  <a:schemeClr val="tx1"/>
                </a:solidFill>
                <a:latin typeface="+mn-lt"/>
              </a:defRPr>
            </a:lvl1pPr>
            <a:lvl2pPr>
              <a:defRPr sz="1600">
                <a:solidFill>
                  <a:schemeClr val="tx1"/>
                </a:solidFill>
              </a:defRPr>
            </a:lvl2pPr>
            <a:lvl3pPr>
              <a:defRPr sz="12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p:txBody>
      </p:sp>
      <p:sp>
        <p:nvSpPr>
          <p:cNvPr id="3" name="Title 2">
            <a:extLst>
              <a:ext uri="{FF2B5EF4-FFF2-40B4-BE49-F238E27FC236}">
                <a16:creationId xmlns:a16="http://schemas.microsoft.com/office/drawing/2014/main" id="{A6B4130B-5B07-CA36-3873-A2E8C2D8A83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20766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888">
          <p15:clr>
            <a:srgbClr val="5ACBF0"/>
          </p15:clr>
        </p15:guide>
        <p15:guide id="29" orient="horz" pos="1271">
          <p15:clr>
            <a:srgbClr val="5ACBF0"/>
          </p15:clr>
        </p15:guide>
        <p15:guide id="30" orient="horz" pos="288">
          <p15:clr>
            <a:srgbClr val="5ACBF0"/>
          </p15:clr>
        </p15:guide>
      </p15:sldGuideLst>
    </p:ext>
  </p:extLst>
</p:sldLayout>
</file>

<file path=ppt/slideLayouts/slideLayout387.xml><?xml version="1.0" encoding="utf-8"?>
<p:sldLayout xmlns:a="http://schemas.openxmlformats.org/drawingml/2006/main" xmlns:r="http://schemas.openxmlformats.org/officeDocument/2006/relationships" xmlns:p="http://schemas.openxmlformats.org/presentationml/2006/main" userDrawn="1">
  <p:cSld name="3_Title Only with grid">
    <p:spTree>
      <p:nvGrpSpPr>
        <p:cNvPr id="1" name=""/>
        <p:cNvGrpSpPr/>
        <p:nvPr/>
      </p:nvGrpSpPr>
      <p:grpSpPr>
        <a:xfrm>
          <a:off x="0" y="0"/>
          <a:ext cx="0" cy="0"/>
          <a:chOff x="0" y="0"/>
          <a:chExt cx="0" cy="0"/>
        </a:xfrm>
      </p:grpSpPr>
      <p:sp>
        <p:nvSpPr>
          <p:cNvPr id="7" name="Text Placeholder 5">
            <a:extLst>
              <a:ext uri="{FF2B5EF4-FFF2-40B4-BE49-F238E27FC236}">
                <a16:creationId xmlns:a16="http://schemas.microsoft.com/office/drawing/2014/main" id="{74889215-19AA-8573-B0F9-167E7D74AEDB}"/>
              </a:ext>
            </a:extLst>
          </p:cNvPr>
          <p:cNvSpPr>
            <a:spLocks noGrp="1"/>
          </p:cNvSpPr>
          <p:nvPr>
            <p:ph type="body" sz="quarter" idx="11"/>
          </p:nvPr>
        </p:nvSpPr>
        <p:spPr>
          <a:xfrm>
            <a:off x="8968990" y="2095500"/>
            <a:ext cx="2609264" cy="2388346"/>
          </a:xfrm>
        </p:spPr>
        <p:txBody>
          <a:bodyPr/>
          <a:lstStyle>
            <a:lvl1pPr marL="0" indent="0">
              <a:spcAft>
                <a:spcPts val="1200"/>
              </a:spcAft>
              <a:buNone/>
              <a:defRPr sz="2400">
                <a:solidFill>
                  <a:schemeClr val="accent3">
                    <a:lumMod val="60000"/>
                    <a:lumOff val="40000"/>
                  </a:schemeClr>
                </a:solidFill>
              </a:defRPr>
            </a:lvl1pPr>
            <a:lvl2pPr marL="0" indent="0">
              <a:spcAft>
                <a:spcPts val="1200"/>
              </a:spcAft>
              <a:buNone/>
              <a:defRPr sz="1800">
                <a:solidFill>
                  <a:schemeClr val="accent3">
                    <a:lumMod val="60000"/>
                    <a:lumOff val="40000"/>
                  </a:schemeClr>
                </a:solidFill>
              </a:defRPr>
            </a:lvl2pPr>
            <a:lvl3pPr marL="0" indent="0">
              <a:spcAft>
                <a:spcPts val="1200"/>
              </a:spcAft>
              <a:buNone/>
              <a:defRPr sz="1400">
                <a:solidFill>
                  <a:schemeClr val="accent3">
                    <a:lumMod val="60000"/>
                    <a:lumOff val="40000"/>
                  </a:schemeClr>
                </a:solidFill>
              </a:defRPr>
            </a:lvl3pPr>
            <a:lvl4pPr marL="0" indent="0">
              <a:spcAft>
                <a:spcPts val="1200"/>
              </a:spcAft>
              <a:buNone/>
              <a:defRPr sz="1200">
                <a:solidFill>
                  <a:schemeClr val="accent3">
                    <a:lumMod val="60000"/>
                    <a:lumOff val="40000"/>
                  </a:schemeClr>
                </a:solidFill>
              </a:defRPr>
            </a:lvl4pPr>
            <a:lvl5pPr marL="0" indent="0">
              <a:spcAft>
                <a:spcPts val="1200"/>
              </a:spcAft>
              <a:buNone/>
              <a:defRPr sz="1200">
                <a:solidFill>
                  <a:schemeClr val="accent3">
                    <a:lumMod val="60000"/>
                    <a:lumOff val="4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5">
            <a:extLst>
              <a:ext uri="{FF2B5EF4-FFF2-40B4-BE49-F238E27FC236}">
                <a16:creationId xmlns:a16="http://schemas.microsoft.com/office/drawing/2014/main" id="{1CD1F3FA-792E-3804-2235-61BD9EE3E1EC}"/>
              </a:ext>
            </a:extLst>
          </p:cNvPr>
          <p:cNvSpPr>
            <a:spLocks noGrp="1"/>
          </p:cNvSpPr>
          <p:nvPr>
            <p:ph type="body" sz="quarter" idx="10"/>
          </p:nvPr>
        </p:nvSpPr>
        <p:spPr>
          <a:xfrm>
            <a:off x="745931" y="2095500"/>
            <a:ext cx="2609264" cy="2388346"/>
          </a:xfrm>
        </p:spPr>
        <p:txBody>
          <a:bodyPr/>
          <a:lstStyle>
            <a:lvl1pPr marL="0" indent="0">
              <a:spcAft>
                <a:spcPts val="1200"/>
              </a:spcAft>
              <a:buNone/>
              <a:defRPr sz="2400">
                <a:solidFill>
                  <a:schemeClr val="accent1">
                    <a:lumMod val="60000"/>
                    <a:lumOff val="40000"/>
                  </a:schemeClr>
                </a:solidFill>
              </a:defRPr>
            </a:lvl1pPr>
            <a:lvl2pPr marL="0" indent="0">
              <a:spcAft>
                <a:spcPts val="1200"/>
              </a:spcAft>
              <a:buNone/>
              <a:defRPr sz="1800">
                <a:solidFill>
                  <a:schemeClr val="accent1">
                    <a:lumMod val="60000"/>
                    <a:lumOff val="40000"/>
                  </a:schemeClr>
                </a:solidFill>
              </a:defRPr>
            </a:lvl2pPr>
            <a:lvl3pPr marL="0" indent="0">
              <a:spcAft>
                <a:spcPts val="1200"/>
              </a:spcAft>
              <a:buNone/>
              <a:defRPr sz="1400">
                <a:solidFill>
                  <a:schemeClr val="accent1">
                    <a:lumMod val="60000"/>
                    <a:lumOff val="40000"/>
                  </a:schemeClr>
                </a:solidFill>
              </a:defRPr>
            </a:lvl3pPr>
            <a:lvl4pPr marL="0" indent="0">
              <a:spcAft>
                <a:spcPts val="1200"/>
              </a:spcAft>
              <a:buNone/>
              <a:defRPr sz="1200">
                <a:solidFill>
                  <a:schemeClr val="accent1">
                    <a:lumMod val="60000"/>
                    <a:lumOff val="40000"/>
                  </a:schemeClr>
                </a:solidFill>
              </a:defRPr>
            </a:lvl4pPr>
            <a:lvl5pPr marL="0" indent="0">
              <a:spcAft>
                <a:spcPts val="1200"/>
              </a:spcAft>
              <a:buNone/>
              <a:defRPr sz="1200">
                <a:solidFill>
                  <a:schemeClr val="accent1">
                    <a:lumMod val="60000"/>
                    <a:lumOff val="4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itle 2">
            <a:extLst>
              <a:ext uri="{FF2B5EF4-FFF2-40B4-BE49-F238E27FC236}">
                <a16:creationId xmlns:a16="http://schemas.microsoft.com/office/drawing/2014/main" id="{445DAD4D-0CE8-BA0E-1426-F767759F19B5}"/>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9029890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888">
          <p15:clr>
            <a:srgbClr val="5ACBF0"/>
          </p15:clr>
        </p15:guide>
        <p15:guide id="29" orient="horz" pos="1271">
          <p15:clr>
            <a:srgbClr val="5ACBF0"/>
          </p15:clr>
        </p15:guide>
        <p15:guide id="30" orient="horz" pos="288">
          <p15:clr>
            <a:srgbClr val="5ACBF0"/>
          </p15:clr>
        </p15:guide>
      </p15:sldGuideLst>
    </p:ext>
  </p:extLst>
</p:sldLayout>
</file>

<file path=ppt/slideLayouts/slideLayout388.xml><?xml version="1.0" encoding="utf-8"?>
<p:sldLayout xmlns:a="http://schemas.openxmlformats.org/drawingml/2006/main" xmlns:r="http://schemas.openxmlformats.org/officeDocument/2006/relationships" xmlns:p="http://schemas.openxmlformats.org/presentationml/2006/main" userDrawn="1">
  <p:cSld name="12_Title and subtitle">
    <p:spTree>
      <p:nvGrpSpPr>
        <p:cNvPr id="1" name=""/>
        <p:cNvGrpSpPr/>
        <p:nvPr/>
      </p:nvGrpSpPr>
      <p:grpSpPr>
        <a:xfrm>
          <a:off x="0" y="0"/>
          <a:ext cx="0" cy="0"/>
          <a:chOff x="0" y="0"/>
          <a:chExt cx="0" cy="0"/>
        </a:xfrm>
      </p:grpSpPr>
      <p:sp>
        <p:nvSpPr>
          <p:cNvPr id="24" name="number">
            <a:extLst>
              <a:ext uri="{FF2B5EF4-FFF2-40B4-BE49-F238E27FC236}">
                <a16:creationId xmlns:a16="http://schemas.microsoft.com/office/drawing/2014/main" id="{CE093D44-4E18-4C38-B9B4-3DB9F01377E9}"/>
              </a:ext>
            </a:extLst>
          </p:cNvPr>
          <p:cNvSpPr>
            <a:spLocks noGrp="1"/>
          </p:cNvSpPr>
          <p:nvPr>
            <p:ph type="body" sz="quarter" idx="15" hasCustomPrompt="1"/>
          </p:nvPr>
        </p:nvSpPr>
        <p:spPr>
          <a:xfrm>
            <a:off x="422822" y="380078"/>
            <a:ext cx="594360" cy="594360"/>
          </a:xfrm>
          <a:prstGeom prst="ellipse">
            <a:avLst/>
          </a:prstGeom>
          <a:gradFill flip="none" rotWithShape="1">
            <a:gsLst>
              <a:gs pos="0">
                <a:schemeClr val="accent1"/>
              </a:gs>
              <a:gs pos="100000">
                <a:schemeClr val="accent2"/>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lvl1pPr marL="0" indent="0" algn="ctr">
              <a:buNone/>
              <a:defRPr lang="en-US" dirty="0">
                <a:solidFill>
                  <a:schemeClr val="bg1"/>
                </a:solidFill>
                <a:latin typeface="+mj-lt"/>
                <a:ea typeface="Segoe UI" pitchFamily="34" charset="0"/>
                <a:cs typeface="Segoe UI" pitchFamily="34" charset="0"/>
              </a:defRPr>
            </a:lvl1pPr>
          </a:lstStyle>
          <a:p>
            <a:pPr lvl="0" algn="ctr" defTabSz="932472" fontAlgn="base">
              <a:spcBef>
                <a:spcPct val="0"/>
              </a:spcBef>
              <a:spcAft>
                <a:spcPct val="0"/>
              </a:spcAft>
            </a:pPr>
            <a:r>
              <a:rPr lang="en-US"/>
              <a:t>#</a:t>
            </a:r>
          </a:p>
        </p:txBody>
      </p:sp>
      <p:sp>
        <p:nvSpPr>
          <p:cNvPr id="2" name="Text Placeholder 6">
            <a:extLst>
              <a:ext uri="{FF2B5EF4-FFF2-40B4-BE49-F238E27FC236}">
                <a16:creationId xmlns:a16="http://schemas.microsoft.com/office/drawing/2014/main" id="{252F3775-B27B-84A2-7896-4E97005349B3}"/>
              </a:ext>
            </a:extLst>
          </p:cNvPr>
          <p:cNvSpPr>
            <a:spLocks noGrp="1"/>
          </p:cNvSpPr>
          <p:nvPr>
            <p:ph type="body" sz="quarter" idx="11"/>
          </p:nvPr>
        </p:nvSpPr>
        <p:spPr>
          <a:xfrm>
            <a:off x="607614" y="967695"/>
            <a:ext cx="11001774" cy="492443"/>
          </a:xfrm>
        </p:spPr>
        <p:txBody>
          <a:bodyPr/>
          <a:lstStyle>
            <a:lvl1pPr marL="0" indent="0" algn="ctr">
              <a:buNone/>
              <a:defRPr sz="2000">
                <a:solidFill>
                  <a:schemeClr val="accent1"/>
                </a:solidFill>
                <a:latin typeface="+mn-lt"/>
              </a:defRPr>
            </a:lvl1pPr>
          </a:lstStyle>
          <a:p>
            <a:pPr lvl="0"/>
            <a:r>
              <a:rPr lang="en-US"/>
              <a:t>Edit Master text styles</a:t>
            </a:r>
          </a:p>
        </p:txBody>
      </p:sp>
      <p:sp>
        <p:nvSpPr>
          <p:cNvPr id="6" name="Text Placeholder 5">
            <a:extLst>
              <a:ext uri="{FF2B5EF4-FFF2-40B4-BE49-F238E27FC236}">
                <a16:creationId xmlns:a16="http://schemas.microsoft.com/office/drawing/2014/main" id="{8268CCBF-D4F4-B1D0-1FA3-D68D639F0F30}"/>
              </a:ext>
            </a:extLst>
          </p:cNvPr>
          <p:cNvSpPr>
            <a:spLocks noGrp="1"/>
          </p:cNvSpPr>
          <p:nvPr>
            <p:ph type="body" sz="quarter" idx="16"/>
          </p:nvPr>
        </p:nvSpPr>
        <p:spPr>
          <a:xfrm>
            <a:off x="663306" y="1779815"/>
            <a:ext cx="4154168" cy="1628138"/>
          </a:xfrm>
        </p:spPr>
        <p:txBody>
          <a:bodyPr/>
          <a:lstStyle>
            <a:lvl1pPr marL="0" indent="0">
              <a:spcBef>
                <a:spcPts val="1800"/>
              </a:spcBef>
              <a:spcAft>
                <a:spcPts val="600"/>
              </a:spcAft>
              <a:buNone/>
              <a:defRPr lang="en-US" sz="2400" kern="1200" spc="0" baseline="0" dirty="0" smtClean="0">
                <a:gradFill flip="none" rotWithShape="1">
                  <a:gsLst>
                    <a:gs pos="0">
                      <a:schemeClr val="accent1"/>
                    </a:gs>
                    <a:gs pos="100000">
                      <a:schemeClr val="accent2"/>
                    </a:gs>
                  </a:gsLst>
                  <a:lin ang="2700000" scaled="1"/>
                  <a:tileRect/>
                </a:gradFill>
                <a:latin typeface="+mj-lt"/>
                <a:ea typeface="+mn-ea"/>
                <a:cs typeface="Segoe UI Light" panose="020B0502040204020203" pitchFamily="34" charset="0"/>
              </a:defRPr>
            </a:lvl1pPr>
            <a:lvl2pPr marL="228513" indent="0">
              <a:buNone/>
              <a:defRPr/>
            </a:lvl2pPr>
            <a:lvl3pPr marL="457025" indent="0">
              <a:buNone/>
              <a:defRPr/>
            </a:lvl3pPr>
            <a:lvl4pPr marL="661733" indent="0">
              <a:buNone/>
              <a:defRPr/>
            </a:lvl4pPr>
            <a:lvl5pPr marL="855333"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itle 2">
            <a:extLst>
              <a:ext uri="{FF2B5EF4-FFF2-40B4-BE49-F238E27FC236}">
                <a16:creationId xmlns:a16="http://schemas.microsoft.com/office/drawing/2014/main" id="{AE0A80EB-29FE-0B49-E268-962082EDB904}"/>
              </a:ext>
            </a:extLst>
          </p:cNvPr>
          <p:cNvSpPr>
            <a:spLocks noGrp="1"/>
          </p:cNvSpPr>
          <p:nvPr>
            <p:ph type="title"/>
          </p:nvPr>
        </p:nvSpPr>
        <p:spPr>
          <a:xfrm>
            <a:off x="1236663" y="457200"/>
            <a:ext cx="10370119" cy="492443"/>
          </a:xfrm>
        </p:spPr>
        <p:txBody>
          <a:bodyPr/>
          <a:lstStyle/>
          <a:p>
            <a:r>
              <a:rPr lang="en-US"/>
              <a:t>Click to edit Master title style</a:t>
            </a:r>
          </a:p>
        </p:txBody>
      </p:sp>
    </p:spTree>
    <p:extLst>
      <p:ext uri="{BB962C8B-B14F-4D97-AF65-F5344CB8AC3E}">
        <p14:creationId xmlns:p14="http://schemas.microsoft.com/office/powerpoint/2010/main" val="77556497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1680">
          <p15:clr>
            <a:srgbClr val="5ACBF0"/>
          </p15:clr>
        </p15:guide>
      </p15:sldGuideLst>
    </p:ext>
  </p:extLst>
</p:sldLayout>
</file>

<file path=ppt/slideLayouts/slideLayout389.xml><?xml version="1.0" encoding="utf-8"?>
<p:sldLayout xmlns:a="http://schemas.openxmlformats.org/drawingml/2006/main" xmlns:r="http://schemas.openxmlformats.org/officeDocument/2006/relationships" xmlns:p="http://schemas.openxmlformats.org/presentationml/2006/main" preserve="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231784753"/>
      </p:ext>
    </p:extLst>
  </p:cSld>
  <p:clrMapOvr>
    <a:masterClrMapping/>
  </p:clrMapOvr>
  <p:transition>
    <p:fade/>
  </p:transition>
  <p:hf sldNum="0" hdr="0" ftr="0" dt="0"/>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FBAE40"/>
          </p15:clr>
        </p15:guide>
      </p15:sldGuideLst>
    </p:ext>
  </p:extLst>
</p:sldLayout>
</file>

<file path=ppt/slideLayouts/slideLayout390.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967231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91.xml><?xml version="1.0" encoding="utf-8"?>
<p:sldLayout xmlns:a="http://schemas.openxmlformats.org/drawingml/2006/main" xmlns:r="http://schemas.openxmlformats.org/officeDocument/2006/relationships" xmlns:p="http://schemas.openxmlformats.org/presentationml/2006/main" preserve="1" userDrawn="1">
  <p:cSld name="9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82FA7-84D6-1EEB-0C18-01A1C20DB17D}"/>
              </a:ext>
            </a:extLst>
          </p:cNvPr>
          <p:cNvSpPr>
            <a:spLocks noGrp="1"/>
          </p:cNvSpPr>
          <p:nvPr>
            <p:ph type="title"/>
          </p:nvPr>
        </p:nvSpPr>
        <p:spPr/>
        <p:txBody>
          <a:bodyPr/>
          <a:lstStyle/>
          <a:p>
            <a:r>
              <a:rPr lang="en-US"/>
              <a:t>Click to edit Master title style</a:t>
            </a:r>
          </a:p>
        </p:txBody>
      </p:sp>
      <p:sp>
        <p:nvSpPr>
          <p:cNvPr id="6" name="Picture Placeholder 5">
            <a:extLst>
              <a:ext uri="{FF2B5EF4-FFF2-40B4-BE49-F238E27FC236}">
                <a16:creationId xmlns:a16="http://schemas.microsoft.com/office/drawing/2014/main" id="{C7324493-A74B-7553-ED46-574F52E73345}"/>
              </a:ext>
            </a:extLst>
          </p:cNvPr>
          <p:cNvSpPr>
            <a:spLocks noGrp="1" noChangeAspect="1"/>
          </p:cNvSpPr>
          <p:nvPr>
            <p:ph type="pic" sz="quarter" idx="10"/>
          </p:nvPr>
        </p:nvSpPr>
        <p:spPr>
          <a:xfrm>
            <a:off x="1228281" y="1462623"/>
            <a:ext cx="1807829" cy="1202875"/>
          </a:xfrm>
        </p:spPr>
        <p:txBody>
          <a:bodyPr>
            <a:noAutofit/>
          </a:bodyPr>
          <a:lstStyle>
            <a:lvl1pPr marL="0" indent="0" algn="ctr">
              <a:buNone/>
              <a:defRPr sz="1600"/>
            </a:lvl1pPr>
          </a:lstStyle>
          <a:p>
            <a:endParaRPr lang="en-US"/>
          </a:p>
        </p:txBody>
      </p:sp>
      <p:sp>
        <p:nvSpPr>
          <p:cNvPr id="8" name="Text Placeholder 7">
            <a:extLst>
              <a:ext uri="{FF2B5EF4-FFF2-40B4-BE49-F238E27FC236}">
                <a16:creationId xmlns:a16="http://schemas.microsoft.com/office/drawing/2014/main" id="{4C63EAAE-8C17-4BAE-52A3-1E49CB845AE3}"/>
              </a:ext>
            </a:extLst>
          </p:cNvPr>
          <p:cNvSpPr>
            <a:spLocks noGrp="1"/>
          </p:cNvSpPr>
          <p:nvPr>
            <p:ph type="body" sz="quarter" idx="11"/>
          </p:nvPr>
        </p:nvSpPr>
        <p:spPr>
          <a:xfrm>
            <a:off x="1150012" y="2718666"/>
            <a:ext cx="1859483" cy="169277"/>
          </a:xfrm>
        </p:spPr>
        <p:txBody>
          <a:bodyPr wrap="none"/>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9" name="Picture Placeholder 5">
            <a:extLst>
              <a:ext uri="{FF2B5EF4-FFF2-40B4-BE49-F238E27FC236}">
                <a16:creationId xmlns:a16="http://schemas.microsoft.com/office/drawing/2014/main" id="{5630F8D6-B21E-C65D-D40E-C3CF6FAC9F15}"/>
              </a:ext>
            </a:extLst>
          </p:cNvPr>
          <p:cNvSpPr>
            <a:spLocks noGrp="1" noChangeAspect="1"/>
          </p:cNvSpPr>
          <p:nvPr>
            <p:ph type="pic" sz="quarter" idx="12"/>
          </p:nvPr>
        </p:nvSpPr>
        <p:spPr>
          <a:xfrm>
            <a:off x="3252215" y="1462623"/>
            <a:ext cx="1807829" cy="1202875"/>
          </a:xfrm>
        </p:spPr>
        <p:txBody>
          <a:bodyPr>
            <a:noAutofit/>
          </a:bodyPr>
          <a:lstStyle>
            <a:lvl1pPr marL="0" indent="0" algn="ctr">
              <a:buNone/>
              <a:defRPr sz="1600"/>
            </a:lvl1pPr>
          </a:lstStyle>
          <a:p>
            <a:endParaRPr lang="en-US"/>
          </a:p>
        </p:txBody>
      </p:sp>
      <p:sp>
        <p:nvSpPr>
          <p:cNvPr id="10" name="Text Placeholder 7">
            <a:extLst>
              <a:ext uri="{FF2B5EF4-FFF2-40B4-BE49-F238E27FC236}">
                <a16:creationId xmlns:a16="http://schemas.microsoft.com/office/drawing/2014/main" id="{87FEE4C1-247B-92B3-AEEB-BA1298318220}"/>
              </a:ext>
            </a:extLst>
          </p:cNvPr>
          <p:cNvSpPr>
            <a:spLocks noGrp="1"/>
          </p:cNvSpPr>
          <p:nvPr>
            <p:ph type="body" sz="quarter" idx="13"/>
          </p:nvPr>
        </p:nvSpPr>
        <p:spPr>
          <a:xfrm>
            <a:off x="3200561" y="2718666"/>
            <a:ext cx="1859483" cy="169277"/>
          </a:xfrm>
        </p:spPr>
        <p:txBody>
          <a:bodyPr wrap="none"/>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11" name="Picture Placeholder 5">
            <a:extLst>
              <a:ext uri="{FF2B5EF4-FFF2-40B4-BE49-F238E27FC236}">
                <a16:creationId xmlns:a16="http://schemas.microsoft.com/office/drawing/2014/main" id="{40258186-40BC-83C2-6700-63B75A907730}"/>
              </a:ext>
            </a:extLst>
          </p:cNvPr>
          <p:cNvSpPr>
            <a:spLocks noGrp="1" noChangeAspect="1"/>
          </p:cNvSpPr>
          <p:nvPr>
            <p:ph type="pic" sz="quarter" idx="14"/>
          </p:nvPr>
        </p:nvSpPr>
        <p:spPr>
          <a:xfrm>
            <a:off x="1226337" y="3143443"/>
            <a:ext cx="2099082" cy="1202875"/>
          </a:xfrm>
        </p:spPr>
        <p:txBody>
          <a:bodyPr>
            <a:noAutofit/>
          </a:bodyPr>
          <a:lstStyle>
            <a:lvl1pPr marL="0" indent="0" algn="ctr">
              <a:buNone/>
              <a:defRPr sz="1600"/>
            </a:lvl1pPr>
          </a:lstStyle>
          <a:p>
            <a:endParaRPr lang="en-US"/>
          </a:p>
        </p:txBody>
      </p:sp>
      <p:sp>
        <p:nvSpPr>
          <p:cNvPr id="12" name="Text Placeholder 7">
            <a:extLst>
              <a:ext uri="{FF2B5EF4-FFF2-40B4-BE49-F238E27FC236}">
                <a16:creationId xmlns:a16="http://schemas.microsoft.com/office/drawing/2014/main" id="{EC870B91-5B36-1870-CFC7-E0BABC6B01A0}"/>
              </a:ext>
            </a:extLst>
          </p:cNvPr>
          <p:cNvSpPr>
            <a:spLocks noGrp="1"/>
          </p:cNvSpPr>
          <p:nvPr>
            <p:ph type="body" sz="quarter" idx="15"/>
          </p:nvPr>
        </p:nvSpPr>
        <p:spPr>
          <a:xfrm>
            <a:off x="1228039" y="4372005"/>
            <a:ext cx="2103120" cy="169277"/>
          </a:xfrm>
        </p:spPr>
        <p:txBody>
          <a:bodyPr/>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13" name="Picture Placeholder 5">
            <a:extLst>
              <a:ext uri="{FF2B5EF4-FFF2-40B4-BE49-F238E27FC236}">
                <a16:creationId xmlns:a16="http://schemas.microsoft.com/office/drawing/2014/main" id="{F947DBFC-A920-D347-4738-054727A0FC02}"/>
              </a:ext>
            </a:extLst>
          </p:cNvPr>
          <p:cNvSpPr>
            <a:spLocks noGrp="1" noChangeAspect="1"/>
          </p:cNvSpPr>
          <p:nvPr>
            <p:ph type="pic" sz="quarter" idx="16"/>
          </p:nvPr>
        </p:nvSpPr>
        <p:spPr>
          <a:xfrm>
            <a:off x="3672612" y="3143443"/>
            <a:ext cx="2099082" cy="1202875"/>
          </a:xfrm>
        </p:spPr>
        <p:txBody>
          <a:bodyPr>
            <a:noAutofit/>
          </a:bodyPr>
          <a:lstStyle>
            <a:lvl1pPr marL="0" indent="0" algn="ctr">
              <a:buNone/>
              <a:defRPr sz="1600"/>
            </a:lvl1pPr>
          </a:lstStyle>
          <a:p>
            <a:endParaRPr lang="en-US"/>
          </a:p>
        </p:txBody>
      </p:sp>
      <p:sp>
        <p:nvSpPr>
          <p:cNvPr id="14" name="Text Placeholder 7">
            <a:extLst>
              <a:ext uri="{FF2B5EF4-FFF2-40B4-BE49-F238E27FC236}">
                <a16:creationId xmlns:a16="http://schemas.microsoft.com/office/drawing/2014/main" id="{4567033C-790C-C138-3D7D-FBFFF3E6B85C}"/>
              </a:ext>
            </a:extLst>
          </p:cNvPr>
          <p:cNvSpPr>
            <a:spLocks noGrp="1"/>
          </p:cNvSpPr>
          <p:nvPr>
            <p:ph type="body" sz="quarter" idx="17"/>
          </p:nvPr>
        </p:nvSpPr>
        <p:spPr>
          <a:xfrm>
            <a:off x="3668574" y="4372005"/>
            <a:ext cx="2103120" cy="169277"/>
          </a:xfrm>
        </p:spPr>
        <p:txBody>
          <a:bodyPr/>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15" name="Picture Placeholder 5">
            <a:extLst>
              <a:ext uri="{FF2B5EF4-FFF2-40B4-BE49-F238E27FC236}">
                <a16:creationId xmlns:a16="http://schemas.microsoft.com/office/drawing/2014/main" id="{D71BF9BA-EEB3-1FE6-6DFB-6FCDBB57A734}"/>
              </a:ext>
            </a:extLst>
          </p:cNvPr>
          <p:cNvSpPr>
            <a:spLocks noGrp="1" noChangeAspect="1"/>
          </p:cNvSpPr>
          <p:nvPr>
            <p:ph type="pic" sz="quarter" idx="18"/>
          </p:nvPr>
        </p:nvSpPr>
        <p:spPr>
          <a:xfrm>
            <a:off x="6096107" y="3143443"/>
            <a:ext cx="2386477" cy="1202875"/>
          </a:xfrm>
        </p:spPr>
        <p:txBody>
          <a:bodyPr>
            <a:noAutofit/>
          </a:bodyPr>
          <a:lstStyle>
            <a:lvl1pPr marL="0" indent="0" algn="ctr">
              <a:buNone/>
              <a:defRPr sz="1600"/>
            </a:lvl1pPr>
          </a:lstStyle>
          <a:p>
            <a:endParaRPr lang="en-US"/>
          </a:p>
        </p:txBody>
      </p:sp>
      <p:sp>
        <p:nvSpPr>
          <p:cNvPr id="16" name="Text Placeholder 7">
            <a:extLst>
              <a:ext uri="{FF2B5EF4-FFF2-40B4-BE49-F238E27FC236}">
                <a16:creationId xmlns:a16="http://schemas.microsoft.com/office/drawing/2014/main" id="{9F6F8FC3-D1B3-42C3-044E-87551EC7170F}"/>
              </a:ext>
            </a:extLst>
          </p:cNvPr>
          <p:cNvSpPr>
            <a:spLocks noGrp="1"/>
          </p:cNvSpPr>
          <p:nvPr>
            <p:ph type="body" sz="quarter" idx="19"/>
          </p:nvPr>
        </p:nvSpPr>
        <p:spPr>
          <a:xfrm>
            <a:off x="6096000" y="4372005"/>
            <a:ext cx="2386584" cy="169277"/>
          </a:xfrm>
        </p:spPr>
        <p:txBody>
          <a:bodyPr/>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17" name="Text Placeholder 7">
            <a:extLst>
              <a:ext uri="{FF2B5EF4-FFF2-40B4-BE49-F238E27FC236}">
                <a16:creationId xmlns:a16="http://schemas.microsoft.com/office/drawing/2014/main" id="{0C454EC2-D952-0575-3973-B179519DBC6C}"/>
              </a:ext>
            </a:extLst>
          </p:cNvPr>
          <p:cNvSpPr>
            <a:spLocks noGrp="1"/>
          </p:cNvSpPr>
          <p:nvPr>
            <p:ph type="body" sz="quarter" idx="20"/>
          </p:nvPr>
        </p:nvSpPr>
        <p:spPr>
          <a:xfrm>
            <a:off x="5218866" y="2718666"/>
            <a:ext cx="1859484" cy="169277"/>
          </a:xfrm>
        </p:spPr>
        <p:txBody>
          <a:bodyPr wrap="none"/>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18" name="Text Placeholder 7">
            <a:extLst>
              <a:ext uri="{FF2B5EF4-FFF2-40B4-BE49-F238E27FC236}">
                <a16:creationId xmlns:a16="http://schemas.microsoft.com/office/drawing/2014/main" id="{E3A46768-64FE-A0E7-8569-6455DB960EB5}"/>
              </a:ext>
            </a:extLst>
          </p:cNvPr>
          <p:cNvSpPr>
            <a:spLocks noGrp="1"/>
          </p:cNvSpPr>
          <p:nvPr>
            <p:ph type="body" sz="quarter" idx="21"/>
          </p:nvPr>
        </p:nvSpPr>
        <p:spPr>
          <a:xfrm>
            <a:off x="7237172" y="2718666"/>
            <a:ext cx="1859484" cy="169277"/>
          </a:xfrm>
        </p:spPr>
        <p:txBody>
          <a:bodyPr wrap="none"/>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19" name="Text Placeholder 7">
            <a:extLst>
              <a:ext uri="{FF2B5EF4-FFF2-40B4-BE49-F238E27FC236}">
                <a16:creationId xmlns:a16="http://schemas.microsoft.com/office/drawing/2014/main" id="{58B4712B-2E96-37DF-DB94-6FEFF50DD075}"/>
              </a:ext>
            </a:extLst>
          </p:cNvPr>
          <p:cNvSpPr>
            <a:spLocks noGrp="1"/>
          </p:cNvSpPr>
          <p:nvPr>
            <p:ph type="body" sz="quarter" idx="22"/>
          </p:nvPr>
        </p:nvSpPr>
        <p:spPr>
          <a:xfrm>
            <a:off x="9283702" y="2718666"/>
            <a:ext cx="1859484" cy="169277"/>
          </a:xfrm>
        </p:spPr>
        <p:txBody>
          <a:bodyPr wrap="none"/>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21" name="Text Placeholder 20">
            <a:extLst>
              <a:ext uri="{FF2B5EF4-FFF2-40B4-BE49-F238E27FC236}">
                <a16:creationId xmlns:a16="http://schemas.microsoft.com/office/drawing/2014/main" id="{2701E9AD-9809-6C5E-4E59-7587CAFB2F2C}"/>
              </a:ext>
            </a:extLst>
          </p:cNvPr>
          <p:cNvSpPr>
            <a:spLocks noGrp="1" noChangeAspect="1"/>
          </p:cNvSpPr>
          <p:nvPr>
            <p:ph type="body" sz="quarter" idx="23"/>
          </p:nvPr>
        </p:nvSpPr>
        <p:spPr>
          <a:xfrm>
            <a:off x="5276149" y="1462088"/>
            <a:ext cx="1802201" cy="1202875"/>
          </a:xfrm>
          <a:solidFill>
            <a:schemeClr val="accent1"/>
          </a:solidFill>
        </p:spPr>
        <p:txBody>
          <a:bodyPr anchor="ctr">
            <a:noAutofit/>
          </a:bodyPr>
          <a:lstStyle>
            <a:lvl1pPr marL="0" indent="0" algn="ctr">
              <a:buNone/>
              <a:defRPr sz="1600" b="1">
                <a:solidFill>
                  <a:schemeClr val="bg1"/>
                </a:solidFill>
              </a:defRPr>
            </a:lvl1pPr>
            <a:lvl2pPr marL="228513" indent="0">
              <a:buNone/>
              <a:defRPr>
                <a:solidFill>
                  <a:schemeClr val="bg1"/>
                </a:solidFill>
              </a:defRPr>
            </a:lvl2pPr>
            <a:lvl3pPr marL="457025" indent="0">
              <a:buNone/>
              <a:defRPr>
                <a:solidFill>
                  <a:schemeClr val="bg1"/>
                </a:solidFill>
              </a:defRPr>
            </a:lvl3pPr>
            <a:lvl4pPr marL="661733" indent="0">
              <a:buNone/>
              <a:defRPr>
                <a:solidFill>
                  <a:schemeClr val="bg1"/>
                </a:solidFill>
              </a:defRPr>
            </a:lvl4pPr>
            <a:lvl5pPr marL="855333" indent="0">
              <a:buNone/>
              <a:defRPr>
                <a:solidFill>
                  <a:schemeClr val="bg1"/>
                </a:solidFill>
              </a:defRPr>
            </a:lvl5pPr>
          </a:lstStyle>
          <a:p>
            <a:pPr lvl="0"/>
            <a:r>
              <a:rPr lang="en-US"/>
              <a:t>Click to edit</a:t>
            </a:r>
          </a:p>
        </p:txBody>
      </p:sp>
      <p:sp>
        <p:nvSpPr>
          <p:cNvPr id="22" name="Text Placeholder 20">
            <a:extLst>
              <a:ext uri="{FF2B5EF4-FFF2-40B4-BE49-F238E27FC236}">
                <a16:creationId xmlns:a16="http://schemas.microsoft.com/office/drawing/2014/main" id="{FB2CF273-D39F-D70C-2A9E-BE307B414F8C}"/>
              </a:ext>
            </a:extLst>
          </p:cNvPr>
          <p:cNvSpPr>
            <a:spLocks noGrp="1" noChangeAspect="1"/>
          </p:cNvSpPr>
          <p:nvPr>
            <p:ph type="body" sz="quarter" idx="24"/>
          </p:nvPr>
        </p:nvSpPr>
        <p:spPr>
          <a:xfrm>
            <a:off x="7294455" y="1462088"/>
            <a:ext cx="1802201" cy="1202875"/>
          </a:xfrm>
          <a:solidFill>
            <a:schemeClr val="accent1"/>
          </a:solidFill>
        </p:spPr>
        <p:txBody>
          <a:bodyPr anchor="ctr">
            <a:noAutofit/>
          </a:bodyPr>
          <a:lstStyle>
            <a:lvl1pPr marL="0" indent="0" algn="ctr">
              <a:buNone/>
              <a:defRPr sz="1600" b="1">
                <a:solidFill>
                  <a:schemeClr val="bg1"/>
                </a:solidFill>
              </a:defRPr>
            </a:lvl1pPr>
            <a:lvl2pPr marL="228513" indent="0">
              <a:buNone/>
              <a:defRPr>
                <a:solidFill>
                  <a:schemeClr val="bg1"/>
                </a:solidFill>
              </a:defRPr>
            </a:lvl2pPr>
            <a:lvl3pPr marL="457025" indent="0">
              <a:buNone/>
              <a:defRPr>
                <a:solidFill>
                  <a:schemeClr val="bg1"/>
                </a:solidFill>
              </a:defRPr>
            </a:lvl3pPr>
            <a:lvl4pPr marL="661733" indent="0">
              <a:buNone/>
              <a:defRPr>
                <a:solidFill>
                  <a:schemeClr val="bg1"/>
                </a:solidFill>
              </a:defRPr>
            </a:lvl4pPr>
            <a:lvl5pPr marL="855333" indent="0">
              <a:buNone/>
              <a:defRPr>
                <a:solidFill>
                  <a:schemeClr val="bg1"/>
                </a:solidFill>
              </a:defRPr>
            </a:lvl5pPr>
          </a:lstStyle>
          <a:p>
            <a:pPr lvl="0"/>
            <a:r>
              <a:rPr lang="en-US"/>
              <a:t>Click to edit</a:t>
            </a:r>
          </a:p>
        </p:txBody>
      </p:sp>
      <p:sp>
        <p:nvSpPr>
          <p:cNvPr id="23" name="Text Placeholder 20">
            <a:extLst>
              <a:ext uri="{FF2B5EF4-FFF2-40B4-BE49-F238E27FC236}">
                <a16:creationId xmlns:a16="http://schemas.microsoft.com/office/drawing/2014/main" id="{15CA1149-7531-A430-5D67-562499F7260E}"/>
              </a:ext>
            </a:extLst>
          </p:cNvPr>
          <p:cNvSpPr>
            <a:spLocks noGrp="1" noChangeAspect="1"/>
          </p:cNvSpPr>
          <p:nvPr>
            <p:ph type="body" sz="quarter" idx="25"/>
          </p:nvPr>
        </p:nvSpPr>
        <p:spPr>
          <a:xfrm>
            <a:off x="9312760" y="1462088"/>
            <a:ext cx="1802201" cy="1202875"/>
          </a:xfrm>
          <a:solidFill>
            <a:schemeClr val="accent1"/>
          </a:solidFill>
        </p:spPr>
        <p:txBody>
          <a:bodyPr anchor="ctr">
            <a:noAutofit/>
          </a:bodyPr>
          <a:lstStyle>
            <a:lvl1pPr marL="0" indent="0" algn="ctr">
              <a:buNone/>
              <a:defRPr sz="1600" b="1">
                <a:solidFill>
                  <a:schemeClr val="bg1"/>
                </a:solidFill>
              </a:defRPr>
            </a:lvl1pPr>
            <a:lvl2pPr marL="228513" indent="0">
              <a:buNone/>
              <a:defRPr>
                <a:solidFill>
                  <a:schemeClr val="bg1"/>
                </a:solidFill>
              </a:defRPr>
            </a:lvl2pPr>
            <a:lvl3pPr marL="457025" indent="0">
              <a:buNone/>
              <a:defRPr>
                <a:solidFill>
                  <a:schemeClr val="bg1"/>
                </a:solidFill>
              </a:defRPr>
            </a:lvl3pPr>
            <a:lvl4pPr marL="661733" indent="0">
              <a:buNone/>
              <a:defRPr>
                <a:solidFill>
                  <a:schemeClr val="bg1"/>
                </a:solidFill>
              </a:defRPr>
            </a:lvl4pPr>
            <a:lvl5pPr marL="855333" indent="0">
              <a:buNone/>
              <a:defRPr>
                <a:solidFill>
                  <a:schemeClr val="bg1"/>
                </a:solidFill>
              </a:defRPr>
            </a:lvl5pPr>
          </a:lstStyle>
          <a:p>
            <a:pPr lvl="0"/>
            <a:r>
              <a:rPr lang="en-US"/>
              <a:t>Click to edit</a:t>
            </a:r>
          </a:p>
        </p:txBody>
      </p:sp>
      <p:sp>
        <p:nvSpPr>
          <p:cNvPr id="24" name="Picture Placeholder 5">
            <a:extLst>
              <a:ext uri="{FF2B5EF4-FFF2-40B4-BE49-F238E27FC236}">
                <a16:creationId xmlns:a16="http://schemas.microsoft.com/office/drawing/2014/main" id="{06A462AB-2DEA-43CD-2BB4-7D03822CC3ED}"/>
              </a:ext>
            </a:extLst>
          </p:cNvPr>
          <p:cNvSpPr>
            <a:spLocks noGrp="1" noChangeAspect="1"/>
          </p:cNvSpPr>
          <p:nvPr>
            <p:ph type="pic" sz="quarter" idx="26"/>
          </p:nvPr>
        </p:nvSpPr>
        <p:spPr>
          <a:xfrm>
            <a:off x="8777288" y="3143443"/>
            <a:ext cx="2386477" cy="1202875"/>
          </a:xfrm>
        </p:spPr>
        <p:txBody>
          <a:bodyPr>
            <a:noAutofit/>
          </a:bodyPr>
          <a:lstStyle>
            <a:lvl1pPr marL="0" indent="0" algn="ctr">
              <a:buNone/>
              <a:defRPr sz="1600"/>
            </a:lvl1pPr>
          </a:lstStyle>
          <a:p>
            <a:endParaRPr lang="en-US"/>
          </a:p>
        </p:txBody>
      </p:sp>
      <p:sp>
        <p:nvSpPr>
          <p:cNvPr id="25" name="Text Placeholder 7">
            <a:extLst>
              <a:ext uri="{FF2B5EF4-FFF2-40B4-BE49-F238E27FC236}">
                <a16:creationId xmlns:a16="http://schemas.microsoft.com/office/drawing/2014/main" id="{E5281B2E-2DB5-260A-A56F-48B560BA5A4C}"/>
              </a:ext>
            </a:extLst>
          </p:cNvPr>
          <p:cNvSpPr>
            <a:spLocks noGrp="1"/>
          </p:cNvSpPr>
          <p:nvPr>
            <p:ph type="body" sz="quarter" idx="27"/>
          </p:nvPr>
        </p:nvSpPr>
        <p:spPr>
          <a:xfrm>
            <a:off x="8777288" y="4372005"/>
            <a:ext cx="2386584" cy="169277"/>
          </a:xfrm>
        </p:spPr>
        <p:txBody>
          <a:bodyPr/>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26" name="Picture Placeholder 5">
            <a:extLst>
              <a:ext uri="{FF2B5EF4-FFF2-40B4-BE49-F238E27FC236}">
                <a16:creationId xmlns:a16="http://schemas.microsoft.com/office/drawing/2014/main" id="{4FC93EAF-5A88-905A-1722-F86951FB5192}"/>
              </a:ext>
            </a:extLst>
          </p:cNvPr>
          <p:cNvSpPr>
            <a:spLocks noGrp="1" noChangeAspect="1"/>
          </p:cNvSpPr>
          <p:nvPr>
            <p:ph type="pic" sz="quarter" idx="28"/>
          </p:nvPr>
        </p:nvSpPr>
        <p:spPr>
          <a:xfrm>
            <a:off x="1228281" y="4865511"/>
            <a:ext cx="1807829" cy="1202875"/>
          </a:xfrm>
        </p:spPr>
        <p:txBody>
          <a:bodyPr>
            <a:noAutofit/>
          </a:bodyPr>
          <a:lstStyle>
            <a:lvl1pPr marL="0" indent="0" algn="ctr">
              <a:buNone/>
              <a:defRPr sz="1600"/>
            </a:lvl1pPr>
          </a:lstStyle>
          <a:p>
            <a:endParaRPr lang="en-US"/>
          </a:p>
        </p:txBody>
      </p:sp>
      <p:sp>
        <p:nvSpPr>
          <p:cNvPr id="27" name="Text Placeholder 7">
            <a:extLst>
              <a:ext uri="{FF2B5EF4-FFF2-40B4-BE49-F238E27FC236}">
                <a16:creationId xmlns:a16="http://schemas.microsoft.com/office/drawing/2014/main" id="{1103CF58-FFE1-3D4C-46CF-C1F270475165}"/>
              </a:ext>
            </a:extLst>
          </p:cNvPr>
          <p:cNvSpPr>
            <a:spLocks noGrp="1"/>
          </p:cNvSpPr>
          <p:nvPr>
            <p:ph type="body" sz="quarter" idx="29"/>
          </p:nvPr>
        </p:nvSpPr>
        <p:spPr>
          <a:xfrm>
            <a:off x="1228281" y="6099738"/>
            <a:ext cx="1810512" cy="169277"/>
          </a:xfrm>
        </p:spPr>
        <p:txBody>
          <a:bodyPr/>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28" name="Text Placeholder 7">
            <a:extLst>
              <a:ext uri="{FF2B5EF4-FFF2-40B4-BE49-F238E27FC236}">
                <a16:creationId xmlns:a16="http://schemas.microsoft.com/office/drawing/2014/main" id="{6E6289A7-692D-EADF-78C0-ECD5A7FAD370}"/>
              </a:ext>
            </a:extLst>
          </p:cNvPr>
          <p:cNvSpPr>
            <a:spLocks noGrp="1"/>
          </p:cNvSpPr>
          <p:nvPr>
            <p:ph type="body" sz="quarter" idx="30"/>
          </p:nvPr>
        </p:nvSpPr>
        <p:spPr>
          <a:xfrm>
            <a:off x="3249532" y="6093525"/>
            <a:ext cx="1810512" cy="169277"/>
          </a:xfrm>
        </p:spPr>
        <p:txBody>
          <a:bodyPr/>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29" name="Text Placeholder 20">
            <a:extLst>
              <a:ext uri="{FF2B5EF4-FFF2-40B4-BE49-F238E27FC236}">
                <a16:creationId xmlns:a16="http://schemas.microsoft.com/office/drawing/2014/main" id="{A87A5357-5A5D-926E-84C0-8954C01F5BF2}"/>
              </a:ext>
            </a:extLst>
          </p:cNvPr>
          <p:cNvSpPr>
            <a:spLocks noGrp="1" noChangeAspect="1"/>
          </p:cNvSpPr>
          <p:nvPr>
            <p:ph type="body" sz="quarter" idx="31"/>
          </p:nvPr>
        </p:nvSpPr>
        <p:spPr>
          <a:xfrm>
            <a:off x="3257843" y="4858763"/>
            <a:ext cx="1802201" cy="1202875"/>
          </a:xfrm>
          <a:solidFill>
            <a:schemeClr val="accent1"/>
          </a:solidFill>
        </p:spPr>
        <p:txBody>
          <a:bodyPr anchor="ctr">
            <a:noAutofit/>
          </a:bodyPr>
          <a:lstStyle>
            <a:lvl1pPr marL="0" indent="0" algn="ctr">
              <a:buNone/>
              <a:defRPr sz="1600" b="1">
                <a:solidFill>
                  <a:schemeClr val="bg1"/>
                </a:solidFill>
              </a:defRPr>
            </a:lvl1pPr>
            <a:lvl2pPr marL="228513" indent="0">
              <a:buNone/>
              <a:defRPr>
                <a:solidFill>
                  <a:schemeClr val="bg1"/>
                </a:solidFill>
              </a:defRPr>
            </a:lvl2pPr>
            <a:lvl3pPr marL="457025" indent="0">
              <a:buNone/>
              <a:defRPr>
                <a:solidFill>
                  <a:schemeClr val="bg1"/>
                </a:solidFill>
              </a:defRPr>
            </a:lvl3pPr>
            <a:lvl4pPr marL="661733" indent="0">
              <a:buNone/>
              <a:defRPr>
                <a:solidFill>
                  <a:schemeClr val="bg1"/>
                </a:solidFill>
              </a:defRPr>
            </a:lvl4pPr>
            <a:lvl5pPr marL="855333" indent="0">
              <a:buNone/>
              <a:defRPr>
                <a:solidFill>
                  <a:schemeClr val="bg1"/>
                </a:solidFill>
              </a:defRPr>
            </a:lvl5pPr>
          </a:lstStyle>
          <a:p>
            <a:pPr lvl="0"/>
            <a:r>
              <a:rPr lang="en-US"/>
              <a:t>Click to edit</a:t>
            </a:r>
          </a:p>
        </p:txBody>
      </p:sp>
      <p:sp>
        <p:nvSpPr>
          <p:cNvPr id="30" name="Picture Placeholder 5">
            <a:extLst>
              <a:ext uri="{FF2B5EF4-FFF2-40B4-BE49-F238E27FC236}">
                <a16:creationId xmlns:a16="http://schemas.microsoft.com/office/drawing/2014/main" id="{90AD125A-705B-4F3F-827A-AEA87B4F2F3A}"/>
              </a:ext>
            </a:extLst>
          </p:cNvPr>
          <p:cNvSpPr>
            <a:spLocks noGrp="1" noChangeAspect="1"/>
          </p:cNvSpPr>
          <p:nvPr>
            <p:ph type="pic" sz="quarter" idx="32"/>
          </p:nvPr>
        </p:nvSpPr>
        <p:spPr>
          <a:xfrm>
            <a:off x="5270521" y="4865511"/>
            <a:ext cx="1807829" cy="1202875"/>
          </a:xfrm>
        </p:spPr>
        <p:txBody>
          <a:bodyPr>
            <a:noAutofit/>
          </a:bodyPr>
          <a:lstStyle>
            <a:lvl1pPr marL="0" indent="0" algn="ctr">
              <a:buNone/>
              <a:defRPr sz="1600"/>
            </a:lvl1pPr>
          </a:lstStyle>
          <a:p>
            <a:endParaRPr lang="en-US"/>
          </a:p>
        </p:txBody>
      </p:sp>
      <p:sp>
        <p:nvSpPr>
          <p:cNvPr id="31" name="Text Placeholder 7">
            <a:extLst>
              <a:ext uri="{FF2B5EF4-FFF2-40B4-BE49-F238E27FC236}">
                <a16:creationId xmlns:a16="http://schemas.microsoft.com/office/drawing/2014/main" id="{4612963F-9AAE-1B6B-3F37-E281FEF66158}"/>
              </a:ext>
            </a:extLst>
          </p:cNvPr>
          <p:cNvSpPr>
            <a:spLocks noGrp="1"/>
          </p:cNvSpPr>
          <p:nvPr>
            <p:ph type="body" sz="quarter" idx="33"/>
          </p:nvPr>
        </p:nvSpPr>
        <p:spPr>
          <a:xfrm>
            <a:off x="5267838" y="6099738"/>
            <a:ext cx="1810512" cy="169277"/>
          </a:xfrm>
        </p:spPr>
        <p:txBody>
          <a:bodyPr/>
          <a:lstStyle>
            <a:lvl1pPr marL="0" indent="0" algn="ctr">
              <a:buNone/>
              <a:defRPr sz="1100"/>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 Master text styles</a:t>
            </a:r>
          </a:p>
        </p:txBody>
      </p:sp>
      <p:sp>
        <p:nvSpPr>
          <p:cNvPr id="3" name="Text Placeholder 7">
            <a:extLst>
              <a:ext uri="{FF2B5EF4-FFF2-40B4-BE49-F238E27FC236}">
                <a16:creationId xmlns:a16="http://schemas.microsoft.com/office/drawing/2014/main" id="{71C8C0D1-88A3-8BAD-295E-06A56F704990}"/>
              </a:ext>
            </a:extLst>
          </p:cNvPr>
          <p:cNvSpPr>
            <a:spLocks noGrp="1"/>
          </p:cNvSpPr>
          <p:nvPr>
            <p:ph type="body" sz="quarter" idx="34"/>
          </p:nvPr>
        </p:nvSpPr>
        <p:spPr>
          <a:xfrm>
            <a:off x="0" y="1462088"/>
            <a:ext cx="1058174" cy="365760"/>
          </a:xfrm>
          <a:solidFill>
            <a:schemeClr val="accent2"/>
          </a:solidFill>
        </p:spPr>
        <p:txBody>
          <a:bodyPr wrap="square" lIns="365760" anchor="ctr">
            <a:noAutofit/>
          </a:bodyPr>
          <a:lstStyle>
            <a:lvl1pPr marL="0" indent="0" algn="l">
              <a:buNone/>
              <a:defRPr sz="1100" b="1">
                <a:solidFill>
                  <a:schemeClr val="tx1"/>
                </a:solidFill>
              </a:defRPr>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a:t>
            </a:r>
          </a:p>
        </p:txBody>
      </p:sp>
      <p:sp>
        <p:nvSpPr>
          <p:cNvPr id="4" name="Text Placeholder 7">
            <a:extLst>
              <a:ext uri="{FF2B5EF4-FFF2-40B4-BE49-F238E27FC236}">
                <a16:creationId xmlns:a16="http://schemas.microsoft.com/office/drawing/2014/main" id="{3DA43AB5-0138-2F0C-6501-53E38B10AFA2}"/>
              </a:ext>
            </a:extLst>
          </p:cNvPr>
          <p:cNvSpPr>
            <a:spLocks noGrp="1"/>
          </p:cNvSpPr>
          <p:nvPr>
            <p:ph type="body" sz="quarter" idx="35"/>
          </p:nvPr>
        </p:nvSpPr>
        <p:spPr>
          <a:xfrm>
            <a:off x="0" y="3143443"/>
            <a:ext cx="1000664" cy="365760"/>
          </a:xfrm>
          <a:solidFill>
            <a:schemeClr val="accent2"/>
          </a:solidFill>
        </p:spPr>
        <p:txBody>
          <a:bodyPr wrap="square" lIns="365760" anchor="ctr">
            <a:noAutofit/>
          </a:bodyPr>
          <a:lstStyle>
            <a:lvl1pPr marL="0" indent="0" algn="l">
              <a:buNone/>
              <a:defRPr sz="1100" b="1">
                <a:solidFill>
                  <a:schemeClr val="tx1"/>
                </a:solidFill>
              </a:defRPr>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a:t>
            </a:r>
          </a:p>
        </p:txBody>
      </p:sp>
      <p:sp>
        <p:nvSpPr>
          <p:cNvPr id="5" name="Text Placeholder 7">
            <a:extLst>
              <a:ext uri="{FF2B5EF4-FFF2-40B4-BE49-F238E27FC236}">
                <a16:creationId xmlns:a16="http://schemas.microsoft.com/office/drawing/2014/main" id="{5A62B488-9CF9-D0C9-70BB-6A329DA92C44}"/>
              </a:ext>
            </a:extLst>
          </p:cNvPr>
          <p:cNvSpPr>
            <a:spLocks noGrp="1"/>
          </p:cNvSpPr>
          <p:nvPr>
            <p:ph type="body" sz="quarter" idx="36"/>
          </p:nvPr>
        </p:nvSpPr>
        <p:spPr>
          <a:xfrm>
            <a:off x="0" y="4865511"/>
            <a:ext cx="1058174" cy="365760"/>
          </a:xfrm>
          <a:solidFill>
            <a:schemeClr val="accent2"/>
          </a:solidFill>
        </p:spPr>
        <p:txBody>
          <a:bodyPr wrap="square" lIns="365760" anchor="ctr">
            <a:noAutofit/>
          </a:bodyPr>
          <a:lstStyle>
            <a:lvl1pPr marL="0" indent="0" algn="l">
              <a:buNone/>
              <a:defRPr sz="1100" b="1">
                <a:solidFill>
                  <a:schemeClr val="tx1"/>
                </a:solidFill>
              </a:defRPr>
            </a:lvl1pPr>
            <a:lvl2pPr marL="228513" indent="0">
              <a:buNone/>
              <a:defRPr sz="1200"/>
            </a:lvl2pPr>
            <a:lvl3pPr marL="457025" indent="0">
              <a:buNone/>
              <a:defRPr sz="1050"/>
            </a:lvl3pPr>
            <a:lvl4pPr marL="661733" indent="0">
              <a:buNone/>
              <a:defRPr sz="1000"/>
            </a:lvl4pPr>
            <a:lvl5pPr marL="855333" indent="0">
              <a:buNone/>
              <a:defRPr sz="1000"/>
            </a:lvl5pPr>
          </a:lstStyle>
          <a:p>
            <a:pPr lvl="0"/>
            <a:r>
              <a:rPr lang="en-US"/>
              <a:t>Click to edit</a:t>
            </a:r>
          </a:p>
        </p:txBody>
      </p:sp>
    </p:spTree>
    <p:extLst>
      <p:ext uri="{BB962C8B-B14F-4D97-AF65-F5344CB8AC3E}">
        <p14:creationId xmlns:p14="http://schemas.microsoft.com/office/powerpoint/2010/main" val="411611549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92.xml><?xml version="1.0" encoding="utf-8"?>
<p:sldLayout xmlns:a="http://schemas.openxmlformats.org/drawingml/2006/main" xmlns:r="http://schemas.openxmlformats.org/officeDocument/2006/relationships" xmlns:p="http://schemas.openxmlformats.org/presentationml/2006/main" userDrawn="1">
  <p:cSld name="10_Title Only">
    <p:bg>
      <p:bgRef idx="1001">
        <a:schemeClr val="bg1"/>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lvl1pPr>
              <a:defRPr>
                <a:solidFill>
                  <a:srgbClr val="000000"/>
                </a:solidFill>
              </a:defRPr>
            </a:lvl1pPr>
          </a:lstStyle>
          <a:p>
            <a:r>
              <a:rPr lang="en-US"/>
              <a:t>Click to edit Master title style</a:t>
            </a:r>
          </a:p>
        </p:txBody>
      </p:sp>
    </p:spTree>
    <p:extLst>
      <p:ext uri="{BB962C8B-B14F-4D97-AF65-F5344CB8AC3E}">
        <p14:creationId xmlns:p14="http://schemas.microsoft.com/office/powerpoint/2010/main" val="69677762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63" Type="http://schemas.openxmlformats.org/officeDocument/2006/relationships/slideLayout" Target="../slideLayouts/slideLayout63.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image" Target="../media/image1.svg"/><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78.xml"/><Relationship Id="rId18" Type="http://schemas.openxmlformats.org/officeDocument/2006/relationships/slideLayout" Target="../slideLayouts/slideLayout83.xml"/><Relationship Id="rId26" Type="http://schemas.openxmlformats.org/officeDocument/2006/relationships/slideLayout" Target="../slideLayouts/slideLayout91.xml"/><Relationship Id="rId39" Type="http://schemas.openxmlformats.org/officeDocument/2006/relationships/slideLayout" Target="../slideLayouts/slideLayout104.xml"/><Relationship Id="rId21" Type="http://schemas.openxmlformats.org/officeDocument/2006/relationships/slideLayout" Target="../slideLayouts/slideLayout86.xml"/><Relationship Id="rId34" Type="http://schemas.openxmlformats.org/officeDocument/2006/relationships/slideLayout" Target="../slideLayouts/slideLayout99.xml"/><Relationship Id="rId42" Type="http://schemas.openxmlformats.org/officeDocument/2006/relationships/slideLayout" Target="../slideLayouts/slideLayout107.xml"/><Relationship Id="rId47" Type="http://schemas.openxmlformats.org/officeDocument/2006/relationships/image" Target="../media/image29.emf"/><Relationship Id="rId7" Type="http://schemas.openxmlformats.org/officeDocument/2006/relationships/slideLayout" Target="../slideLayouts/slideLayout72.xml"/><Relationship Id="rId2" Type="http://schemas.openxmlformats.org/officeDocument/2006/relationships/slideLayout" Target="../slideLayouts/slideLayout67.xml"/><Relationship Id="rId16" Type="http://schemas.openxmlformats.org/officeDocument/2006/relationships/slideLayout" Target="../slideLayouts/slideLayout81.xml"/><Relationship Id="rId29" Type="http://schemas.openxmlformats.org/officeDocument/2006/relationships/slideLayout" Target="../slideLayouts/slideLayout94.xml"/><Relationship Id="rId1" Type="http://schemas.openxmlformats.org/officeDocument/2006/relationships/slideLayout" Target="../slideLayouts/slideLayout66.xml"/><Relationship Id="rId6" Type="http://schemas.openxmlformats.org/officeDocument/2006/relationships/slideLayout" Target="../slideLayouts/slideLayout71.xml"/><Relationship Id="rId11" Type="http://schemas.openxmlformats.org/officeDocument/2006/relationships/slideLayout" Target="../slideLayouts/slideLayout76.xml"/><Relationship Id="rId24" Type="http://schemas.openxmlformats.org/officeDocument/2006/relationships/slideLayout" Target="../slideLayouts/slideLayout89.xml"/><Relationship Id="rId32" Type="http://schemas.openxmlformats.org/officeDocument/2006/relationships/slideLayout" Target="../slideLayouts/slideLayout97.xml"/><Relationship Id="rId37" Type="http://schemas.openxmlformats.org/officeDocument/2006/relationships/slideLayout" Target="../slideLayouts/slideLayout102.xml"/><Relationship Id="rId40" Type="http://schemas.openxmlformats.org/officeDocument/2006/relationships/slideLayout" Target="../slideLayouts/slideLayout105.xml"/><Relationship Id="rId45" Type="http://schemas.openxmlformats.org/officeDocument/2006/relationships/slideLayout" Target="../slideLayouts/slideLayout110.xml"/><Relationship Id="rId5" Type="http://schemas.openxmlformats.org/officeDocument/2006/relationships/slideLayout" Target="../slideLayouts/slideLayout70.xml"/><Relationship Id="rId15" Type="http://schemas.openxmlformats.org/officeDocument/2006/relationships/slideLayout" Target="../slideLayouts/slideLayout80.xml"/><Relationship Id="rId23" Type="http://schemas.openxmlformats.org/officeDocument/2006/relationships/slideLayout" Target="../slideLayouts/slideLayout88.xml"/><Relationship Id="rId28" Type="http://schemas.openxmlformats.org/officeDocument/2006/relationships/slideLayout" Target="../slideLayouts/slideLayout93.xml"/><Relationship Id="rId36" Type="http://schemas.openxmlformats.org/officeDocument/2006/relationships/slideLayout" Target="../slideLayouts/slideLayout101.xml"/><Relationship Id="rId10" Type="http://schemas.openxmlformats.org/officeDocument/2006/relationships/slideLayout" Target="../slideLayouts/slideLayout75.xml"/><Relationship Id="rId19" Type="http://schemas.openxmlformats.org/officeDocument/2006/relationships/slideLayout" Target="../slideLayouts/slideLayout84.xml"/><Relationship Id="rId31" Type="http://schemas.openxmlformats.org/officeDocument/2006/relationships/slideLayout" Target="../slideLayouts/slideLayout96.xml"/><Relationship Id="rId44" Type="http://schemas.openxmlformats.org/officeDocument/2006/relationships/slideLayout" Target="../slideLayouts/slideLayout109.xml"/><Relationship Id="rId4" Type="http://schemas.openxmlformats.org/officeDocument/2006/relationships/slideLayout" Target="../slideLayouts/slideLayout69.xml"/><Relationship Id="rId9" Type="http://schemas.openxmlformats.org/officeDocument/2006/relationships/slideLayout" Target="../slideLayouts/slideLayout74.xml"/><Relationship Id="rId14" Type="http://schemas.openxmlformats.org/officeDocument/2006/relationships/slideLayout" Target="../slideLayouts/slideLayout79.xml"/><Relationship Id="rId22" Type="http://schemas.openxmlformats.org/officeDocument/2006/relationships/slideLayout" Target="../slideLayouts/slideLayout87.xml"/><Relationship Id="rId27" Type="http://schemas.openxmlformats.org/officeDocument/2006/relationships/slideLayout" Target="../slideLayouts/slideLayout92.xml"/><Relationship Id="rId30" Type="http://schemas.openxmlformats.org/officeDocument/2006/relationships/slideLayout" Target="../slideLayouts/slideLayout95.xml"/><Relationship Id="rId35" Type="http://schemas.openxmlformats.org/officeDocument/2006/relationships/slideLayout" Target="../slideLayouts/slideLayout100.xml"/><Relationship Id="rId43" Type="http://schemas.openxmlformats.org/officeDocument/2006/relationships/slideLayout" Target="../slideLayouts/slideLayout108.xml"/><Relationship Id="rId8" Type="http://schemas.openxmlformats.org/officeDocument/2006/relationships/slideLayout" Target="../slideLayouts/slideLayout73.xml"/><Relationship Id="rId3" Type="http://schemas.openxmlformats.org/officeDocument/2006/relationships/slideLayout" Target="../slideLayouts/slideLayout68.xml"/><Relationship Id="rId12" Type="http://schemas.openxmlformats.org/officeDocument/2006/relationships/slideLayout" Target="../slideLayouts/slideLayout77.xml"/><Relationship Id="rId17" Type="http://schemas.openxmlformats.org/officeDocument/2006/relationships/slideLayout" Target="../slideLayouts/slideLayout82.xml"/><Relationship Id="rId25" Type="http://schemas.openxmlformats.org/officeDocument/2006/relationships/slideLayout" Target="../slideLayouts/slideLayout90.xml"/><Relationship Id="rId33" Type="http://schemas.openxmlformats.org/officeDocument/2006/relationships/slideLayout" Target="../slideLayouts/slideLayout98.xml"/><Relationship Id="rId38" Type="http://schemas.openxmlformats.org/officeDocument/2006/relationships/slideLayout" Target="../slideLayouts/slideLayout103.xml"/><Relationship Id="rId46" Type="http://schemas.openxmlformats.org/officeDocument/2006/relationships/theme" Target="../theme/theme2.xml"/><Relationship Id="rId20" Type="http://schemas.openxmlformats.org/officeDocument/2006/relationships/slideLayout" Target="../slideLayouts/slideLayout85.xml"/><Relationship Id="rId41" Type="http://schemas.openxmlformats.org/officeDocument/2006/relationships/slideLayout" Target="../slideLayouts/slideLayout106.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136.xml"/><Relationship Id="rId21" Type="http://schemas.openxmlformats.org/officeDocument/2006/relationships/slideLayout" Target="../slideLayouts/slideLayout131.xml"/><Relationship Id="rId34" Type="http://schemas.openxmlformats.org/officeDocument/2006/relationships/slideLayout" Target="../slideLayouts/slideLayout144.xml"/><Relationship Id="rId42" Type="http://schemas.openxmlformats.org/officeDocument/2006/relationships/slideLayout" Target="../slideLayouts/slideLayout152.xml"/><Relationship Id="rId47" Type="http://schemas.openxmlformats.org/officeDocument/2006/relationships/slideLayout" Target="../slideLayouts/slideLayout157.xml"/><Relationship Id="rId50" Type="http://schemas.openxmlformats.org/officeDocument/2006/relationships/slideLayout" Target="../slideLayouts/slideLayout160.xml"/><Relationship Id="rId55" Type="http://schemas.openxmlformats.org/officeDocument/2006/relationships/slideLayout" Target="../slideLayouts/slideLayout165.xml"/><Relationship Id="rId63" Type="http://schemas.openxmlformats.org/officeDocument/2006/relationships/slideLayout" Target="../slideLayouts/slideLayout173.xml"/><Relationship Id="rId7" Type="http://schemas.openxmlformats.org/officeDocument/2006/relationships/slideLayout" Target="../slideLayouts/slideLayout117.xml"/><Relationship Id="rId2" Type="http://schemas.openxmlformats.org/officeDocument/2006/relationships/slideLayout" Target="../slideLayouts/slideLayout112.xml"/><Relationship Id="rId16" Type="http://schemas.openxmlformats.org/officeDocument/2006/relationships/slideLayout" Target="../slideLayouts/slideLayout126.xml"/><Relationship Id="rId29" Type="http://schemas.openxmlformats.org/officeDocument/2006/relationships/slideLayout" Target="../slideLayouts/slideLayout139.xml"/><Relationship Id="rId11" Type="http://schemas.openxmlformats.org/officeDocument/2006/relationships/slideLayout" Target="../slideLayouts/slideLayout121.xml"/><Relationship Id="rId24" Type="http://schemas.openxmlformats.org/officeDocument/2006/relationships/slideLayout" Target="../slideLayouts/slideLayout134.xml"/><Relationship Id="rId32" Type="http://schemas.openxmlformats.org/officeDocument/2006/relationships/slideLayout" Target="../slideLayouts/slideLayout142.xml"/><Relationship Id="rId37" Type="http://schemas.openxmlformats.org/officeDocument/2006/relationships/slideLayout" Target="../slideLayouts/slideLayout147.xml"/><Relationship Id="rId40" Type="http://schemas.openxmlformats.org/officeDocument/2006/relationships/slideLayout" Target="../slideLayouts/slideLayout150.xml"/><Relationship Id="rId45" Type="http://schemas.openxmlformats.org/officeDocument/2006/relationships/slideLayout" Target="../slideLayouts/slideLayout155.xml"/><Relationship Id="rId53" Type="http://schemas.openxmlformats.org/officeDocument/2006/relationships/slideLayout" Target="../slideLayouts/slideLayout163.xml"/><Relationship Id="rId58" Type="http://schemas.openxmlformats.org/officeDocument/2006/relationships/slideLayout" Target="../slideLayouts/slideLayout168.xml"/><Relationship Id="rId66" Type="http://schemas.openxmlformats.org/officeDocument/2006/relationships/image" Target="../media/image1.svg"/><Relationship Id="rId5" Type="http://schemas.openxmlformats.org/officeDocument/2006/relationships/slideLayout" Target="../slideLayouts/slideLayout115.xml"/><Relationship Id="rId61" Type="http://schemas.openxmlformats.org/officeDocument/2006/relationships/slideLayout" Target="../slideLayouts/slideLayout171.xml"/><Relationship Id="rId19" Type="http://schemas.openxmlformats.org/officeDocument/2006/relationships/slideLayout" Target="../slideLayouts/slideLayout129.xml"/><Relationship Id="rId14" Type="http://schemas.openxmlformats.org/officeDocument/2006/relationships/slideLayout" Target="../slideLayouts/slideLayout124.xml"/><Relationship Id="rId22" Type="http://schemas.openxmlformats.org/officeDocument/2006/relationships/slideLayout" Target="../slideLayouts/slideLayout132.xml"/><Relationship Id="rId27" Type="http://schemas.openxmlformats.org/officeDocument/2006/relationships/slideLayout" Target="../slideLayouts/slideLayout137.xml"/><Relationship Id="rId30" Type="http://schemas.openxmlformats.org/officeDocument/2006/relationships/slideLayout" Target="../slideLayouts/slideLayout140.xml"/><Relationship Id="rId35" Type="http://schemas.openxmlformats.org/officeDocument/2006/relationships/slideLayout" Target="../slideLayouts/slideLayout145.xml"/><Relationship Id="rId43" Type="http://schemas.openxmlformats.org/officeDocument/2006/relationships/slideLayout" Target="../slideLayouts/slideLayout153.xml"/><Relationship Id="rId48" Type="http://schemas.openxmlformats.org/officeDocument/2006/relationships/slideLayout" Target="../slideLayouts/slideLayout158.xml"/><Relationship Id="rId56" Type="http://schemas.openxmlformats.org/officeDocument/2006/relationships/slideLayout" Target="../slideLayouts/slideLayout166.xml"/><Relationship Id="rId64" Type="http://schemas.openxmlformats.org/officeDocument/2006/relationships/slideLayout" Target="../slideLayouts/slideLayout174.xml"/><Relationship Id="rId8" Type="http://schemas.openxmlformats.org/officeDocument/2006/relationships/slideLayout" Target="../slideLayouts/slideLayout118.xml"/><Relationship Id="rId51" Type="http://schemas.openxmlformats.org/officeDocument/2006/relationships/slideLayout" Target="../slideLayouts/slideLayout161.xml"/><Relationship Id="rId3" Type="http://schemas.openxmlformats.org/officeDocument/2006/relationships/slideLayout" Target="../slideLayouts/slideLayout113.xml"/><Relationship Id="rId12" Type="http://schemas.openxmlformats.org/officeDocument/2006/relationships/slideLayout" Target="../slideLayouts/slideLayout122.xml"/><Relationship Id="rId17" Type="http://schemas.openxmlformats.org/officeDocument/2006/relationships/slideLayout" Target="../slideLayouts/slideLayout127.xml"/><Relationship Id="rId25" Type="http://schemas.openxmlformats.org/officeDocument/2006/relationships/slideLayout" Target="../slideLayouts/slideLayout135.xml"/><Relationship Id="rId33" Type="http://schemas.openxmlformats.org/officeDocument/2006/relationships/slideLayout" Target="../slideLayouts/slideLayout143.xml"/><Relationship Id="rId38" Type="http://schemas.openxmlformats.org/officeDocument/2006/relationships/slideLayout" Target="../slideLayouts/slideLayout148.xml"/><Relationship Id="rId46" Type="http://schemas.openxmlformats.org/officeDocument/2006/relationships/slideLayout" Target="../slideLayouts/slideLayout156.xml"/><Relationship Id="rId59" Type="http://schemas.openxmlformats.org/officeDocument/2006/relationships/slideLayout" Target="../slideLayouts/slideLayout169.xml"/><Relationship Id="rId20" Type="http://schemas.openxmlformats.org/officeDocument/2006/relationships/slideLayout" Target="../slideLayouts/slideLayout130.xml"/><Relationship Id="rId41" Type="http://schemas.openxmlformats.org/officeDocument/2006/relationships/slideLayout" Target="../slideLayouts/slideLayout151.xml"/><Relationship Id="rId54" Type="http://schemas.openxmlformats.org/officeDocument/2006/relationships/slideLayout" Target="../slideLayouts/slideLayout164.xml"/><Relationship Id="rId62" Type="http://schemas.openxmlformats.org/officeDocument/2006/relationships/slideLayout" Target="../slideLayouts/slideLayout172.xml"/><Relationship Id="rId1" Type="http://schemas.openxmlformats.org/officeDocument/2006/relationships/slideLayout" Target="../slideLayouts/slideLayout111.xml"/><Relationship Id="rId6" Type="http://schemas.openxmlformats.org/officeDocument/2006/relationships/slideLayout" Target="../slideLayouts/slideLayout116.xml"/><Relationship Id="rId15" Type="http://schemas.openxmlformats.org/officeDocument/2006/relationships/slideLayout" Target="../slideLayouts/slideLayout125.xml"/><Relationship Id="rId23" Type="http://schemas.openxmlformats.org/officeDocument/2006/relationships/slideLayout" Target="../slideLayouts/slideLayout133.xml"/><Relationship Id="rId28" Type="http://schemas.openxmlformats.org/officeDocument/2006/relationships/slideLayout" Target="../slideLayouts/slideLayout138.xml"/><Relationship Id="rId36" Type="http://schemas.openxmlformats.org/officeDocument/2006/relationships/slideLayout" Target="../slideLayouts/slideLayout146.xml"/><Relationship Id="rId49" Type="http://schemas.openxmlformats.org/officeDocument/2006/relationships/slideLayout" Target="../slideLayouts/slideLayout159.xml"/><Relationship Id="rId57" Type="http://schemas.openxmlformats.org/officeDocument/2006/relationships/slideLayout" Target="../slideLayouts/slideLayout167.xml"/><Relationship Id="rId10" Type="http://schemas.openxmlformats.org/officeDocument/2006/relationships/slideLayout" Target="../slideLayouts/slideLayout120.xml"/><Relationship Id="rId31" Type="http://schemas.openxmlformats.org/officeDocument/2006/relationships/slideLayout" Target="../slideLayouts/slideLayout141.xml"/><Relationship Id="rId44" Type="http://schemas.openxmlformats.org/officeDocument/2006/relationships/slideLayout" Target="../slideLayouts/slideLayout154.xml"/><Relationship Id="rId52" Type="http://schemas.openxmlformats.org/officeDocument/2006/relationships/slideLayout" Target="../slideLayouts/slideLayout162.xml"/><Relationship Id="rId60" Type="http://schemas.openxmlformats.org/officeDocument/2006/relationships/slideLayout" Target="../slideLayouts/slideLayout170.xml"/><Relationship Id="rId65" Type="http://schemas.openxmlformats.org/officeDocument/2006/relationships/theme" Target="../theme/theme3.xml"/><Relationship Id="rId4" Type="http://schemas.openxmlformats.org/officeDocument/2006/relationships/slideLayout" Target="../slideLayouts/slideLayout114.xml"/><Relationship Id="rId9" Type="http://schemas.openxmlformats.org/officeDocument/2006/relationships/slideLayout" Target="../slideLayouts/slideLayout119.xml"/><Relationship Id="rId13" Type="http://schemas.openxmlformats.org/officeDocument/2006/relationships/slideLayout" Target="../slideLayouts/slideLayout123.xml"/><Relationship Id="rId18" Type="http://schemas.openxmlformats.org/officeDocument/2006/relationships/slideLayout" Target="../slideLayouts/slideLayout128.xml"/><Relationship Id="rId39" Type="http://schemas.openxmlformats.org/officeDocument/2006/relationships/slideLayout" Target="../slideLayouts/slideLayout149.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187.xml"/><Relationship Id="rId18" Type="http://schemas.openxmlformats.org/officeDocument/2006/relationships/slideLayout" Target="../slideLayouts/slideLayout192.xml"/><Relationship Id="rId26" Type="http://schemas.openxmlformats.org/officeDocument/2006/relationships/slideLayout" Target="../slideLayouts/slideLayout200.xml"/><Relationship Id="rId39" Type="http://schemas.openxmlformats.org/officeDocument/2006/relationships/slideLayout" Target="../slideLayouts/slideLayout213.xml"/><Relationship Id="rId21" Type="http://schemas.openxmlformats.org/officeDocument/2006/relationships/slideLayout" Target="../slideLayouts/slideLayout195.xml"/><Relationship Id="rId34" Type="http://schemas.openxmlformats.org/officeDocument/2006/relationships/slideLayout" Target="../slideLayouts/slideLayout208.xml"/><Relationship Id="rId42" Type="http://schemas.openxmlformats.org/officeDocument/2006/relationships/slideLayout" Target="../slideLayouts/slideLayout216.xml"/><Relationship Id="rId47" Type="http://schemas.openxmlformats.org/officeDocument/2006/relationships/slideLayout" Target="../slideLayouts/slideLayout221.xml"/><Relationship Id="rId50" Type="http://schemas.openxmlformats.org/officeDocument/2006/relationships/slideLayout" Target="../slideLayouts/slideLayout224.xml"/><Relationship Id="rId55" Type="http://schemas.openxmlformats.org/officeDocument/2006/relationships/slideLayout" Target="../slideLayouts/slideLayout229.xml"/><Relationship Id="rId7" Type="http://schemas.openxmlformats.org/officeDocument/2006/relationships/slideLayout" Target="../slideLayouts/slideLayout181.xml"/><Relationship Id="rId2" Type="http://schemas.openxmlformats.org/officeDocument/2006/relationships/slideLayout" Target="../slideLayouts/slideLayout176.xml"/><Relationship Id="rId16" Type="http://schemas.openxmlformats.org/officeDocument/2006/relationships/slideLayout" Target="../slideLayouts/slideLayout190.xml"/><Relationship Id="rId29" Type="http://schemas.openxmlformats.org/officeDocument/2006/relationships/slideLayout" Target="../slideLayouts/slideLayout203.xml"/><Relationship Id="rId11" Type="http://schemas.openxmlformats.org/officeDocument/2006/relationships/slideLayout" Target="../slideLayouts/slideLayout185.xml"/><Relationship Id="rId24" Type="http://schemas.openxmlformats.org/officeDocument/2006/relationships/slideLayout" Target="../slideLayouts/slideLayout198.xml"/><Relationship Id="rId32" Type="http://schemas.openxmlformats.org/officeDocument/2006/relationships/slideLayout" Target="../slideLayouts/slideLayout206.xml"/><Relationship Id="rId37" Type="http://schemas.openxmlformats.org/officeDocument/2006/relationships/slideLayout" Target="../slideLayouts/slideLayout211.xml"/><Relationship Id="rId40" Type="http://schemas.openxmlformats.org/officeDocument/2006/relationships/slideLayout" Target="../slideLayouts/slideLayout214.xml"/><Relationship Id="rId45" Type="http://schemas.openxmlformats.org/officeDocument/2006/relationships/slideLayout" Target="../slideLayouts/slideLayout219.xml"/><Relationship Id="rId53" Type="http://schemas.openxmlformats.org/officeDocument/2006/relationships/slideLayout" Target="../slideLayouts/slideLayout227.xml"/><Relationship Id="rId58" Type="http://schemas.openxmlformats.org/officeDocument/2006/relationships/slideLayout" Target="../slideLayouts/slideLayout232.xml"/><Relationship Id="rId5" Type="http://schemas.openxmlformats.org/officeDocument/2006/relationships/slideLayout" Target="../slideLayouts/slideLayout179.xml"/><Relationship Id="rId19" Type="http://schemas.openxmlformats.org/officeDocument/2006/relationships/slideLayout" Target="../slideLayouts/slideLayout193.xml"/><Relationship Id="rId4" Type="http://schemas.openxmlformats.org/officeDocument/2006/relationships/slideLayout" Target="../slideLayouts/slideLayout178.xml"/><Relationship Id="rId9" Type="http://schemas.openxmlformats.org/officeDocument/2006/relationships/slideLayout" Target="../slideLayouts/slideLayout183.xml"/><Relationship Id="rId14" Type="http://schemas.openxmlformats.org/officeDocument/2006/relationships/slideLayout" Target="../slideLayouts/slideLayout188.xml"/><Relationship Id="rId22" Type="http://schemas.openxmlformats.org/officeDocument/2006/relationships/slideLayout" Target="../slideLayouts/slideLayout196.xml"/><Relationship Id="rId27" Type="http://schemas.openxmlformats.org/officeDocument/2006/relationships/slideLayout" Target="../slideLayouts/slideLayout201.xml"/><Relationship Id="rId30" Type="http://schemas.openxmlformats.org/officeDocument/2006/relationships/slideLayout" Target="../slideLayouts/slideLayout204.xml"/><Relationship Id="rId35" Type="http://schemas.openxmlformats.org/officeDocument/2006/relationships/slideLayout" Target="../slideLayouts/slideLayout209.xml"/><Relationship Id="rId43" Type="http://schemas.openxmlformats.org/officeDocument/2006/relationships/slideLayout" Target="../slideLayouts/slideLayout217.xml"/><Relationship Id="rId48" Type="http://schemas.openxmlformats.org/officeDocument/2006/relationships/slideLayout" Target="../slideLayouts/slideLayout222.xml"/><Relationship Id="rId56" Type="http://schemas.openxmlformats.org/officeDocument/2006/relationships/slideLayout" Target="../slideLayouts/slideLayout230.xml"/><Relationship Id="rId8" Type="http://schemas.openxmlformats.org/officeDocument/2006/relationships/slideLayout" Target="../slideLayouts/slideLayout182.xml"/><Relationship Id="rId51" Type="http://schemas.openxmlformats.org/officeDocument/2006/relationships/slideLayout" Target="../slideLayouts/slideLayout225.xml"/><Relationship Id="rId3" Type="http://schemas.openxmlformats.org/officeDocument/2006/relationships/slideLayout" Target="../slideLayouts/slideLayout177.xml"/><Relationship Id="rId12" Type="http://schemas.openxmlformats.org/officeDocument/2006/relationships/slideLayout" Target="../slideLayouts/slideLayout186.xml"/><Relationship Id="rId17" Type="http://schemas.openxmlformats.org/officeDocument/2006/relationships/slideLayout" Target="../slideLayouts/slideLayout191.xml"/><Relationship Id="rId25" Type="http://schemas.openxmlformats.org/officeDocument/2006/relationships/slideLayout" Target="../slideLayouts/slideLayout199.xml"/><Relationship Id="rId33" Type="http://schemas.openxmlformats.org/officeDocument/2006/relationships/slideLayout" Target="../slideLayouts/slideLayout207.xml"/><Relationship Id="rId38" Type="http://schemas.openxmlformats.org/officeDocument/2006/relationships/slideLayout" Target="../slideLayouts/slideLayout212.xml"/><Relationship Id="rId46" Type="http://schemas.openxmlformats.org/officeDocument/2006/relationships/slideLayout" Target="../slideLayouts/slideLayout220.xml"/><Relationship Id="rId59" Type="http://schemas.openxmlformats.org/officeDocument/2006/relationships/theme" Target="../theme/theme4.xml"/><Relationship Id="rId20" Type="http://schemas.openxmlformats.org/officeDocument/2006/relationships/slideLayout" Target="../slideLayouts/slideLayout194.xml"/><Relationship Id="rId41" Type="http://schemas.openxmlformats.org/officeDocument/2006/relationships/slideLayout" Target="../slideLayouts/slideLayout215.xml"/><Relationship Id="rId54" Type="http://schemas.openxmlformats.org/officeDocument/2006/relationships/slideLayout" Target="../slideLayouts/slideLayout228.xml"/><Relationship Id="rId1" Type="http://schemas.openxmlformats.org/officeDocument/2006/relationships/slideLayout" Target="../slideLayouts/slideLayout175.xml"/><Relationship Id="rId6" Type="http://schemas.openxmlformats.org/officeDocument/2006/relationships/slideLayout" Target="../slideLayouts/slideLayout180.xml"/><Relationship Id="rId15" Type="http://schemas.openxmlformats.org/officeDocument/2006/relationships/slideLayout" Target="../slideLayouts/slideLayout189.xml"/><Relationship Id="rId23" Type="http://schemas.openxmlformats.org/officeDocument/2006/relationships/slideLayout" Target="../slideLayouts/slideLayout197.xml"/><Relationship Id="rId28" Type="http://schemas.openxmlformats.org/officeDocument/2006/relationships/slideLayout" Target="../slideLayouts/slideLayout202.xml"/><Relationship Id="rId36" Type="http://schemas.openxmlformats.org/officeDocument/2006/relationships/slideLayout" Target="../slideLayouts/slideLayout210.xml"/><Relationship Id="rId49" Type="http://schemas.openxmlformats.org/officeDocument/2006/relationships/slideLayout" Target="../slideLayouts/slideLayout223.xml"/><Relationship Id="rId57" Type="http://schemas.openxmlformats.org/officeDocument/2006/relationships/slideLayout" Target="../slideLayouts/slideLayout231.xml"/><Relationship Id="rId10" Type="http://schemas.openxmlformats.org/officeDocument/2006/relationships/slideLayout" Target="../slideLayouts/slideLayout184.xml"/><Relationship Id="rId31" Type="http://schemas.openxmlformats.org/officeDocument/2006/relationships/slideLayout" Target="../slideLayouts/slideLayout205.xml"/><Relationship Id="rId44" Type="http://schemas.openxmlformats.org/officeDocument/2006/relationships/slideLayout" Target="../slideLayouts/slideLayout218.xml"/><Relationship Id="rId52" Type="http://schemas.openxmlformats.org/officeDocument/2006/relationships/slideLayout" Target="../slideLayouts/slideLayout226.xml"/><Relationship Id="rId60" Type="http://schemas.openxmlformats.org/officeDocument/2006/relationships/image" Target="../media/image1.svg"/></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245.xml"/><Relationship Id="rId18" Type="http://schemas.openxmlformats.org/officeDocument/2006/relationships/slideLayout" Target="../slideLayouts/slideLayout250.xml"/><Relationship Id="rId26" Type="http://schemas.openxmlformats.org/officeDocument/2006/relationships/slideLayout" Target="../slideLayouts/slideLayout258.xml"/><Relationship Id="rId39" Type="http://schemas.openxmlformats.org/officeDocument/2006/relationships/slideLayout" Target="../slideLayouts/slideLayout271.xml"/><Relationship Id="rId21" Type="http://schemas.openxmlformats.org/officeDocument/2006/relationships/slideLayout" Target="../slideLayouts/slideLayout253.xml"/><Relationship Id="rId34" Type="http://schemas.openxmlformats.org/officeDocument/2006/relationships/slideLayout" Target="../slideLayouts/slideLayout266.xml"/><Relationship Id="rId42" Type="http://schemas.openxmlformats.org/officeDocument/2006/relationships/slideLayout" Target="../slideLayouts/slideLayout274.xml"/><Relationship Id="rId47" Type="http://schemas.openxmlformats.org/officeDocument/2006/relationships/image" Target="../media/image29.emf"/><Relationship Id="rId7" Type="http://schemas.openxmlformats.org/officeDocument/2006/relationships/slideLayout" Target="../slideLayouts/slideLayout239.xml"/><Relationship Id="rId2" Type="http://schemas.openxmlformats.org/officeDocument/2006/relationships/slideLayout" Target="../slideLayouts/slideLayout234.xml"/><Relationship Id="rId16" Type="http://schemas.openxmlformats.org/officeDocument/2006/relationships/slideLayout" Target="../slideLayouts/slideLayout248.xml"/><Relationship Id="rId29" Type="http://schemas.openxmlformats.org/officeDocument/2006/relationships/slideLayout" Target="../slideLayouts/slideLayout261.xml"/><Relationship Id="rId1" Type="http://schemas.openxmlformats.org/officeDocument/2006/relationships/slideLayout" Target="../slideLayouts/slideLayout233.xml"/><Relationship Id="rId6" Type="http://schemas.openxmlformats.org/officeDocument/2006/relationships/slideLayout" Target="../slideLayouts/slideLayout238.xml"/><Relationship Id="rId11" Type="http://schemas.openxmlformats.org/officeDocument/2006/relationships/slideLayout" Target="../slideLayouts/slideLayout243.xml"/><Relationship Id="rId24" Type="http://schemas.openxmlformats.org/officeDocument/2006/relationships/slideLayout" Target="../slideLayouts/slideLayout256.xml"/><Relationship Id="rId32" Type="http://schemas.openxmlformats.org/officeDocument/2006/relationships/slideLayout" Target="../slideLayouts/slideLayout264.xml"/><Relationship Id="rId37" Type="http://schemas.openxmlformats.org/officeDocument/2006/relationships/slideLayout" Target="../slideLayouts/slideLayout269.xml"/><Relationship Id="rId40" Type="http://schemas.openxmlformats.org/officeDocument/2006/relationships/slideLayout" Target="../slideLayouts/slideLayout272.xml"/><Relationship Id="rId45" Type="http://schemas.openxmlformats.org/officeDocument/2006/relationships/slideLayout" Target="../slideLayouts/slideLayout277.xml"/><Relationship Id="rId5" Type="http://schemas.openxmlformats.org/officeDocument/2006/relationships/slideLayout" Target="../slideLayouts/slideLayout237.xml"/><Relationship Id="rId15" Type="http://schemas.openxmlformats.org/officeDocument/2006/relationships/slideLayout" Target="../slideLayouts/slideLayout247.xml"/><Relationship Id="rId23" Type="http://schemas.openxmlformats.org/officeDocument/2006/relationships/slideLayout" Target="../slideLayouts/slideLayout255.xml"/><Relationship Id="rId28" Type="http://schemas.openxmlformats.org/officeDocument/2006/relationships/slideLayout" Target="../slideLayouts/slideLayout260.xml"/><Relationship Id="rId36" Type="http://schemas.openxmlformats.org/officeDocument/2006/relationships/slideLayout" Target="../slideLayouts/slideLayout268.xml"/><Relationship Id="rId10" Type="http://schemas.openxmlformats.org/officeDocument/2006/relationships/slideLayout" Target="../slideLayouts/slideLayout242.xml"/><Relationship Id="rId19" Type="http://schemas.openxmlformats.org/officeDocument/2006/relationships/slideLayout" Target="../slideLayouts/slideLayout251.xml"/><Relationship Id="rId31" Type="http://schemas.openxmlformats.org/officeDocument/2006/relationships/slideLayout" Target="../slideLayouts/slideLayout263.xml"/><Relationship Id="rId44" Type="http://schemas.openxmlformats.org/officeDocument/2006/relationships/slideLayout" Target="../slideLayouts/slideLayout276.xml"/><Relationship Id="rId4" Type="http://schemas.openxmlformats.org/officeDocument/2006/relationships/slideLayout" Target="../slideLayouts/slideLayout236.xml"/><Relationship Id="rId9" Type="http://schemas.openxmlformats.org/officeDocument/2006/relationships/slideLayout" Target="../slideLayouts/slideLayout241.xml"/><Relationship Id="rId14" Type="http://schemas.openxmlformats.org/officeDocument/2006/relationships/slideLayout" Target="../slideLayouts/slideLayout246.xml"/><Relationship Id="rId22" Type="http://schemas.openxmlformats.org/officeDocument/2006/relationships/slideLayout" Target="../slideLayouts/slideLayout254.xml"/><Relationship Id="rId27" Type="http://schemas.openxmlformats.org/officeDocument/2006/relationships/slideLayout" Target="../slideLayouts/slideLayout259.xml"/><Relationship Id="rId30" Type="http://schemas.openxmlformats.org/officeDocument/2006/relationships/slideLayout" Target="../slideLayouts/slideLayout262.xml"/><Relationship Id="rId35" Type="http://schemas.openxmlformats.org/officeDocument/2006/relationships/slideLayout" Target="../slideLayouts/slideLayout267.xml"/><Relationship Id="rId43" Type="http://schemas.openxmlformats.org/officeDocument/2006/relationships/slideLayout" Target="../slideLayouts/slideLayout275.xml"/><Relationship Id="rId8" Type="http://schemas.openxmlformats.org/officeDocument/2006/relationships/slideLayout" Target="../slideLayouts/slideLayout240.xml"/><Relationship Id="rId3" Type="http://schemas.openxmlformats.org/officeDocument/2006/relationships/slideLayout" Target="../slideLayouts/slideLayout235.xml"/><Relationship Id="rId12" Type="http://schemas.openxmlformats.org/officeDocument/2006/relationships/slideLayout" Target="../slideLayouts/slideLayout244.xml"/><Relationship Id="rId17" Type="http://schemas.openxmlformats.org/officeDocument/2006/relationships/slideLayout" Target="../slideLayouts/slideLayout249.xml"/><Relationship Id="rId25" Type="http://schemas.openxmlformats.org/officeDocument/2006/relationships/slideLayout" Target="../slideLayouts/slideLayout257.xml"/><Relationship Id="rId33" Type="http://schemas.openxmlformats.org/officeDocument/2006/relationships/slideLayout" Target="../slideLayouts/slideLayout265.xml"/><Relationship Id="rId38" Type="http://schemas.openxmlformats.org/officeDocument/2006/relationships/slideLayout" Target="../slideLayouts/slideLayout270.xml"/><Relationship Id="rId46" Type="http://schemas.openxmlformats.org/officeDocument/2006/relationships/theme" Target="../theme/theme5.xml"/><Relationship Id="rId20" Type="http://schemas.openxmlformats.org/officeDocument/2006/relationships/slideLayout" Target="../slideLayouts/slideLayout252.xml"/><Relationship Id="rId41" Type="http://schemas.openxmlformats.org/officeDocument/2006/relationships/slideLayout" Target="../slideLayouts/slideLayout273.xml"/></Relationships>
</file>

<file path=ppt/slideMasters/_rels/slideMaster6.xml.rels><?xml version="1.0" encoding="UTF-8" standalone="yes"?>
<Relationships xmlns="http://schemas.openxmlformats.org/package/2006/relationships"><Relationship Id="rId13" Type="http://schemas.openxmlformats.org/officeDocument/2006/relationships/slideLayout" Target="../slideLayouts/slideLayout290.xml"/><Relationship Id="rId18" Type="http://schemas.openxmlformats.org/officeDocument/2006/relationships/slideLayout" Target="../slideLayouts/slideLayout295.xml"/><Relationship Id="rId26" Type="http://schemas.openxmlformats.org/officeDocument/2006/relationships/slideLayout" Target="../slideLayouts/slideLayout303.xml"/><Relationship Id="rId3" Type="http://schemas.openxmlformats.org/officeDocument/2006/relationships/slideLayout" Target="../slideLayouts/slideLayout280.xml"/><Relationship Id="rId21" Type="http://schemas.openxmlformats.org/officeDocument/2006/relationships/slideLayout" Target="../slideLayouts/slideLayout298.xml"/><Relationship Id="rId34" Type="http://schemas.openxmlformats.org/officeDocument/2006/relationships/theme" Target="../theme/theme6.xml"/><Relationship Id="rId7" Type="http://schemas.openxmlformats.org/officeDocument/2006/relationships/slideLayout" Target="../slideLayouts/slideLayout284.xml"/><Relationship Id="rId12" Type="http://schemas.openxmlformats.org/officeDocument/2006/relationships/slideLayout" Target="../slideLayouts/slideLayout289.xml"/><Relationship Id="rId17" Type="http://schemas.openxmlformats.org/officeDocument/2006/relationships/slideLayout" Target="../slideLayouts/slideLayout294.xml"/><Relationship Id="rId25" Type="http://schemas.openxmlformats.org/officeDocument/2006/relationships/slideLayout" Target="../slideLayouts/slideLayout302.xml"/><Relationship Id="rId33" Type="http://schemas.openxmlformats.org/officeDocument/2006/relationships/slideLayout" Target="../slideLayouts/slideLayout310.xml"/><Relationship Id="rId2" Type="http://schemas.openxmlformats.org/officeDocument/2006/relationships/slideLayout" Target="../slideLayouts/slideLayout279.xml"/><Relationship Id="rId16" Type="http://schemas.openxmlformats.org/officeDocument/2006/relationships/slideLayout" Target="../slideLayouts/slideLayout293.xml"/><Relationship Id="rId20" Type="http://schemas.openxmlformats.org/officeDocument/2006/relationships/slideLayout" Target="../slideLayouts/slideLayout297.xml"/><Relationship Id="rId29" Type="http://schemas.openxmlformats.org/officeDocument/2006/relationships/slideLayout" Target="../slideLayouts/slideLayout306.xml"/><Relationship Id="rId1" Type="http://schemas.openxmlformats.org/officeDocument/2006/relationships/slideLayout" Target="../slideLayouts/slideLayout278.xml"/><Relationship Id="rId6" Type="http://schemas.openxmlformats.org/officeDocument/2006/relationships/slideLayout" Target="../slideLayouts/slideLayout283.xml"/><Relationship Id="rId11" Type="http://schemas.openxmlformats.org/officeDocument/2006/relationships/slideLayout" Target="../slideLayouts/slideLayout288.xml"/><Relationship Id="rId24" Type="http://schemas.openxmlformats.org/officeDocument/2006/relationships/slideLayout" Target="../slideLayouts/slideLayout301.xml"/><Relationship Id="rId32" Type="http://schemas.openxmlformats.org/officeDocument/2006/relationships/slideLayout" Target="../slideLayouts/slideLayout309.xml"/><Relationship Id="rId5" Type="http://schemas.openxmlformats.org/officeDocument/2006/relationships/slideLayout" Target="../slideLayouts/slideLayout282.xml"/><Relationship Id="rId15" Type="http://schemas.openxmlformats.org/officeDocument/2006/relationships/slideLayout" Target="../slideLayouts/slideLayout292.xml"/><Relationship Id="rId23" Type="http://schemas.openxmlformats.org/officeDocument/2006/relationships/slideLayout" Target="../slideLayouts/slideLayout300.xml"/><Relationship Id="rId28" Type="http://schemas.openxmlformats.org/officeDocument/2006/relationships/slideLayout" Target="../slideLayouts/slideLayout305.xml"/><Relationship Id="rId10" Type="http://schemas.openxmlformats.org/officeDocument/2006/relationships/slideLayout" Target="../slideLayouts/slideLayout287.xml"/><Relationship Id="rId19" Type="http://schemas.openxmlformats.org/officeDocument/2006/relationships/slideLayout" Target="../slideLayouts/slideLayout296.xml"/><Relationship Id="rId31" Type="http://schemas.openxmlformats.org/officeDocument/2006/relationships/slideLayout" Target="../slideLayouts/slideLayout308.xml"/><Relationship Id="rId4" Type="http://schemas.openxmlformats.org/officeDocument/2006/relationships/slideLayout" Target="../slideLayouts/slideLayout281.xml"/><Relationship Id="rId9" Type="http://schemas.openxmlformats.org/officeDocument/2006/relationships/slideLayout" Target="../slideLayouts/slideLayout286.xml"/><Relationship Id="rId14" Type="http://schemas.openxmlformats.org/officeDocument/2006/relationships/slideLayout" Target="../slideLayouts/slideLayout291.xml"/><Relationship Id="rId22" Type="http://schemas.openxmlformats.org/officeDocument/2006/relationships/slideLayout" Target="../slideLayouts/slideLayout299.xml"/><Relationship Id="rId27" Type="http://schemas.openxmlformats.org/officeDocument/2006/relationships/slideLayout" Target="../slideLayouts/slideLayout304.xml"/><Relationship Id="rId30" Type="http://schemas.openxmlformats.org/officeDocument/2006/relationships/slideLayout" Target="../slideLayouts/slideLayout307.xml"/><Relationship Id="rId35" Type="http://schemas.openxmlformats.org/officeDocument/2006/relationships/image" Target="../media/image37.png"/><Relationship Id="rId8" Type="http://schemas.openxmlformats.org/officeDocument/2006/relationships/slideLayout" Target="../slideLayouts/slideLayout285.xml"/></Relationships>
</file>

<file path=ppt/slideMasters/_rels/slideMaster7.xml.rels><?xml version="1.0" encoding="UTF-8" standalone="yes"?>
<Relationships xmlns="http://schemas.openxmlformats.org/package/2006/relationships"><Relationship Id="rId13" Type="http://schemas.openxmlformats.org/officeDocument/2006/relationships/slideLayout" Target="../slideLayouts/slideLayout323.xml"/><Relationship Id="rId18" Type="http://schemas.openxmlformats.org/officeDocument/2006/relationships/slideLayout" Target="../slideLayouts/slideLayout328.xml"/><Relationship Id="rId26" Type="http://schemas.openxmlformats.org/officeDocument/2006/relationships/slideLayout" Target="../slideLayouts/slideLayout336.xml"/><Relationship Id="rId39" Type="http://schemas.openxmlformats.org/officeDocument/2006/relationships/slideLayout" Target="../slideLayouts/slideLayout349.xml"/><Relationship Id="rId21" Type="http://schemas.openxmlformats.org/officeDocument/2006/relationships/slideLayout" Target="../slideLayouts/slideLayout331.xml"/><Relationship Id="rId34" Type="http://schemas.openxmlformats.org/officeDocument/2006/relationships/slideLayout" Target="../slideLayouts/slideLayout344.xml"/><Relationship Id="rId42" Type="http://schemas.openxmlformats.org/officeDocument/2006/relationships/slideLayout" Target="../slideLayouts/slideLayout352.xml"/><Relationship Id="rId47" Type="http://schemas.openxmlformats.org/officeDocument/2006/relationships/slideLayout" Target="../slideLayouts/slideLayout357.xml"/><Relationship Id="rId50" Type="http://schemas.openxmlformats.org/officeDocument/2006/relationships/slideLayout" Target="../slideLayouts/slideLayout360.xml"/><Relationship Id="rId55" Type="http://schemas.openxmlformats.org/officeDocument/2006/relationships/image" Target="../media/image1.svg"/><Relationship Id="rId7" Type="http://schemas.openxmlformats.org/officeDocument/2006/relationships/slideLayout" Target="../slideLayouts/slideLayout317.xml"/><Relationship Id="rId2" Type="http://schemas.openxmlformats.org/officeDocument/2006/relationships/slideLayout" Target="../slideLayouts/slideLayout312.xml"/><Relationship Id="rId16" Type="http://schemas.openxmlformats.org/officeDocument/2006/relationships/slideLayout" Target="../slideLayouts/slideLayout326.xml"/><Relationship Id="rId29" Type="http://schemas.openxmlformats.org/officeDocument/2006/relationships/slideLayout" Target="../slideLayouts/slideLayout339.xml"/><Relationship Id="rId11" Type="http://schemas.openxmlformats.org/officeDocument/2006/relationships/slideLayout" Target="../slideLayouts/slideLayout321.xml"/><Relationship Id="rId24" Type="http://schemas.openxmlformats.org/officeDocument/2006/relationships/slideLayout" Target="../slideLayouts/slideLayout334.xml"/><Relationship Id="rId32" Type="http://schemas.openxmlformats.org/officeDocument/2006/relationships/slideLayout" Target="../slideLayouts/slideLayout342.xml"/><Relationship Id="rId37" Type="http://schemas.openxmlformats.org/officeDocument/2006/relationships/slideLayout" Target="../slideLayouts/slideLayout347.xml"/><Relationship Id="rId40" Type="http://schemas.openxmlformats.org/officeDocument/2006/relationships/slideLayout" Target="../slideLayouts/slideLayout350.xml"/><Relationship Id="rId45" Type="http://schemas.openxmlformats.org/officeDocument/2006/relationships/slideLayout" Target="../slideLayouts/slideLayout355.xml"/><Relationship Id="rId53" Type="http://schemas.openxmlformats.org/officeDocument/2006/relationships/slideLayout" Target="../slideLayouts/slideLayout363.xml"/><Relationship Id="rId5" Type="http://schemas.openxmlformats.org/officeDocument/2006/relationships/slideLayout" Target="../slideLayouts/slideLayout315.xml"/><Relationship Id="rId10" Type="http://schemas.openxmlformats.org/officeDocument/2006/relationships/slideLayout" Target="../slideLayouts/slideLayout320.xml"/><Relationship Id="rId19" Type="http://schemas.openxmlformats.org/officeDocument/2006/relationships/slideLayout" Target="../slideLayouts/slideLayout329.xml"/><Relationship Id="rId31" Type="http://schemas.openxmlformats.org/officeDocument/2006/relationships/slideLayout" Target="../slideLayouts/slideLayout341.xml"/><Relationship Id="rId44" Type="http://schemas.openxmlformats.org/officeDocument/2006/relationships/slideLayout" Target="../slideLayouts/slideLayout354.xml"/><Relationship Id="rId52" Type="http://schemas.openxmlformats.org/officeDocument/2006/relationships/slideLayout" Target="../slideLayouts/slideLayout362.xml"/><Relationship Id="rId4" Type="http://schemas.openxmlformats.org/officeDocument/2006/relationships/slideLayout" Target="../slideLayouts/slideLayout314.xml"/><Relationship Id="rId9" Type="http://schemas.openxmlformats.org/officeDocument/2006/relationships/slideLayout" Target="../slideLayouts/slideLayout319.xml"/><Relationship Id="rId14" Type="http://schemas.openxmlformats.org/officeDocument/2006/relationships/slideLayout" Target="../slideLayouts/slideLayout324.xml"/><Relationship Id="rId22" Type="http://schemas.openxmlformats.org/officeDocument/2006/relationships/slideLayout" Target="../slideLayouts/slideLayout332.xml"/><Relationship Id="rId27" Type="http://schemas.openxmlformats.org/officeDocument/2006/relationships/slideLayout" Target="../slideLayouts/slideLayout337.xml"/><Relationship Id="rId30" Type="http://schemas.openxmlformats.org/officeDocument/2006/relationships/slideLayout" Target="../slideLayouts/slideLayout340.xml"/><Relationship Id="rId35" Type="http://schemas.openxmlformats.org/officeDocument/2006/relationships/slideLayout" Target="../slideLayouts/slideLayout345.xml"/><Relationship Id="rId43" Type="http://schemas.openxmlformats.org/officeDocument/2006/relationships/slideLayout" Target="../slideLayouts/slideLayout353.xml"/><Relationship Id="rId48" Type="http://schemas.openxmlformats.org/officeDocument/2006/relationships/slideLayout" Target="../slideLayouts/slideLayout358.xml"/><Relationship Id="rId8" Type="http://schemas.openxmlformats.org/officeDocument/2006/relationships/slideLayout" Target="../slideLayouts/slideLayout318.xml"/><Relationship Id="rId51" Type="http://schemas.openxmlformats.org/officeDocument/2006/relationships/slideLayout" Target="../slideLayouts/slideLayout361.xml"/><Relationship Id="rId3" Type="http://schemas.openxmlformats.org/officeDocument/2006/relationships/slideLayout" Target="../slideLayouts/slideLayout313.xml"/><Relationship Id="rId12" Type="http://schemas.openxmlformats.org/officeDocument/2006/relationships/slideLayout" Target="../slideLayouts/slideLayout322.xml"/><Relationship Id="rId17" Type="http://schemas.openxmlformats.org/officeDocument/2006/relationships/slideLayout" Target="../slideLayouts/slideLayout327.xml"/><Relationship Id="rId25" Type="http://schemas.openxmlformats.org/officeDocument/2006/relationships/slideLayout" Target="../slideLayouts/slideLayout335.xml"/><Relationship Id="rId33" Type="http://schemas.openxmlformats.org/officeDocument/2006/relationships/slideLayout" Target="../slideLayouts/slideLayout343.xml"/><Relationship Id="rId38" Type="http://schemas.openxmlformats.org/officeDocument/2006/relationships/slideLayout" Target="../slideLayouts/slideLayout348.xml"/><Relationship Id="rId46" Type="http://schemas.openxmlformats.org/officeDocument/2006/relationships/slideLayout" Target="../slideLayouts/slideLayout356.xml"/><Relationship Id="rId20" Type="http://schemas.openxmlformats.org/officeDocument/2006/relationships/slideLayout" Target="../slideLayouts/slideLayout330.xml"/><Relationship Id="rId41" Type="http://schemas.openxmlformats.org/officeDocument/2006/relationships/slideLayout" Target="../slideLayouts/slideLayout351.xml"/><Relationship Id="rId54" Type="http://schemas.openxmlformats.org/officeDocument/2006/relationships/theme" Target="../theme/theme7.xml"/><Relationship Id="rId1" Type="http://schemas.openxmlformats.org/officeDocument/2006/relationships/slideLayout" Target="../slideLayouts/slideLayout311.xml"/><Relationship Id="rId6" Type="http://schemas.openxmlformats.org/officeDocument/2006/relationships/slideLayout" Target="../slideLayouts/slideLayout316.xml"/><Relationship Id="rId15" Type="http://schemas.openxmlformats.org/officeDocument/2006/relationships/slideLayout" Target="../slideLayouts/slideLayout325.xml"/><Relationship Id="rId23" Type="http://schemas.openxmlformats.org/officeDocument/2006/relationships/slideLayout" Target="../slideLayouts/slideLayout333.xml"/><Relationship Id="rId28" Type="http://schemas.openxmlformats.org/officeDocument/2006/relationships/slideLayout" Target="../slideLayouts/slideLayout338.xml"/><Relationship Id="rId36" Type="http://schemas.openxmlformats.org/officeDocument/2006/relationships/slideLayout" Target="../slideLayouts/slideLayout346.xml"/><Relationship Id="rId49" Type="http://schemas.openxmlformats.org/officeDocument/2006/relationships/slideLayout" Target="../slideLayouts/slideLayout359.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371.xml"/><Relationship Id="rId13" Type="http://schemas.openxmlformats.org/officeDocument/2006/relationships/slideLayout" Target="../slideLayouts/slideLayout376.xml"/><Relationship Id="rId18" Type="http://schemas.openxmlformats.org/officeDocument/2006/relationships/slideLayout" Target="../slideLayouts/slideLayout381.xml"/><Relationship Id="rId26" Type="http://schemas.openxmlformats.org/officeDocument/2006/relationships/slideLayout" Target="../slideLayouts/slideLayout389.xml"/><Relationship Id="rId3" Type="http://schemas.openxmlformats.org/officeDocument/2006/relationships/slideLayout" Target="../slideLayouts/slideLayout366.xml"/><Relationship Id="rId21" Type="http://schemas.openxmlformats.org/officeDocument/2006/relationships/slideLayout" Target="../slideLayouts/slideLayout384.xml"/><Relationship Id="rId7" Type="http://schemas.openxmlformats.org/officeDocument/2006/relationships/slideLayout" Target="../slideLayouts/slideLayout370.xml"/><Relationship Id="rId12" Type="http://schemas.openxmlformats.org/officeDocument/2006/relationships/slideLayout" Target="../slideLayouts/slideLayout375.xml"/><Relationship Id="rId17" Type="http://schemas.openxmlformats.org/officeDocument/2006/relationships/slideLayout" Target="../slideLayouts/slideLayout380.xml"/><Relationship Id="rId25" Type="http://schemas.openxmlformats.org/officeDocument/2006/relationships/slideLayout" Target="../slideLayouts/slideLayout388.xml"/><Relationship Id="rId2" Type="http://schemas.openxmlformats.org/officeDocument/2006/relationships/slideLayout" Target="../slideLayouts/slideLayout365.xml"/><Relationship Id="rId16" Type="http://schemas.openxmlformats.org/officeDocument/2006/relationships/slideLayout" Target="../slideLayouts/slideLayout379.xml"/><Relationship Id="rId20" Type="http://schemas.openxmlformats.org/officeDocument/2006/relationships/slideLayout" Target="../slideLayouts/slideLayout383.xml"/><Relationship Id="rId29" Type="http://schemas.openxmlformats.org/officeDocument/2006/relationships/slideLayout" Target="../slideLayouts/slideLayout392.xml"/><Relationship Id="rId1" Type="http://schemas.openxmlformats.org/officeDocument/2006/relationships/slideLayout" Target="../slideLayouts/slideLayout364.xml"/><Relationship Id="rId6" Type="http://schemas.openxmlformats.org/officeDocument/2006/relationships/slideLayout" Target="../slideLayouts/slideLayout369.xml"/><Relationship Id="rId11" Type="http://schemas.openxmlformats.org/officeDocument/2006/relationships/slideLayout" Target="../slideLayouts/slideLayout374.xml"/><Relationship Id="rId24" Type="http://schemas.openxmlformats.org/officeDocument/2006/relationships/slideLayout" Target="../slideLayouts/slideLayout387.xml"/><Relationship Id="rId5" Type="http://schemas.openxmlformats.org/officeDocument/2006/relationships/slideLayout" Target="../slideLayouts/slideLayout368.xml"/><Relationship Id="rId15" Type="http://schemas.openxmlformats.org/officeDocument/2006/relationships/slideLayout" Target="../slideLayouts/slideLayout378.xml"/><Relationship Id="rId23" Type="http://schemas.openxmlformats.org/officeDocument/2006/relationships/slideLayout" Target="../slideLayouts/slideLayout386.xml"/><Relationship Id="rId28" Type="http://schemas.openxmlformats.org/officeDocument/2006/relationships/slideLayout" Target="../slideLayouts/slideLayout391.xml"/><Relationship Id="rId10" Type="http://schemas.openxmlformats.org/officeDocument/2006/relationships/slideLayout" Target="../slideLayouts/slideLayout373.xml"/><Relationship Id="rId19" Type="http://schemas.openxmlformats.org/officeDocument/2006/relationships/slideLayout" Target="../slideLayouts/slideLayout382.xml"/><Relationship Id="rId31" Type="http://schemas.openxmlformats.org/officeDocument/2006/relationships/image" Target="../media/image1.svg"/><Relationship Id="rId4" Type="http://schemas.openxmlformats.org/officeDocument/2006/relationships/slideLayout" Target="../slideLayouts/slideLayout367.xml"/><Relationship Id="rId9" Type="http://schemas.openxmlformats.org/officeDocument/2006/relationships/slideLayout" Target="../slideLayouts/slideLayout372.xml"/><Relationship Id="rId14" Type="http://schemas.openxmlformats.org/officeDocument/2006/relationships/slideLayout" Target="../slideLayouts/slideLayout377.xml"/><Relationship Id="rId22" Type="http://schemas.openxmlformats.org/officeDocument/2006/relationships/slideLayout" Target="../slideLayouts/slideLayout385.xml"/><Relationship Id="rId27" Type="http://schemas.openxmlformats.org/officeDocument/2006/relationships/slideLayout" Target="../slideLayouts/slideLayout390.xml"/><Relationship Id="rId30" Type="http://schemas.openxmlformats.org/officeDocument/2006/relationships/theme" Target="../theme/theme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5"/>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2"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ctr" defTabSz="932114"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ctr" defTabSz="932114"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67"/>
              </a:ext>
            </a:extLst>
          </a:blip>
          <a:srcRect/>
          <a:stretch/>
        </p:blipFill>
        <p:spPr>
          <a:xfrm rot="5400000">
            <a:off x="9509921" y="2743200"/>
            <a:ext cx="6858000" cy="1371600"/>
          </a:xfrm>
          <a:prstGeom prst="rect">
            <a:avLst/>
          </a:prstGeom>
        </p:spPr>
      </p:pic>
    </p:spTree>
    <p:extLst>
      <p:ext uri="{BB962C8B-B14F-4D97-AF65-F5344CB8AC3E}">
        <p14:creationId xmlns:p14="http://schemas.microsoft.com/office/powerpoint/2010/main" val="193038424"/>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8" r:id="rId57"/>
    <p:sldLayoutId id="2147483721" r:id="rId58"/>
    <p:sldLayoutId id="2147483722" r:id="rId59"/>
    <p:sldLayoutId id="2147483723" r:id="rId60"/>
    <p:sldLayoutId id="2147483724" r:id="rId61"/>
    <p:sldLayoutId id="2147483725" r:id="rId62"/>
    <p:sldLayoutId id="2147483726" r:id="rId63"/>
    <p:sldLayoutId id="2147483727" r:id="rId64"/>
    <p:sldLayoutId id="2147483728" r:id="rId65"/>
  </p:sldLayoutIdLst>
  <p:transition>
    <p:fade/>
  </p:transition>
  <p:hf sldNum="0" hdr="0" ftr="0" dt="0"/>
  <p:txStyles>
    <p:titleStyle>
      <a:lvl1pPr algn="l" defTabSz="932384"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512" marR="0" indent="-228512"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025" marR="0" indent="-228512"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6973" marR="0" indent="-199948"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639" marR="0" indent="-180906"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544" marR="0" indent="-168211"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4054" indent="-233097" algn="l" defTabSz="932384"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0248" indent="-233097" algn="l" defTabSz="932384"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6440" indent="-233097" algn="l" defTabSz="932384"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2633" indent="-233097" algn="l" defTabSz="932384"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384" rtl="0" eaLnBrk="1" latinLnBrk="0" hangingPunct="1">
        <a:defRPr sz="1800" kern="1200">
          <a:solidFill>
            <a:schemeClr val="tx1"/>
          </a:solidFill>
          <a:latin typeface="+mn-lt"/>
          <a:ea typeface="+mn-ea"/>
          <a:cs typeface="+mn-cs"/>
        </a:defRPr>
      </a:lvl1pPr>
      <a:lvl2pPr marL="466192" algn="l" defTabSz="932384" rtl="0" eaLnBrk="1" latinLnBrk="0" hangingPunct="1">
        <a:defRPr sz="1800" kern="1200">
          <a:solidFill>
            <a:schemeClr val="tx1"/>
          </a:solidFill>
          <a:latin typeface="+mn-lt"/>
          <a:ea typeface="+mn-ea"/>
          <a:cs typeface="+mn-cs"/>
        </a:defRPr>
      </a:lvl2pPr>
      <a:lvl3pPr marL="932384" algn="l" defTabSz="932384" rtl="0" eaLnBrk="1" latinLnBrk="0" hangingPunct="1">
        <a:defRPr sz="1800" kern="1200">
          <a:solidFill>
            <a:schemeClr val="tx1"/>
          </a:solidFill>
          <a:latin typeface="+mn-lt"/>
          <a:ea typeface="+mn-ea"/>
          <a:cs typeface="+mn-cs"/>
        </a:defRPr>
      </a:lvl3pPr>
      <a:lvl4pPr marL="1398575" algn="l" defTabSz="932384" rtl="0" eaLnBrk="1" latinLnBrk="0" hangingPunct="1">
        <a:defRPr sz="1800" kern="1200">
          <a:solidFill>
            <a:schemeClr val="tx1"/>
          </a:solidFill>
          <a:latin typeface="+mn-lt"/>
          <a:ea typeface="+mn-ea"/>
          <a:cs typeface="+mn-cs"/>
        </a:defRPr>
      </a:lvl4pPr>
      <a:lvl5pPr marL="1864768" algn="l" defTabSz="932384" rtl="0" eaLnBrk="1" latinLnBrk="0" hangingPunct="1">
        <a:defRPr sz="1800" kern="1200">
          <a:solidFill>
            <a:schemeClr val="tx1"/>
          </a:solidFill>
          <a:latin typeface="+mn-lt"/>
          <a:ea typeface="+mn-ea"/>
          <a:cs typeface="+mn-cs"/>
        </a:defRPr>
      </a:lvl5pPr>
      <a:lvl6pPr marL="2330960" algn="l" defTabSz="932384" rtl="0" eaLnBrk="1" latinLnBrk="0" hangingPunct="1">
        <a:defRPr sz="1800" kern="1200">
          <a:solidFill>
            <a:schemeClr val="tx1"/>
          </a:solidFill>
          <a:latin typeface="+mn-lt"/>
          <a:ea typeface="+mn-ea"/>
          <a:cs typeface="+mn-cs"/>
        </a:defRPr>
      </a:lvl6pPr>
      <a:lvl7pPr marL="2797152" algn="l" defTabSz="932384" rtl="0" eaLnBrk="1" latinLnBrk="0" hangingPunct="1">
        <a:defRPr sz="1800" kern="1200">
          <a:solidFill>
            <a:schemeClr val="tx1"/>
          </a:solidFill>
          <a:latin typeface="+mn-lt"/>
          <a:ea typeface="+mn-ea"/>
          <a:cs typeface="+mn-cs"/>
        </a:defRPr>
      </a:lvl7pPr>
      <a:lvl8pPr marL="3263343" algn="l" defTabSz="932384" rtl="0" eaLnBrk="1" latinLnBrk="0" hangingPunct="1">
        <a:defRPr sz="1800" kern="1200">
          <a:solidFill>
            <a:schemeClr val="tx1"/>
          </a:solidFill>
          <a:latin typeface="+mn-lt"/>
          <a:ea typeface="+mn-ea"/>
          <a:cs typeface="+mn-cs"/>
        </a:defRPr>
      </a:lvl8pPr>
      <a:lvl9pPr marL="3729536" algn="l" defTabSz="93238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492443"/>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2419124"/>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a:t>
            </a:r>
          </a:p>
          <a:p>
            <a:pPr lvl="6"/>
            <a:r>
              <a:rPr lang="en-US"/>
              <a:t>seven</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1"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algn="ctr" defTabSz="932293"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p:nvPicPr>
        <p:blipFill rotWithShape="1">
          <a:blip r:embed="rId47"/>
          <a:srcRect l="762"/>
          <a:stretch/>
        </p:blipFill>
        <p:spPr>
          <a:xfrm rot="5400000">
            <a:off x="9464500" y="2843774"/>
            <a:ext cx="6858000" cy="1170455"/>
          </a:xfrm>
          <a:prstGeom prst="rect">
            <a:avLst/>
          </a:prstGeom>
        </p:spPr>
      </p:pic>
    </p:spTree>
    <p:extLst>
      <p:ext uri="{BB962C8B-B14F-4D97-AF65-F5344CB8AC3E}">
        <p14:creationId xmlns:p14="http://schemas.microsoft.com/office/powerpoint/2010/main" val="3486421473"/>
      </p:ext>
    </p:extLst>
  </p:cSld>
  <p:clrMap bg1="dk1" tx1="lt1" bg2="dk2" tx2="lt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 id="2147483743" r:id="rId12"/>
    <p:sldLayoutId id="2147483744" r:id="rId13"/>
    <p:sldLayoutId id="2147483745" r:id="rId14"/>
    <p:sldLayoutId id="2147483746" r:id="rId15"/>
    <p:sldLayoutId id="2147483747" r:id="rId16"/>
    <p:sldLayoutId id="2147483748" r:id="rId17"/>
    <p:sldLayoutId id="2147483749" r:id="rId18"/>
    <p:sldLayoutId id="2147483750" r:id="rId19"/>
    <p:sldLayoutId id="2147483751" r:id="rId20"/>
    <p:sldLayoutId id="2147483752" r:id="rId21"/>
    <p:sldLayoutId id="2147483753" r:id="rId22"/>
    <p:sldLayoutId id="2147483754" r:id="rId23"/>
    <p:sldLayoutId id="2147483755" r:id="rId24"/>
    <p:sldLayoutId id="2147483756" r:id="rId25"/>
    <p:sldLayoutId id="2147483757" r:id="rId26"/>
    <p:sldLayoutId id="2147483758" r:id="rId27"/>
    <p:sldLayoutId id="2147483759" r:id="rId28"/>
    <p:sldLayoutId id="2147483760" r:id="rId29"/>
    <p:sldLayoutId id="2147483761" r:id="rId30"/>
    <p:sldLayoutId id="2147483762" r:id="rId31"/>
    <p:sldLayoutId id="2147483763" r:id="rId32"/>
    <p:sldLayoutId id="2147483764" r:id="rId33"/>
    <p:sldLayoutId id="2147483765" r:id="rId34"/>
    <p:sldLayoutId id="2147483766" r:id="rId35"/>
    <p:sldLayoutId id="2147483767" r:id="rId36"/>
    <p:sldLayoutId id="2147483768" r:id="rId37"/>
    <p:sldLayoutId id="2147483769" r:id="rId38"/>
    <p:sldLayoutId id="2147483770" r:id="rId39"/>
    <p:sldLayoutId id="2147483771" r:id="rId40"/>
    <p:sldLayoutId id="2147483772" r:id="rId41"/>
    <p:sldLayoutId id="2147483773" r:id="rId42"/>
    <p:sldLayoutId id="2147483774" r:id="rId43"/>
    <p:sldLayoutId id="2147483775" r:id="rId44"/>
    <p:sldLayoutId id="2147483777" r:id="rId45"/>
  </p:sldLayoutIdLst>
  <p:transition>
    <p:fade/>
  </p:transition>
  <p:hf sldNum="0" hdr="0" ftr="0" dt="0"/>
  <p:txStyles>
    <p:titleStyle>
      <a:lvl1pPr algn="ctr" defTabSz="932563" rtl="0" eaLnBrk="1" latinLnBrk="0" hangingPunct="1">
        <a:lnSpc>
          <a:spcPct val="100000"/>
        </a:lnSpc>
        <a:spcBef>
          <a:spcPct val="0"/>
        </a:spcBef>
        <a:buNone/>
        <a:defRPr lang="en-US" sz="3200" b="0" kern="1200" cap="none" spc="-50" baseline="0" dirty="0" smtClean="0">
          <a:ln w="3175">
            <a:noFill/>
          </a:ln>
          <a:gradFill>
            <a:gsLst>
              <a:gs pos="1250">
                <a:schemeClr val="tx1"/>
              </a:gs>
              <a:gs pos="100000">
                <a:schemeClr val="tx1"/>
              </a:gs>
            </a:gsLst>
            <a:lin ang="5400000" scaled="0"/>
          </a:gradFill>
          <a:effectLst/>
          <a:latin typeface="+mj-lt"/>
          <a:ea typeface="+mn-ea"/>
          <a:cs typeface="Segoe UI Light" panose="020B0502040204020203" pitchFamily="34" charset="0"/>
        </a:defRPr>
      </a:lvl1pPr>
    </p:titleStyle>
    <p:bodyStyle>
      <a:lvl1pPr marL="0" marR="0" indent="0" algn="l" defTabSz="932563" rtl="0" eaLnBrk="1" fontAlgn="auto" latinLnBrk="0" hangingPunct="1">
        <a:lnSpc>
          <a:spcPct val="100000"/>
        </a:lnSpc>
        <a:spcBef>
          <a:spcPts val="1200"/>
        </a:spcBef>
        <a:spcAft>
          <a:spcPts val="0"/>
        </a:spcAft>
        <a:buClrTx/>
        <a:buSzPct val="90000"/>
        <a:buFont typeface="Wingdings" panose="05000000000000000000" pitchFamily="2" charset="2"/>
        <a:buNone/>
        <a:tabLst/>
        <a:defRPr sz="2800" kern="1200" spc="0" baseline="0">
          <a:gradFill>
            <a:gsLst>
              <a:gs pos="1250">
                <a:schemeClr val="tx1"/>
              </a:gs>
              <a:gs pos="100000">
                <a:schemeClr val="tx1"/>
              </a:gs>
            </a:gsLst>
            <a:lin ang="5400000" scaled="0"/>
          </a:gradFill>
          <a:latin typeface="+mn-lt"/>
          <a:ea typeface="+mn-ea"/>
          <a:cs typeface="Segoe UI Light" panose="020B0502040204020203" pitchFamily="34" charset="0"/>
        </a:defRPr>
      </a:lvl1pPr>
      <a:lvl2pPr marL="0" marR="0" indent="0" algn="l" defTabSz="932563" rtl="0" eaLnBrk="1" fontAlgn="auto" latinLnBrk="0" hangingPunct="1">
        <a:lnSpc>
          <a:spcPct val="100000"/>
        </a:lnSpc>
        <a:spcBef>
          <a:spcPct val="20000"/>
        </a:spcBef>
        <a:spcAft>
          <a:spcPts val="600"/>
        </a:spcAft>
        <a:buClrTx/>
        <a:buSzPct val="90000"/>
        <a:buFont typeface="Wingdings" panose="05000000000000000000" pitchFamily="2" charset="2"/>
        <a:buNone/>
        <a:tabLst/>
        <a:defRPr sz="2000" kern="1200" spc="0" baseline="0">
          <a:gradFill>
            <a:gsLst>
              <a:gs pos="1250">
                <a:schemeClr val="tx1"/>
              </a:gs>
              <a:gs pos="100000">
                <a:schemeClr val="tx1"/>
              </a:gs>
            </a:gsLst>
            <a:lin ang="5400000" scaled="0"/>
          </a:gradFill>
          <a:latin typeface="+mn-lt"/>
          <a:ea typeface="+mn-ea"/>
          <a:cs typeface="Segoe UI Light" panose="020B0502040204020203" pitchFamily="34" charset="0"/>
        </a:defRPr>
      </a:lvl2pPr>
      <a:lvl3pPr marL="0" marR="0" indent="0" algn="l" defTabSz="932563" rtl="0" eaLnBrk="1" fontAlgn="auto" latinLnBrk="0" hangingPunct="1">
        <a:lnSpc>
          <a:spcPct val="100000"/>
        </a:lnSpc>
        <a:spcBef>
          <a:spcPct val="20000"/>
        </a:spcBef>
        <a:spcAft>
          <a:spcPts val="600"/>
        </a:spcAft>
        <a:buClrTx/>
        <a:buSzPct val="90000"/>
        <a:buFont typeface="Wingdings" panose="05000000000000000000" pitchFamily="2" charset="2"/>
        <a:buNone/>
        <a:tabLst/>
        <a:defRPr sz="1600" kern="1200" spc="0" baseline="0">
          <a:gradFill>
            <a:gsLst>
              <a:gs pos="1250">
                <a:schemeClr val="tx1"/>
              </a:gs>
              <a:gs pos="100000">
                <a:schemeClr val="tx1"/>
              </a:gs>
            </a:gsLst>
            <a:lin ang="5400000" scaled="0"/>
          </a:gradFill>
          <a:latin typeface="+mn-lt"/>
          <a:ea typeface="+mn-ea"/>
          <a:cs typeface="Segoe UI Light" panose="020B0502040204020203" pitchFamily="34" charset="0"/>
        </a:defRPr>
      </a:lvl3pPr>
      <a:lvl4pPr marL="0" marR="0" indent="0" algn="l" defTabSz="932563" rtl="0" eaLnBrk="1" fontAlgn="auto" latinLnBrk="0" hangingPunct="1">
        <a:lnSpc>
          <a:spcPct val="100000"/>
        </a:lnSpc>
        <a:spcBef>
          <a:spcPts val="600"/>
        </a:spcBef>
        <a:spcAft>
          <a:spcPts val="600"/>
        </a:spcAft>
        <a:buClrTx/>
        <a:buSzPct val="90000"/>
        <a:buFont typeface="Wingdings" panose="05000000000000000000" pitchFamily="2" charset="2"/>
        <a:buNone/>
        <a:tabLst/>
        <a:defRPr sz="1400" kern="1200" cap="all" spc="100" baseline="0">
          <a:solidFill>
            <a:schemeClr val="accent2"/>
          </a:solidFill>
          <a:latin typeface="+mn-lt"/>
          <a:ea typeface="+mn-ea"/>
          <a:cs typeface="Segoe UI Light" panose="020B0502040204020203" pitchFamily="34" charset="0"/>
        </a:defRPr>
      </a:lvl4pPr>
      <a:lvl5pPr marL="0" marR="0" indent="0" algn="l" defTabSz="932563" rtl="0" eaLnBrk="1" fontAlgn="auto" latinLnBrk="0" hangingPunct="1">
        <a:lnSpc>
          <a:spcPct val="100000"/>
        </a:lnSpc>
        <a:spcBef>
          <a:spcPts val="0"/>
        </a:spcBef>
        <a:spcAft>
          <a:spcPts val="600"/>
        </a:spcAft>
        <a:buClrTx/>
        <a:buSzPct val="90000"/>
        <a:buFont typeface="Wingdings" panose="05000000000000000000" pitchFamily="2" charset="2"/>
        <a:buNone/>
        <a:tabLst/>
        <a:defRPr sz="1400" kern="1200" spc="0" baseline="0">
          <a:gradFill>
            <a:gsLst>
              <a:gs pos="1250">
                <a:schemeClr val="tx1"/>
              </a:gs>
              <a:gs pos="100000">
                <a:schemeClr val="tx1"/>
              </a:gs>
            </a:gsLst>
            <a:lin ang="5400000" scaled="0"/>
          </a:gradFill>
          <a:latin typeface="+mn-lt"/>
          <a:ea typeface="+mn-ea"/>
          <a:cs typeface="Segoe UI Light" panose="020B0502040204020203" pitchFamily="34" charset="0"/>
        </a:defRPr>
      </a:lvl5pPr>
      <a:lvl6pPr marL="0" indent="0" algn="l" defTabSz="932563" rtl="0" eaLnBrk="1" latinLnBrk="0" hangingPunct="1">
        <a:spcBef>
          <a:spcPts val="0"/>
        </a:spcBef>
        <a:spcAft>
          <a:spcPts val="600"/>
        </a:spcAft>
        <a:buFont typeface="Arial" pitchFamily="34" charset="0"/>
        <a:buNone/>
        <a:defRPr sz="1400" b="1" kern="1200">
          <a:solidFill>
            <a:schemeClr val="tx1"/>
          </a:solidFill>
          <a:latin typeface="+mn-lt"/>
          <a:ea typeface="+mn-ea"/>
          <a:cs typeface="Segoe UI Light" panose="020B0502040204020203" pitchFamily="34" charset="0"/>
        </a:defRPr>
      </a:lvl6pPr>
      <a:lvl7pPr marL="0" indent="0" algn="l" defTabSz="932563" rtl="0" eaLnBrk="1" latinLnBrk="0" hangingPunct="1">
        <a:spcBef>
          <a:spcPts val="0"/>
        </a:spcBef>
        <a:spcAft>
          <a:spcPts val="600"/>
        </a:spcAft>
        <a:buFont typeface="Arial" pitchFamily="34" charset="0"/>
        <a:buNone/>
        <a:defRPr sz="1400" kern="1200">
          <a:solidFill>
            <a:schemeClr val="accent2"/>
          </a:solidFill>
          <a:latin typeface="+mn-lt"/>
          <a:ea typeface="+mn-ea"/>
          <a:cs typeface="Segoe UI Light" panose="020B0502040204020203" pitchFamily="34" charset="0"/>
        </a:defRPr>
      </a:lvl7pPr>
      <a:lvl8pPr marL="3497111"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3394"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563" rtl="0" eaLnBrk="1" latinLnBrk="0" hangingPunct="1">
        <a:defRPr sz="1800" kern="1200">
          <a:solidFill>
            <a:schemeClr val="tx1"/>
          </a:solidFill>
          <a:latin typeface="+mn-lt"/>
          <a:ea typeface="+mn-ea"/>
          <a:cs typeface="+mn-cs"/>
        </a:defRPr>
      </a:lvl1pPr>
      <a:lvl2pPr marL="466282" algn="l" defTabSz="932563" rtl="0" eaLnBrk="1" latinLnBrk="0" hangingPunct="1">
        <a:defRPr sz="1800" kern="1200">
          <a:solidFill>
            <a:schemeClr val="tx1"/>
          </a:solidFill>
          <a:latin typeface="+mn-lt"/>
          <a:ea typeface="+mn-ea"/>
          <a:cs typeface="+mn-cs"/>
        </a:defRPr>
      </a:lvl2pPr>
      <a:lvl3pPr marL="932563" algn="l" defTabSz="932563" rtl="0" eaLnBrk="1" latinLnBrk="0" hangingPunct="1">
        <a:defRPr sz="1800" kern="1200">
          <a:solidFill>
            <a:schemeClr val="tx1"/>
          </a:solidFill>
          <a:latin typeface="+mn-lt"/>
          <a:ea typeface="+mn-ea"/>
          <a:cs typeface="+mn-cs"/>
        </a:defRPr>
      </a:lvl3pPr>
      <a:lvl4pPr marL="1398844" algn="l" defTabSz="932563" rtl="0" eaLnBrk="1" latinLnBrk="0" hangingPunct="1">
        <a:defRPr sz="1800" kern="1200">
          <a:solidFill>
            <a:schemeClr val="tx1"/>
          </a:solidFill>
          <a:latin typeface="+mn-lt"/>
          <a:ea typeface="+mn-ea"/>
          <a:cs typeface="+mn-cs"/>
        </a:defRPr>
      </a:lvl4pPr>
      <a:lvl5pPr marL="1865126" algn="l" defTabSz="932563" rtl="0" eaLnBrk="1" latinLnBrk="0" hangingPunct="1">
        <a:defRPr sz="1800" kern="1200">
          <a:solidFill>
            <a:schemeClr val="tx1"/>
          </a:solidFill>
          <a:latin typeface="+mn-lt"/>
          <a:ea typeface="+mn-ea"/>
          <a:cs typeface="+mn-cs"/>
        </a:defRPr>
      </a:lvl5pPr>
      <a:lvl6pPr marL="2331408" algn="l" defTabSz="932563" rtl="0" eaLnBrk="1" latinLnBrk="0" hangingPunct="1">
        <a:defRPr sz="1800" kern="1200">
          <a:solidFill>
            <a:schemeClr val="tx1"/>
          </a:solidFill>
          <a:latin typeface="+mn-lt"/>
          <a:ea typeface="+mn-ea"/>
          <a:cs typeface="+mn-cs"/>
        </a:defRPr>
      </a:lvl6pPr>
      <a:lvl7pPr marL="2797689" algn="l" defTabSz="932563" rtl="0" eaLnBrk="1" latinLnBrk="0" hangingPunct="1">
        <a:defRPr sz="1800" kern="1200">
          <a:solidFill>
            <a:schemeClr val="tx1"/>
          </a:solidFill>
          <a:latin typeface="+mn-lt"/>
          <a:ea typeface="+mn-ea"/>
          <a:cs typeface="+mn-cs"/>
        </a:defRPr>
      </a:lvl7pPr>
      <a:lvl8pPr marL="3263970" algn="l" defTabSz="932563" rtl="0" eaLnBrk="1" latinLnBrk="0" hangingPunct="1">
        <a:defRPr sz="1800" kern="1200">
          <a:solidFill>
            <a:schemeClr val="tx1"/>
          </a:solidFill>
          <a:latin typeface="+mn-lt"/>
          <a:ea typeface="+mn-ea"/>
          <a:cs typeface="+mn-cs"/>
        </a:defRPr>
      </a:lvl8pPr>
      <a:lvl9pPr marL="3730252" algn="l" defTabSz="93256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903">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4"/>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1"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66"/>
              </a:ext>
            </a:extLst>
          </a:blip>
          <a:srcRect/>
          <a:stretch/>
        </p:blipFill>
        <p:spPr>
          <a:xfrm rot="5400000">
            <a:off x="9509920" y="2743200"/>
            <a:ext cx="6858000" cy="1371600"/>
          </a:xfrm>
          <a:prstGeom prst="rect">
            <a:avLst/>
          </a:prstGeom>
        </p:spPr>
      </p:pic>
    </p:spTree>
    <p:extLst>
      <p:ext uri="{BB962C8B-B14F-4D97-AF65-F5344CB8AC3E}">
        <p14:creationId xmlns:p14="http://schemas.microsoft.com/office/powerpoint/2010/main" val="2727020645"/>
      </p:ext>
    </p:extLst>
  </p:cSld>
  <p:clrMap bg1="dk1" tx1="lt1" bg2="dk2" tx2="lt2" accent1="accent1" accent2="accent2" accent3="accent3" accent4="accent4" accent5="accent5" accent6="accent6" hlink="hlink" folHlink="folHlink"/>
  <p:sldLayoutIdLst>
    <p:sldLayoutId id="2147483779" r:id="rId1"/>
    <p:sldLayoutId id="2147483780" r:id="rId2"/>
    <p:sldLayoutId id="2147483781" r:id="rId3"/>
    <p:sldLayoutId id="2147483782" r:id="rId4"/>
    <p:sldLayoutId id="2147483783" r:id="rId5"/>
    <p:sldLayoutId id="2147483784" r:id="rId6"/>
    <p:sldLayoutId id="2147483785" r:id="rId7"/>
    <p:sldLayoutId id="2147483786" r:id="rId8"/>
    <p:sldLayoutId id="2147483787" r:id="rId9"/>
    <p:sldLayoutId id="2147483788" r:id="rId10"/>
    <p:sldLayoutId id="2147483789" r:id="rId11"/>
    <p:sldLayoutId id="2147483790" r:id="rId12"/>
    <p:sldLayoutId id="2147483791" r:id="rId13"/>
    <p:sldLayoutId id="2147483792" r:id="rId14"/>
    <p:sldLayoutId id="2147483793" r:id="rId15"/>
    <p:sldLayoutId id="2147483794" r:id="rId16"/>
    <p:sldLayoutId id="2147483795" r:id="rId17"/>
    <p:sldLayoutId id="2147483796" r:id="rId18"/>
    <p:sldLayoutId id="2147483797" r:id="rId19"/>
    <p:sldLayoutId id="2147483798" r:id="rId20"/>
    <p:sldLayoutId id="2147483799" r:id="rId21"/>
    <p:sldLayoutId id="2147483800" r:id="rId22"/>
    <p:sldLayoutId id="2147483801" r:id="rId23"/>
    <p:sldLayoutId id="2147483802" r:id="rId24"/>
    <p:sldLayoutId id="2147483803" r:id="rId25"/>
    <p:sldLayoutId id="2147483804" r:id="rId26"/>
    <p:sldLayoutId id="2147483805" r:id="rId27"/>
    <p:sldLayoutId id="2147483806" r:id="rId28"/>
    <p:sldLayoutId id="2147483807" r:id="rId29"/>
    <p:sldLayoutId id="2147483808" r:id="rId30"/>
    <p:sldLayoutId id="2147483809" r:id="rId31"/>
    <p:sldLayoutId id="2147483810" r:id="rId32"/>
    <p:sldLayoutId id="2147483811" r:id="rId33"/>
    <p:sldLayoutId id="2147483812" r:id="rId34"/>
    <p:sldLayoutId id="2147483813" r:id="rId35"/>
    <p:sldLayoutId id="2147483814" r:id="rId36"/>
    <p:sldLayoutId id="2147483815" r:id="rId37"/>
    <p:sldLayoutId id="2147483816" r:id="rId38"/>
    <p:sldLayoutId id="2147483817" r:id="rId39"/>
    <p:sldLayoutId id="2147483818" r:id="rId40"/>
    <p:sldLayoutId id="2147483819" r:id="rId41"/>
    <p:sldLayoutId id="2147483820" r:id="rId42"/>
    <p:sldLayoutId id="2147483821" r:id="rId43"/>
    <p:sldLayoutId id="2147483822" r:id="rId44"/>
    <p:sldLayoutId id="2147483823" r:id="rId45"/>
    <p:sldLayoutId id="2147483824" r:id="rId46"/>
    <p:sldLayoutId id="2147483825" r:id="rId47"/>
    <p:sldLayoutId id="2147483826" r:id="rId48"/>
    <p:sldLayoutId id="2147483827" r:id="rId49"/>
    <p:sldLayoutId id="2147483828" r:id="rId50"/>
    <p:sldLayoutId id="2147483829" r:id="rId51"/>
    <p:sldLayoutId id="2147483830" r:id="rId52"/>
    <p:sldLayoutId id="2147483832" r:id="rId53"/>
    <p:sldLayoutId id="2147483834" r:id="rId54"/>
    <p:sldLayoutId id="2147483835" r:id="rId55"/>
    <p:sldLayoutId id="2147483836" r:id="rId56"/>
    <p:sldLayoutId id="2147483839" r:id="rId57"/>
    <p:sldLayoutId id="2147483840" r:id="rId58"/>
    <p:sldLayoutId id="2147483841" r:id="rId59"/>
    <p:sldLayoutId id="2147483842" r:id="rId60"/>
    <p:sldLayoutId id="2147483843" r:id="rId61"/>
    <p:sldLayoutId id="2147483844" r:id="rId62"/>
    <p:sldLayoutId id="2147483845" r:id="rId63"/>
    <p:sldLayoutId id="2147483846" r:id="rId64"/>
  </p:sldLayoutIdLst>
  <p:transition>
    <p:fade/>
  </p:transition>
  <p:hf sldNum="0" hdr="0" ftr="0" dt="0"/>
  <p:txStyles>
    <p:titleStyle>
      <a:lvl1pPr algn="l" defTabSz="932563"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556" marR="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112" marR="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099" marR="0" indent="-19998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801" marR="0" indent="-180940"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741" marR="0" indent="-168243"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4547"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0830"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111"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3394"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563" rtl="0" eaLnBrk="1" latinLnBrk="0" hangingPunct="1">
        <a:defRPr sz="1800" kern="1200">
          <a:solidFill>
            <a:schemeClr val="tx1"/>
          </a:solidFill>
          <a:latin typeface="+mn-lt"/>
          <a:ea typeface="+mn-ea"/>
          <a:cs typeface="+mn-cs"/>
        </a:defRPr>
      </a:lvl1pPr>
      <a:lvl2pPr marL="466282" algn="l" defTabSz="932563" rtl="0" eaLnBrk="1" latinLnBrk="0" hangingPunct="1">
        <a:defRPr sz="1800" kern="1200">
          <a:solidFill>
            <a:schemeClr val="tx1"/>
          </a:solidFill>
          <a:latin typeface="+mn-lt"/>
          <a:ea typeface="+mn-ea"/>
          <a:cs typeface="+mn-cs"/>
        </a:defRPr>
      </a:lvl2pPr>
      <a:lvl3pPr marL="932563" algn="l" defTabSz="932563" rtl="0" eaLnBrk="1" latinLnBrk="0" hangingPunct="1">
        <a:defRPr sz="1800" kern="1200">
          <a:solidFill>
            <a:schemeClr val="tx1"/>
          </a:solidFill>
          <a:latin typeface="+mn-lt"/>
          <a:ea typeface="+mn-ea"/>
          <a:cs typeface="+mn-cs"/>
        </a:defRPr>
      </a:lvl3pPr>
      <a:lvl4pPr marL="1398844" algn="l" defTabSz="932563" rtl="0" eaLnBrk="1" latinLnBrk="0" hangingPunct="1">
        <a:defRPr sz="1800" kern="1200">
          <a:solidFill>
            <a:schemeClr val="tx1"/>
          </a:solidFill>
          <a:latin typeface="+mn-lt"/>
          <a:ea typeface="+mn-ea"/>
          <a:cs typeface="+mn-cs"/>
        </a:defRPr>
      </a:lvl4pPr>
      <a:lvl5pPr marL="1865126" algn="l" defTabSz="932563" rtl="0" eaLnBrk="1" latinLnBrk="0" hangingPunct="1">
        <a:defRPr sz="1800" kern="1200">
          <a:solidFill>
            <a:schemeClr val="tx1"/>
          </a:solidFill>
          <a:latin typeface="+mn-lt"/>
          <a:ea typeface="+mn-ea"/>
          <a:cs typeface="+mn-cs"/>
        </a:defRPr>
      </a:lvl5pPr>
      <a:lvl6pPr marL="2331408" algn="l" defTabSz="932563" rtl="0" eaLnBrk="1" latinLnBrk="0" hangingPunct="1">
        <a:defRPr sz="1800" kern="1200">
          <a:solidFill>
            <a:schemeClr val="tx1"/>
          </a:solidFill>
          <a:latin typeface="+mn-lt"/>
          <a:ea typeface="+mn-ea"/>
          <a:cs typeface="+mn-cs"/>
        </a:defRPr>
      </a:lvl6pPr>
      <a:lvl7pPr marL="2797689" algn="l" defTabSz="932563" rtl="0" eaLnBrk="1" latinLnBrk="0" hangingPunct="1">
        <a:defRPr sz="1800" kern="1200">
          <a:solidFill>
            <a:schemeClr val="tx1"/>
          </a:solidFill>
          <a:latin typeface="+mn-lt"/>
          <a:ea typeface="+mn-ea"/>
          <a:cs typeface="+mn-cs"/>
        </a:defRPr>
      </a:lvl7pPr>
      <a:lvl8pPr marL="3263970" algn="l" defTabSz="932563" rtl="0" eaLnBrk="1" latinLnBrk="0" hangingPunct="1">
        <a:defRPr sz="1800" kern="1200">
          <a:solidFill>
            <a:schemeClr val="tx1"/>
          </a:solidFill>
          <a:latin typeface="+mn-lt"/>
          <a:ea typeface="+mn-ea"/>
          <a:cs typeface="+mn-cs"/>
        </a:defRPr>
      </a:lvl8pPr>
      <a:lvl9pPr marL="3730252" algn="l" defTabSz="93256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60"/>
              </a:ext>
            </a:extLst>
          </a:blip>
          <a:srcRect/>
          <a:stretch/>
        </p:blipFill>
        <p:spPr>
          <a:xfrm rot="5400000">
            <a:off x="9509919" y="2743200"/>
            <a:ext cx="6858000" cy="1371600"/>
          </a:xfrm>
          <a:prstGeom prst="rect">
            <a:avLst/>
          </a:prstGeom>
        </p:spPr>
      </p:pic>
      <p:grpSp>
        <p:nvGrpSpPr>
          <p:cNvPr id="5" name="GRID" hidden="1">
            <a:extLst>
              <a:ext uri="{FF2B5EF4-FFF2-40B4-BE49-F238E27FC236}">
                <a16:creationId xmlns:a16="http://schemas.microsoft.com/office/drawing/2014/main" id="{50B40653-3095-5409-AF88-3DE01C56C0BD}"/>
              </a:ext>
            </a:extLst>
          </p:cNvPr>
          <p:cNvGrpSpPr/>
          <p:nvPr userDrawn="1"/>
        </p:nvGrpSpPr>
        <p:grpSpPr>
          <a:xfrm>
            <a:off x="0" y="0"/>
            <a:ext cx="12192000" cy="6858000"/>
            <a:chOff x="0" y="0"/>
            <a:chExt cx="12192000" cy="6858000"/>
          </a:xfrm>
        </p:grpSpPr>
        <p:cxnSp>
          <p:nvCxnSpPr>
            <p:cNvPr id="6" name="Straight Connector 5">
              <a:extLst>
                <a:ext uri="{FF2B5EF4-FFF2-40B4-BE49-F238E27FC236}">
                  <a16:creationId xmlns:a16="http://schemas.microsoft.com/office/drawing/2014/main" id="{66935197-7475-253E-35F9-725C66B342D8}"/>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EC3EF2E-A5B2-D2A9-F740-03AAA27E6A19}"/>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7F0A76F-B355-867B-FF6D-F22822CEFE79}"/>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E17F9FA-4296-F115-3C5A-E4E06672BDDC}"/>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96D4F38-E0A7-05C7-1A8B-6447E304B31C}"/>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0D13B5F2-C404-D013-5BA1-42FF3AE7E41C}"/>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074F5559-8FA3-6EA3-DAB5-891CE057A2D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B6D1909D-8405-DD51-025D-A9985950CDDD}"/>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2D05B44-146F-0D71-6B17-0631ABDE9EC9}"/>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4B24C807-9FA6-E204-20B6-2473904A789E}"/>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B31505BA-A410-E722-7AAD-2DF4CC8A1323}"/>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72B61F5-642E-081E-0DED-2F31A3C43F6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C903E72D-E58A-556B-A8EF-71C8664C7A32}"/>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3FB7E760-EF13-BCFD-2E36-CFEB29A66399}"/>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307D1ED-8B6D-1A94-1791-BBB67BECEFA4}"/>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4C29C4DC-DA7B-3D8B-E607-D26C42FE54AD}"/>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0DAA56E-BF97-068A-BC5C-1623B8A2D544}"/>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F7786B85-1650-9240-DE22-45A294AEF682}"/>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B75B1B47-5558-8B9E-7DC9-6CE9A06CF1E1}"/>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6BA73727-B7C9-2771-4609-439446DD52AC}"/>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A4A69FD-FC28-F694-746F-F05209933D0C}"/>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989F58F0-B683-0A02-E5E9-56C0E3B5D9A7}"/>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865526F5-745E-3DED-5921-83448B292C71}"/>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6CE0CA17-DE49-59C6-DE10-28CB5C6104E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B7F53F9D-E601-E9D7-CCC9-9C6D4D308975}"/>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7ACEC8BB-71E0-463D-75AD-DD05EA03B2BD}"/>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80BB4EC2-E7F2-9FE8-6DD2-6021493CAE00}"/>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363A409F-1FD3-E286-3FD8-3B8A67AE54FF}"/>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DC5A7289-3785-0F08-62F9-0A77D2E437B7}"/>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B65EC46A-D6D0-A02A-4596-D76BE2FE7F23}"/>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DB85506E-90D6-DB35-FB26-A2A1BC9076A7}"/>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2BE71234-F491-CCF9-EA34-E63F2A8A3155}"/>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B826998-D865-2012-0554-C384C0A0E618}"/>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5376F161-F07A-C2ED-641A-0B3DDBAA7778}"/>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140" name=".64 square" hidden="1">
            <a:extLst>
              <a:ext uri="{FF2B5EF4-FFF2-40B4-BE49-F238E27FC236}">
                <a16:creationId xmlns:a16="http://schemas.microsoft.com/office/drawing/2014/main" id="{F9A34688-B9A6-4073-6571-F94C9F19515D}"/>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141" name=".32 square" hidden="1">
            <a:extLst>
              <a:ext uri="{FF2B5EF4-FFF2-40B4-BE49-F238E27FC236}">
                <a16:creationId xmlns:a16="http://schemas.microsoft.com/office/drawing/2014/main" id="{C60A21A1-50D4-CBD3-DE73-998BE4B74555}"/>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2" name="Graphic 141">
            <a:extLst>
              <a:ext uri="{FF2B5EF4-FFF2-40B4-BE49-F238E27FC236}">
                <a16:creationId xmlns:a16="http://schemas.microsoft.com/office/drawing/2014/main" id="{1B722638-341D-272E-4E6E-9FB1F29ACB70}"/>
              </a:ext>
            </a:extLst>
          </p:cNvPr>
          <p:cNvPicPr>
            <a:picLocks noChangeAspect="1"/>
          </p:cNvPicPr>
          <p:nvPr userDrawn="1"/>
        </p:nvPicPr>
        <p:blipFill>
          <a:blip>
            <a:extLst>
              <a:ext uri="{96DAC541-7B7A-43D3-8B79-37D633B846F1}">
                <asvg:svgBlip xmlns:asvg="http://schemas.microsoft.com/office/drawing/2016/SVG/main" r:embed="rId60"/>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1674905408"/>
      </p:ext>
    </p:extLst>
  </p:cSld>
  <p:clrMap bg1="dk1" tx1="lt1" bg2="dk2" tx2="lt2" accent1="accent1" accent2="accent2" accent3="accent3" accent4="accent4" accent5="accent5" accent6="accent6" hlink="hlink" folHlink="folHlink"/>
  <p:sldLayoutIdLst>
    <p:sldLayoutId id="2147483848" r:id="rId1"/>
    <p:sldLayoutId id="2147483849" r:id="rId2"/>
    <p:sldLayoutId id="2147483850" r:id="rId3"/>
    <p:sldLayoutId id="2147483851" r:id="rId4"/>
    <p:sldLayoutId id="2147483852" r:id="rId5"/>
    <p:sldLayoutId id="2147483853" r:id="rId6"/>
    <p:sldLayoutId id="2147483854" r:id="rId7"/>
    <p:sldLayoutId id="2147483855" r:id="rId8"/>
    <p:sldLayoutId id="2147483856" r:id="rId9"/>
    <p:sldLayoutId id="2147483857" r:id="rId10"/>
    <p:sldLayoutId id="2147483858" r:id="rId11"/>
    <p:sldLayoutId id="2147483859" r:id="rId12"/>
    <p:sldLayoutId id="2147483860" r:id="rId13"/>
    <p:sldLayoutId id="2147483861" r:id="rId14"/>
    <p:sldLayoutId id="2147483862" r:id="rId15"/>
    <p:sldLayoutId id="2147483863" r:id="rId16"/>
    <p:sldLayoutId id="2147483864" r:id="rId17"/>
    <p:sldLayoutId id="2147483865" r:id="rId18"/>
    <p:sldLayoutId id="2147483866" r:id="rId19"/>
    <p:sldLayoutId id="2147483867" r:id="rId20"/>
    <p:sldLayoutId id="2147483868" r:id="rId21"/>
    <p:sldLayoutId id="2147483869" r:id="rId22"/>
    <p:sldLayoutId id="2147483870" r:id="rId23"/>
    <p:sldLayoutId id="2147483871" r:id="rId24"/>
    <p:sldLayoutId id="2147483872" r:id="rId25"/>
    <p:sldLayoutId id="2147483873" r:id="rId26"/>
    <p:sldLayoutId id="2147483874" r:id="rId27"/>
    <p:sldLayoutId id="2147483875" r:id="rId28"/>
    <p:sldLayoutId id="2147483876" r:id="rId29"/>
    <p:sldLayoutId id="2147483877" r:id="rId30"/>
    <p:sldLayoutId id="2147483878" r:id="rId31"/>
    <p:sldLayoutId id="2147483879" r:id="rId32"/>
    <p:sldLayoutId id="2147483880" r:id="rId33"/>
    <p:sldLayoutId id="2147483881" r:id="rId34"/>
    <p:sldLayoutId id="2147483882" r:id="rId35"/>
    <p:sldLayoutId id="2147483883" r:id="rId36"/>
    <p:sldLayoutId id="2147483884" r:id="rId37"/>
    <p:sldLayoutId id="2147483885" r:id="rId38"/>
    <p:sldLayoutId id="2147483886" r:id="rId39"/>
    <p:sldLayoutId id="2147483887" r:id="rId40"/>
    <p:sldLayoutId id="2147483888" r:id="rId41"/>
    <p:sldLayoutId id="2147483889" r:id="rId42"/>
    <p:sldLayoutId id="2147483890" r:id="rId43"/>
    <p:sldLayoutId id="2147483891" r:id="rId44"/>
    <p:sldLayoutId id="2147483892" r:id="rId45"/>
    <p:sldLayoutId id="2147483893" r:id="rId46"/>
    <p:sldLayoutId id="2147483894" r:id="rId47"/>
    <p:sldLayoutId id="2147483895" r:id="rId48"/>
    <p:sldLayoutId id="2147483896" r:id="rId49"/>
    <p:sldLayoutId id="2147483897" r:id="rId50"/>
    <p:sldLayoutId id="2147483898" r:id="rId51"/>
    <p:sldLayoutId id="2147483899" r:id="rId52"/>
    <p:sldLayoutId id="2147483900" r:id="rId53"/>
    <p:sldLayoutId id="2147483902" r:id="rId54"/>
    <p:sldLayoutId id="2147483903" r:id="rId55"/>
    <p:sldLayoutId id="2147483904" r:id="rId56"/>
    <p:sldLayoutId id="2147483905" r:id="rId57"/>
    <p:sldLayoutId id="2147483906" r:id="rId58"/>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492443"/>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2419124"/>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a:t>
            </a:r>
          </a:p>
          <a:p>
            <a:pPr lvl="6"/>
            <a:r>
              <a:rPr lang="en-US"/>
              <a:t>seven</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p:nvPicPr>
        <p:blipFill rotWithShape="1">
          <a:blip r:embed="rId47"/>
          <a:srcRect l="762"/>
          <a:stretch/>
        </p:blipFill>
        <p:spPr>
          <a:xfrm rot="5400000">
            <a:off x="9464500" y="2843773"/>
            <a:ext cx="6858000" cy="1170455"/>
          </a:xfrm>
          <a:prstGeom prst="rect">
            <a:avLst/>
          </a:prstGeom>
        </p:spPr>
      </p:pic>
    </p:spTree>
    <p:extLst>
      <p:ext uri="{BB962C8B-B14F-4D97-AF65-F5344CB8AC3E}">
        <p14:creationId xmlns:p14="http://schemas.microsoft.com/office/powerpoint/2010/main" val="240725571"/>
      </p:ext>
    </p:extLst>
  </p:cSld>
  <p:clrMap bg1="dk1" tx1="lt1" bg2="dk2" tx2="lt2" accent1="accent1" accent2="accent2" accent3="accent3" accent4="accent4" accent5="accent5" accent6="accent6" hlink="hlink" folHlink="folHlink"/>
  <p:sldLayoutIdLst>
    <p:sldLayoutId id="2147483908" r:id="rId1"/>
    <p:sldLayoutId id="2147483909" r:id="rId2"/>
    <p:sldLayoutId id="2147483910" r:id="rId3"/>
    <p:sldLayoutId id="2147483911" r:id="rId4"/>
    <p:sldLayoutId id="2147483912" r:id="rId5"/>
    <p:sldLayoutId id="2147483913" r:id="rId6"/>
    <p:sldLayoutId id="2147483914" r:id="rId7"/>
    <p:sldLayoutId id="2147483915" r:id="rId8"/>
    <p:sldLayoutId id="2147483916" r:id="rId9"/>
    <p:sldLayoutId id="2147483917" r:id="rId10"/>
    <p:sldLayoutId id="2147483918" r:id="rId11"/>
    <p:sldLayoutId id="2147483919" r:id="rId12"/>
    <p:sldLayoutId id="2147483920" r:id="rId13"/>
    <p:sldLayoutId id="2147483921" r:id="rId14"/>
    <p:sldLayoutId id="2147483922" r:id="rId15"/>
    <p:sldLayoutId id="2147483923" r:id="rId16"/>
    <p:sldLayoutId id="2147483924" r:id="rId17"/>
    <p:sldLayoutId id="2147483925" r:id="rId18"/>
    <p:sldLayoutId id="2147483926" r:id="rId19"/>
    <p:sldLayoutId id="2147483927" r:id="rId20"/>
    <p:sldLayoutId id="2147483928" r:id="rId21"/>
    <p:sldLayoutId id="2147483929" r:id="rId22"/>
    <p:sldLayoutId id="2147483930" r:id="rId23"/>
    <p:sldLayoutId id="2147483931" r:id="rId24"/>
    <p:sldLayoutId id="2147483932" r:id="rId25"/>
    <p:sldLayoutId id="2147483933" r:id="rId26"/>
    <p:sldLayoutId id="2147483934" r:id="rId27"/>
    <p:sldLayoutId id="2147483935" r:id="rId28"/>
    <p:sldLayoutId id="2147483936" r:id="rId29"/>
    <p:sldLayoutId id="2147483937" r:id="rId30"/>
    <p:sldLayoutId id="2147483938" r:id="rId31"/>
    <p:sldLayoutId id="2147483939" r:id="rId32"/>
    <p:sldLayoutId id="2147483940" r:id="rId33"/>
    <p:sldLayoutId id="2147483941" r:id="rId34"/>
    <p:sldLayoutId id="2147483942" r:id="rId35"/>
    <p:sldLayoutId id="2147483943" r:id="rId36"/>
    <p:sldLayoutId id="2147483944" r:id="rId37"/>
    <p:sldLayoutId id="2147483945" r:id="rId38"/>
    <p:sldLayoutId id="2147483946" r:id="rId39"/>
    <p:sldLayoutId id="2147483947" r:id="rId40"/>
    <p:sldLayoutId id="2147483948" r:id="rId41"/>
    <p:sldLayoutId id="2147483949" r:id="rId42"/>
    <p:sldLayoutId id="2147483950" r:id="rId43"/>
    <p:sldLayoutId id="2147483951" r:id="rId44"/>
    <p:sldLayoutId id="2147483953" r:id="rId45"/>
  </p:sldLayoutIdLst>
  <p:transition>
    <p:fade/>
  </p:transition>
  <p:hf sldNum="0" hdr="0" ftr="0" dt="0"/>
  <p:txStyles>
    <p:titleStyle>
      <a:lvl1pPr algn="ctr" defTabSz="932742" rtl="0" eaLnBrk="1" latinLnBrk="0" hangingPunct="1">
        <a:lnSpc>
          <a:spcPct val="100000"/>
        </a:lnSpc>
        <a:spcBef>
          <a:spcPct val="0"/>
        </a:spcBef>
        <a:buNone/>
        <a:defRPr lang="en-US" sz="3200" b="0" kern="1200" cap="none" spc="-50" baseline="0" dirty="0" smtClean="0">
          <a:ln w="3175">
            <a:noFill/>
          </a:ln>
          <a:gradFill>
            <a:gsLst>
              <a:gs pos="1250">
                <a:schemeClr val="tx1"/>
              </a:gs>
              <a:gs pos="100000">
                <a:schemeClr val="tx1"/>
              </a:gs>
            </a:gsLst>
            <a:lin ang="5400000" scaled="0"/>
          </a:gradFill>
          <a:effectLst/>
          <a:latin typeface="+mj-lt"/>
          <a:ea typeface="+mn-ea"/>
          <a:cs typeface="Segoe UI Light" panose="020B0502040204020203" pitchFamily="34" charset="0"/>
        </a:defRPr>
      </a:lvl1pPr>
    </p:titleStyle>
    <p:bodyStyle>
      <a:lvl1pPr marL="0" marR="0" indent="0" algn="l" defTabSz="932742" rtl="0" eaLnBrk="1" fontAlgn="auto" latinLnBrk="0" hangingPunct="1">
        <a:lnSpc>
          <a:spcPct val="100000"/>
        </a:lnSpc>
        <a:spcBef>
          <a:spcPts val="1200"/>
        </a:spcBef>
        <a:spcAft>
          <a:spcPts val="0"/>
        </a:spcAft>
        <a:buClrTx/>
        <a:buSzPct val="90000"/>
        <a:buFont typeface="Wingdings" panose="05000000000000000000" pitchFamily="2" charset="2"/>
        <a:buNone/>
        <a:tabLst/>
        <a:defRPr sz="2800" kern="1200" spc="0" baseline="0">
          <a:gradFill>
            <a:gsLst>
              <a:gs pos="1250">
                <a:schemeClr val="tx1"/>
              </a:gs>
              <a:gs pos="100000">
                <a:schemeClr val="tx1"/>
              </a:gs>
            </a:gsLst>
            <a:lin ang="5400000" scaled="0"/>
          </a:gradFill>
          <a:latin typeface="+mn-lt"/>
          <a:ea typeface="+mn-ea"/>
          <a:cs typeface="Segoe UI Light" panose="020B0502040204020203" pitchFamily="34" charset="0"/>
        </a:defRPr>
      </a:lvl1pPr>
      <a:lvl2pPr marL="0" marR="0" indent="0" algn="l" defTabSz="932742" rtl="0" eaLnBrk="1" fontAlgn="auto" latinLnBrk="0" hangingPunct="1">
        <a:lnSpc>
          <a:spcPct val="100000"/>
        </a:lnSpc>
        <a:spcBef>
          <a:spcPct val="20000"/>
        </a:spcBef>
        <a:spcAft>
          <a:spcPts val="600"/>
        </a:spcAft>
        <a:buClrTx/>
        <a:buSzPct val="90000"/>
        <a:buFont typeface="Wingdings" panose="05000000000000000000" pitchFamily="2" charset="2"/>
        <a:buNone/>
        <a:tabLst/>
        <a:defRPr sz="2000" kern="1200" spc="0" baseline="0">
          <a:gradFill>
            <a:gsLst>
              <a:gs pos="1250">
                <a:schemeClr val="tx1"/>
              </a:gs>
              <a:gs pos="100000">
                <a:schemeClr val="tx1"/>
              </a:gs>
            </a:gsLst>
            <a:lin ang="5400000" scaled="0"/>
          </a:gradFill>
          <a:latin typeface="+mn-lt"/>
          <a:ea typeface="+mn-ea"/>
          <a:cs typeface="Segoe UI Light" panose="020B0502040204020203" pitchFamily="34" charset="0"/>
        </a:defRPr>
      </a:lvl2pPr>
      <a:lvl3pPr marL="0" marR="0" indent="0" algn="l" defTabSz="932742" rtl="0" eaLnBrk="1" fontAlgn="auto" latinLnBrk="0" hangingPunct="1">
        <a:lnSpc>
          <a:spcPct val="100000"/>
        </a:lnSpc>
        <a:spcBef>
          <a:spcPct val="20000"/>
        </a:spcBef>
        <a:spcAft>
          <a:spcPts val="600"/>
        </a:spcAft>
        <a:buClrTx/>
        <a:buSzPct val="90000"/>
        <a:buFont typeface="Wingdings" panose="05000000000000000000" pitchFamily="2" charset="2"/>
        <a:buNone/>
        <a:tabLst/>
        <a:defRPr sz="1600" kern="1200" spc="0" baseline="0">
          <a:gradFill>
            <a:gsLst>
              <a:gs pos="1250">
                <a:schemeClr val="tx1"/>
              </a:gs>
              <a:gs pos="100000">
                <a:schemeClr val="tx1"/>
              </a:gs>
            </a:gsLst>
            <a:lin ang="5400000" scaled="0"/>
          </a:gradFill>
          <a:latin typeface="+mn-lt"/>
          <a:ea typeface="+mn-ea"/>
          <a:cs typeface="Segoe UI Light" panose="020B0502040204020203" pitchFamily="34" charset="0"/>
        </a:defRPr>
      </a:lvl3pPr>
      <a:lvl4pPr marL="0" marR="0" indent="0" algn="l" defTabSz="932742" rtl="0" eaLnBrk="1" fontAlgn="auto" latinLnBrk="0" hangingPunct="1">
        <a:lnSpc>
          <a:spcPct val="100000"/>
        </a:lnSpc>
        <a:spcBef>
          <a:spcPts val="600"/>
        </a:spcBef>
        <a:spcAft>
          <a:spcPts val="600"/>
        </a:spcAft>
        <a:buClrTx/>
        <a:buSzPct val="90000"/>
        <a:buFont typeface="Wingdings" panose="05000000000000000000" pitchFamily="2" charset="2"/>
        <a:buNone/>
        <a:tabLst/>
        <a:defRPr sz="1400" kern="1200" cap="all" spc="100" baseline="0">
          <a:solidFill>
            <a:schemeClr val="accent2"/>
          </a:solidFill>
          <a:latin typeface="+mn-lt"/>
          <a:ea typeface="+mn-ea"/>
          <a:cs typeface="Segoe UI Light" panose="020B0502040204020203" pitchFamily="34" charset="0"/>
        </a:defRPr>
      </a:lvl4pPr>
      <a:lvl5pPr marL="0" marR="0" indent="0" algn="l" defTabSz="932742" rtl="0" eaLnBrk="1" fontAlgn="auto" latinLnBrk="0" hangingPunct="1">
        <a:lnSpc>
          <a:spcPct val="100000"/>
        </a:lnSpc>
        <a:spcBef>
          <a:spcPts val="0"/>
        </a:spcBef>
        <a:spcAft>
          <a:spcPts val="600"/>
        </a:spcAft>
        <a:buClrTx/>
        <a:buSzPct val="90000"/>
        <a:buFont typeface="Wingdings" panose="05000000000000000000" pitchFamily="2" charset="2"/>
        <a:buNone/>
        <a:tabLst/>
        <a:defRPr sz="1400" kern="1200" spc="0" baseline="0">
          <a:gradFill>
            <a:gsLst>
              <a:gs pos="1250">
                <a:schemeClr val="tx1"/>
              </a:gs>
              <a:gs pos="100000">
                <a:schemeClr val="tx1"/>
              </a:gs>
            </a:gsLst>
            <a:lin ang="5400000" scaled="0"/>
          </a:gradFill>
          <a:latin typeface="+mn-lt"/>
          <a:ea typeface="+mn-ea"/>
          <a:cs typeface="Segoe UI Light" panose="020B0502040204020203" pitchFamily="34" charset="0"/>
        </a:defRPr>
      </a:lvl5pPr>
      <a:lvl6pPr marL="0" indent="0" algn="l" defTabSz="932742" rtl="0" eaLnBrk="1" latinLnBrk="0" hangingPunct="1">
        <a:spcBef>
          <a:spcPts val="0"/>
        </a:spcBef>
        <a:spcAft>
          <a:spcPts val="600"/>
        </a:spcAft>
        <a:buFont typeface="Arial" pitchFamily="34" charset="0"/>
        <a:buNone/>
        <a:defRPr sz="1400" b="1" kern="1200">
          <a:solidFill>
            <a:schemeClr val="tx1"/>
          </a:solidFill>
          <a:latin typeface="+mn-lt"/>
          <a:ea typeface="+mn-ea"/>
          <a:cs typeface="Segoe UI Light" panose="020B0502040204020203" pitchFamily="34" charset="0"/>
        </a:defRPr>
      </a:lvl6pPr>
      <a:lvl7pPr marL="0" indent="0" algn="l" defTabSz="932742" rtl="0" eaLnBrk="1" latinLnBrk="0" hangingPunct="1">
        <a:spcBef>
          <a:spcPts val="0"/>
        </a:spcBef>
        <a:spcAft>
          <a:spcPts val="600"/>
        </a:spcAft>
        <a:buFont typeface="Arial" pitchFamily="34" charset="0"/>
        <a:buNone/>
        <a:defRPr sz="1400" kern="1200">
          <a:solidFill>
            <a:schemeClr val="accent2"/>
          </a:solidFill>
          <a:latin typeface="+mn-lt"/>
          <a:ea typeface="+mn-ea"/>
          <a:cs typeface="Segoe UI Light" panose="020B0502040204020203" pitchFamily="34" charset="0"/>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903">
          <p15:clr>
            <a:srgbClr val="C35EA4"/>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5994" y="556381"/>
            <a:ext cx="11303917" cy="813819"/>
          </a:xfrm>
          <a:prstGeom prst="rect">
            <a:avLst/>
          </a:prstGeom>
        </p:spPr>
        <p:txBody>
          <a:bodyPr vert="horz" wrap="square" lIns="0" tIns="91440" rIns="146304" bIns="91440" rtlCol="0" anchor="t">
            <a:noAutofit/>
          </a:bodyPr>
          <a:lstStyle/>
          <a:p>
            <a:r>
              <a:rPr lang="en-US"/>
              <a:t>Heading Segoe UI </a:t>
            </a:r>
            <a:r>
              <a:rPr lang="en-US" err="1"/>
              <a:t>Semibold</a:t>
            </a:r>
            <a:r>
              <a:rPr lang="en-US"/>
              <a:t> 28/32</a:t>
            </a:r>
          </a:p>
        </p:txBody>
      </p:sp>
      <p:sp>
        <p:nvSpPr>
          <p:cNvPr id="4" name="Text Placeholder 3"/>
          <p:cNvSpPr>
            <a:spLocks noGrp="1"/>
          </p:cNvSpPr>
          <p:nvPr>
            <p:ph type="body" idx="1"/>
          </p:nvPr>
        </p:nvSpPr>
        <p:spPr>
          <a:xfrm>
            <a:off x="455994" y="1817560"/>
            <a:ext cx="11231768" cy="2021853"/>
          </a:xfrm>
          <a:prstGeom prst="rect">
            <a:avLst/>
          </a:prstGeom>
        </p:spPr>
        <p:txBody>
          <a:bodyPr vert="horz" wrap="square" lIns="0" tIns="91440" rIns="146304" bIns="91440" rtlCol="0">
            <a:spAutoFit/>
          </a:bodyPr>
          <a:lstStyle/>
          <a:p>
            <a:pPr lvl="1"/>
            <a:r>
              <a:rPr lang="en-US"/>
              <a:t>Large: subhead Segoe UI Regular 20/24</a:t>
            </a:r>
          </a:p>
          <a:p>
            <a:pPr lvl="1"/>
            <a:endParaRPr lang="en-US"/>
          </a:p>
          <a:p>
            <a:pPr lvl="2"/>
            <a:r>
              <a:rPr lang="en-US"/>
              <a:t>Medium: paragraph heading Segoe UI </a:t>
            </a:r>
            <a:r>
              <a:rPr lang="en-US" err="1"/>
              <a:t>Semibold</a:t>
            </a:r>
            <a:r>
              <a:rPr lang="en-US"/>
              <a:t> 14/18</a:t>
            </a:r>
          </a:p>
          <a:p>
            <a:pPr lvl="3"/>
            <a:r>
              <a:rPr lang="en-US"/>
              <a:t>Medium: paragraph body copy Segoe UI Regular 14/18</a:t>
            </a:r>
          </a:p>
          <a:p>
            <a:pPr lvl="3"/>
            <a:endParaRPr lang="en-US"/>
          </a:p>
          <a:p>
            <a:pPr lvl="4"/>
            <a:r>
              <a:rPr lang="en-US"/>
              <a:t>Small: caption heading Segoe UI Bold 10/12</a:t>
            </a:r>
          </a:p>
          <a:p>
            <a:pPr lvl="6"/>
            <a:r>
              <a:rPr lang="en-US"/>
              <a:t>Small: caption body copy Segoe UI Regular 10/12</a:t>
            </a:r>
          </a:p>
          <a:p>
            <a:pPr lvl="6"/>
            <a:endParaRPr lang="en-US"/>
          </a:p>
          <a:p>
            <a:pPr lvl="6"/>
            <a:endParaRPr lang="en-US"/>
          </a:p>
        </p:txBody>
      </p:sp>
      <p:pic>
        <p:nvPicPr>
          <p:cNvPr id="7" name="Picture 6"/>
          <p:cNvPicPr>
            <a:picLocks noChangeAspect="1"/>
          </p:cNvPicPr>
          <p:nvPr userDrawn="1"/>
        </p:nvPicPr>
        <p:blipFill>
          <a:blip r:embed="rId35" cstate="screen">
            <a:extLst>
              <a:ext uri="{28A0092B-C50C-407E-A947-70E740481C1C}">
                <a14:useLocalDpi xmlns:a14="http://schemas.microsoft.com/office/drawing/2010/main"/>
              </a:ext>
            </a:extLst>
          </a:blip>
          <a:stretch>
            <a:fillRect/>
          </a:stretch>
        </p:blipFill>
        <p:spPr>
          <a:xfrm rot="5400000">
            <a:off x="9432277" y="2842059"/>
            <a:ext cx="6843271" cy="1164777"/>
          </a:xfrm>
          <a:prstGeom prst="rect">
            <a:avLst/>
          </a:prstGeom>
        </p:spPr>
      </p:pic>
    </p:spTree>
    <p:extLst>
      <p:ext uri="{BB962C8B-B14F-4D97-AF65-F5344CB8AC3E}">
        <p14:creationId xmlns:p14="http://schemas.microsoft.com/office/powerpoint/2010/main" val="353722196"/>
      </p:ext>
    </p:extLst>
  </p:cSld>
  <p:clrMap bg1="lt1" tx1="dk1" bg2="lt2" tx2="dk2" accent1="accent1" accent2="accent2" accent3="accent3" accent4="accent4" accent5="accent5" accent6="accent6" hlink="hlink" folHlink="folHlink"/>
  <p:sldLayoutIdLst>
    <p:sldLayoutId id="2147483956" r:id="rId1"/>
    <p:sldLayoutId id="2147483957" r:id="rId2"/>
    <p:sldLayoutId id="2147483958" r:id="rId3"/>
    <p:sldLayoutId id="2147483959" r:id="rId4"/>
    <p:sldLayoutId id="2147483960" r:id="rId5"/>
    <p:sldLayoutId id="2147483961" r:id="rId6"/>
    <p:sldLayoutId id="2147483962" r:id="rId7"/>
    <p:sldLayoutId id="2147483963" r:id="rId8"/>
    <p:sldLayoutId id="2147483964" r:id="rId9"/>
    <p:sldLayoutId id="2147483965" r:id="rId10"/>
    <p:sldLayoutId id="2147483966" r:id="rId11"/>
    <p:sldLayoutId id="2147483967" r:id="rId12"/>
    <p:sldLayoutId id="2147483968" r:id="rId13"/>
    <p:sldLayoutId id="2147483969" r:id="rId14"/>
    <p:sldLayoutId id="2147483970" r:id="rId15"/>
    <p:sldLayoutId id="2147483971" r:id="rId16"/>
    <p:sldLayoutId id="2147483972" r:id="rId17"/>
    <p:sldLayoutId id="2147483973" r:id="rId18"/>
    <p:sldLayoutId id="2147483974" r:id="rId19"/>
    <p:sldLayoutId id="2147483975" r:id="rId20"/>
    <p:sldLayoutId id="2147483976" r:id="rId21"/>
    <p:sldLayoutId id="2147483977" r:id="rId22"/>
    <p:sldLayoutId id="2147483978" r:id="rId23"/>
    <p:sldLayoutId id="2147483979" r:id="rId24"/>
    <p:sldLayoutId id="2147483980" r:id="rId25"/>
    <p:sldLayoutId id="2147483981" r:id="rId26"/>
    <p:sldLayoutId id="2147483982" r:id="rId27"/>
    <p:sldLayoutId id="2147483983" r:id="rId28"/>
    <p:sldLayoutId id="2147483984" r:id="rId29"/>
    <p:sldLayoutId id="2147483985" r:id="rId30"/>
    <p:sldLayoutId id="2147483986" r:id="rId31"/>
    <p:sldLayoutId id="2147483987" r:id="rId32"/>
    <p:sldLayoutId id="2147483988" r:id="rId33"/>
  </p:sldLayoutIdLst>
  <p:transition>
    <p:fade/>
  </p:transition>
  <p:hf hdr="0" dt="0"/>
  <p:txStyles>
    <p:titleStyle>
      <a:lvl1pPr algn="l" defTabSz="914367" rtl="0" eaLnBrk="1" latinLnBrk="0" hangingPunct="1">
        <a:lnSpc>
          <a:spcPct val="90000"/>
        </a:lnSpc>
        <a:spcBef>
          <a:spcPct val="0"/>
        </a:spcBef>
        <a:buNone/>
        <a:defRPr lang="en-US" sz="2745" b="0" kern="1200" cap="none" spc="-49" baseline="0" dirty="0" smtClean="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sz="2353" kern="1200" spc="-49" baseline="0">
          <a:solidFill>
            <a:srgbClr val="000000"/>
          </a:solidFill>
          <a:latin typeface="+mj-lt"/>
          <a:ea typeface="+mn-ea"/>
          <a:cs typeface="+mn-cs"/>
        </a:defRPr>
      </a:lvl1pPr>
      <a:lvl2pPr marL="0" marR="0" indent="0" algn="l" defTabSz="914367" rtl="0" eaLnBrk="1" fontAlgn="auto" latinLnBrk="0" hangingPunct="1">
        <a:lnSpc>
          <a:spcPct val="100000"/>
        </a:lnSpc>
        <a:spcBef>
          <a:spcPts val="0"/>
        </a:spcBef>
        <a:spcAft>
          <a:spcPts val="0"/>
        </a:spcAft>
        <a:buClrTx/>
        <a:buSzPct val="90000"/>
        <a:buFontTx/>
        <a:buNone/>
        <a:tabLst/>
        <a:defRPr sz="1961" kern="1200" spc="0" baseline="0">
          <a:solidFill>
            <a:srgbClr val="000000"/>
          </a:solidFill>
          <a:latin typeface="+mn-lt"/>
          <a:ea typeface="+mn-ea"/>
          <a:cs typeface="+mn-cs"/>
        </a:defRPr>
      </a:lvl2pPr>
      <a:lvl3pPr marL="0" marR="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sz="1372" kern="1200" spc="0" baseline="0">
          <a:solidFill>
            <a:schemeClr val="tx2"/>
          </a:solidFill>
          <a:latin typeface="+mj-lt"/>
          <a:ea typeface="+mn-ea"/>
          <a:cs typeface="+mn-cs"/>
        </a:defRPr>
      </a:lvl3pPr>
      <a:lvl4pPr marL="0" marR="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sz="1372" kern="1200" spc="0" baseline="0">
          <a:solidFill>
            <a:srgbClr val="000000"/>
          </a:solidFill>
          <a:latin typeface="+mn-lt"/>
          <a:ea typeface="+mn-ea"/>
          <a:cs typeface="+mn-cs"/>
        </a:defRPr>
      </a:lvl4pPr>
      <a:lvl5pPr marL="0" marR="0" indent="0" algn="l" defTabSz="914367" rtl="0" eaLnBrk="1" fontAlgn="auto" latinLnBrk="0" hangingPunct="1">
        <a:lnSpc>
          <a:spcPct val="100000"/>
        </a:lnSpc>
        <a:spcBef>
          <a:spcPts val="0"/>
        </a:spcBef>
        <a:spcAft>
          <a:spcPts val="0"/>
        </a:spcAft>
        <a:buClrTx/>
        <a:buSzPct val="90000"/>
        <a:buFont typeface="Wingdings" panose="05000000000000000000" pitchFamily="2" charset="2"/>
        <a:buNone/>
        <a:tabLst/>
        <a:defRPr sz="980" b="1" kern="1200" spc="0" baseline="0">
          <a:solidFill>
            <a:srgbClr val="000000"/>
          </a:solidFill>
          <a:latin typeface="+mn-lt"/>
          <a:ea typeface="+mn-ea"/>
          <a:cs typeface="+mn-cs"/>
        </a:defRPr>
      </a:lvl5pPr>
      <a:lvl6pPr marL="2285916" indent="0" algn="l" defTabSz="914367" rtl="0" eaLnBrk="1" latinLnBrk="0" hangingPunct="1">
        <a:spcBef>
          <a:spcPct val="20000"/>
        </a:spcBef>
        <a:buFont typeface="Arial" pitchFamily="34" charset="0"/>
        <a:buNone/>
        <a:defRPr sz="1961" kern="1200">
          <a:solidFill>
            <a:schemeClr val="tx1"/>
          </a:solidFill>
          <a:latin typeface="+mn-lt"/>
          <a:ea typeface="+mn-ea"/>
          <a:cs typeface="+mn-cs"/>
        </a:defRPr>
      </a:lvl6pPr>
      <a:lvl7pPr marL="0" indent="0" algn="l" defTabSz="914367" rtl="0" eaLnBrk="1" latinLnBrk="0" hangingPunct="1">
        <a:lnSpc>
          <a:spcPct val="100000"/>
        </a:lnSpc>
        <a:spcBef>
          <a:spcPts val="0"/>
        </a:spcBef>
        <a:spcAft>
          <a:spcPts val="0"/>
        </a:spcAft>
        <a:buFont typeface="Arial" pitchFamily="34" charset="0"/>
        <a:buNone/>
        <a:defRPr sz="980" kern="1200">
          <a:solidFill>
            <a:srgbClr val="000000"/>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1349">
          <p15:clr>
            <a:srgbClr val="C35EA4"/>
          </p15:clr>
        </p15:guide>
        <p15:guide id="32" pos="1528">
          <p15:clr>
            <a:srgbClr val="C35EA4"/>
          </p15:clr>
        </p15:guide>
        <p15:guide id="33" pos="2621">
          <p15:clr>
            <a:srgbClr val="C35EA4"/>
          </p15:clr>
        </p15:guide>
        <p15:guide id="34" pos="2765">
          <p15:clr>
            <a:srgbClr val="C35EA4"/>
          </p15:clr>
        </p15:guide>
        <p15:guide id="35" pos="3854">
          <p15:clr>
            <a:srgbClr val="C35EA4"/>
          </p15:clr>
        </p15:guide>
        <p15:guide id="36" pos="4003">
          <p15:clr>
            <a:srgbClr val="C35EA4"/>
          </p15:clr>
        </p15:guide>
        <p15:guide id="37" pos="5083">
          <p15:clr>
            <a:srgbClr val="C35EA4"/>
          </p15:clr>
        </p15:guide>
        <p15:guide id="38" pos="5230">
          <p15:clr>
            <a:srgbClr val="C35EA4"/>
          </p15:clr>
        </p15:guide>
        <p15:guide id="39" pos="6323">
          <p15:clr>
            <a:srgbClr val="C35EA4"/>
          </p15:clr>
        </p15:guide>
        <p15:guide id="40" pos="6469">
          <p15:clr>
            <a:srgbClr val="C35EA4"/>
          </p15:clr>
        </p15:guide>
        <p15:guide id="41" pos="269">
          <p15:clr>
            <a:srgbClr val="F26B43"/>
          </p15:clr>
        </p15:guide>
        <p15:guide id="42" pos="7565">
          <p15:clr>
            <a:srgbClr val="F26B43"/>
          </p15:clr>
        </p15:guide>
        <p15:guide id="43" orient="horz" pos="751">
          <p15:clr>
            <a:srgbClr val="5ACBF0"/>
          </p15:clr>
        </p15:guide>
        <p15:guide id="44" orient="horz" pos="1387">
          <p15:clr>
            <a:srgbClr val="5ACBF0"/>
          </p15:clr>
        </p15:guide>
        <p15:guide id="45" orient="horz" pos="605">
          <p15:clr>
            <a:srgbClr val="5ACBF0"/>
          </p15:clr>
        </p15:guide>
        <p15:guide id="46" orient="horz" pos="1514">
          <p15:clr>
            <a:srgbClr val="5ACBF0"/>
          </p15:clr>
        </p15:guide>
        <p15:guide id="47" orient="horz" pos="2130">
          <p15:clr>
            <a:srgbClr val="5ACBF0"/>
          </p15:clr>
        </p15:guide>
        <p15:guide id="48" orient="horz" pos="2299">
          <p15:clr>
            <a:srgbClr val="5ACBF0"/>
          </p15:clr>
        </p15:guide>
        <p15:guide id="49" orient="horz" pos="283">
          <p15:clr>
            <a:srgbClr val="F26B43"/>
          </p15:clr>
        </p15:guide>
        <p15:guide id="50" orient="horz" pos="4123">
          <p15:clr>
            <a:srgbClr val="F26B43"/>
          </p15:clr>
        </p15:guide>
        <p15:guide id="51" orient="horz" pos="2891">
          <p15:clr>
            <a:srgbClr val="5ACBF0"/>
          </p15:clr>
        </p15:guide>
        <p15:guide id="52" orient="horz" pos="3019">
          <p15:clr>
            <a:srgbClr val="5ACBF0"/>
          </p15:clr>
        </p15:guide>
        <p15:guide id="53" orient="horz" pos="3643">
          <p15:clr>
            <a:srgbClr val="5ACBF0"/>
          </p15:clr>
        </p15:guide>
        <p15:guide id="54" orient="horz" pos="3763">
          <p15:clr>
            <a:srgbClr val="5ACBF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5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4251668589"/>
      </p:ext>
    </p:extLst>
  </p:cSld>
  <p:clrMap bg1="dk1" tx1="lt1" bg2="dk2" tx2="lt2" accent1="accent1" accent2="accent2" accent3="accent3" accent4="accent4" accent5="accent5" accent6="accent6" hlink="hlink" folHlink="folHlink"/>
  <p:sldLayoutIdLst>
    <p:sldLayoutId id="2147483997" r:id="rId1"/>
    <p:sldLayoutId id="2147483998" r:id="rId2"/>
    <p:sldLayoutId id="2147483999" r:id="rId3"/>
    <p:sldLayoutId id="2147484000" r:id="rId4"/>
    <p:sldLayoutId id="2147484001" r:id="rId5"/>
    <p:sldLayoutId id="2147484002" r:id="rId6"/>
    <p:sldLayoutId id="2147484003" r:id="rId7"/>
    <p:sldLayoutId id="2147484004" r:id="rId8"/>
    <p:sldLayoutId id="2147484005" r:id="rId9"/>
    <p:sldLayoutId id="2147484006" r:id="rId10"/>
    <p:sldLayoutId id="2147484007" r:id="rId11"/>
    <p:sldLayoutId id="2147484008" r:id="rId12"/>
    <p:sldLayoutId id="2147484009" r:id="rId13"/>
    <p:sldLayoutId id="2147484010" r:id="rId14"/>
    <p:sldLayoutId id="2147484011" r:id="rId15"/>
    <p:sldLayoutId id="2147484012" r:id="rId16"/>
    <p:sldLayoutId id="2147484013" r:id="rId17"/>
    <p:sldLayoutId id="2147484014" r:id="rId18"/>
    <p:sldLayoutId id="2147484015" r:id="rId19"/>
    <p:sldLayoutId id="2147484016" r:id="rId20"/>
    <p:sldLayoutId id="2147484017" r:id="rId21"/>
    <p:sldLayoutId id="2147484018" r:id="rId22"/>
    <p:sldLayoutId id="2147484019" r:id="rId23"/>
    <p:sldLayoutId id="2147484020" r:id="rId24"/>
    <p:sldLayoutId id="2147484021" r:id="rId25"/>
    <p:sldLayoutId id="2147484022" r:id="rId26"/>
    <p:sldLayoutId id="2147484023" r:id="rId27"/>
    <p:sldLayoutId id="2147484024" r:id="rId28"/>
    <p:sldLayoutId id="2147484025" r:id="rId29"/>
    <p:sldLayoutId id="2147484026" r:id="rId30"/>
    <p:sldLayoutId id="2147484027" r:id="rId31"/>
    <p:sldLayoutId id="2147484028" r:id="rId32"/>
    <p:sldLayoutId id="2147484029" r:id="rId33"/>
    <p:sldLayoutId id="2147484030" r:id="rId34"/>
    <p:sldLayoutId id="2147484031" r:id="rId35"/>
    <p:sldLayoutId id="2147484032" r:id="rId36"/>
    <p:sldLayoutId id="2147484033" r:id="rId37"/>
    <p:sldLayoutId id="2147484034" r:id="rId38"/>
    <p:sldLayoutId id="2147484035" r:id="rId39"/>
    <p:sldLayoutId id="2147484036" r:id="rId40"/>
    <p:sldLayoutId id="2147484037" r:id="rId41"/>
    <p:sldLayoutId id="2147484038" r:id="rId42"/>
    <p:sldLayoutId id="2147484039" r:id="rId43"/>
    <p:sldLayoutId id="2147484040" r:id="rId44"/>
    <p:sldLayoutId id="2147484041" r:id="rId45"/>
    <p:sldLayoutId id="2147484042" r:id="rId46"/>
    <p:sldLayoutId id="2147484043" r:id="rId47"/>
    <p:sldLayoutId id="2147484044" r:id="rId48"/>
    <p:sldLayoutId id="2147484045" r:id="rId49"/>
    <p:sldLayoutId id="2147484046" r:id="rId50"/>
    <p:sldLayoutId id="2147484047" r:id="rId51"/>
    <p:sldLayoutId id="2147484048" r:id="rId52"/>
    <p:sldLayoutId id="2147484049" r:id="rId5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492443"/>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5"/>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2"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ctr" defTabSz="932114"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28" tIns="146263" rIns="182828" bIns="146263" numCol="1" spcCol="0" rtlCol="0" fromWordArt="0" anchor="t" anchorCtr="0" forceAA="0" compatLnSpc="1">
            <a:prstTxWarp prst="textNoShape">
              <a:avLst/>
            </a:prstTxWarp>
            <a:noAutofit/>
          </a:bodyPr>
          <a:lstStyle/>
          <a:p>
            <a:pPr marL="0" marR="0" lvl="0" indent="0" algn="ctr" defTabSz="932114"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31"/>
              </a:ext>
            </a:extLst>
          </a:blip>
          <a:srcRect/>
          <a:stretch/>
        </p:blipFill>
        <p:spPr>
          <a:xfrm rot="5400000">
            <a:off x="9509921" y="2743200"/>
            <a:ext cx="6858000" cy="1371600"/>
          </a:xfrm>
          <a:prstGeom prst="rect">
            <a:avLst/>
          </a:prstGeom>
        </p:spPr>
      </p:pic>
    </p:spTree>
    <p:extLst>
      <p:ext uri="{BB962C8B-B14F-4D97-AF65-F5344CB8AC3E}">
        <p14:creationId xmlns:p14="http://schemas.microsoft.com/office/powerpoint/2010/main" val="1843136142"/>
      </p:ext>
    </p:extLst>
  </p:cSld>
  <p:clrMap bg1="dk1" tx1="lt1" bg2="dk2" tx2="lt2" accent1="accent1" accent2="accent2" accent3="accent3" accent4="accent4" accent5="accent5" accent6="accent6" hlink="hlink" folHlink="folHlink"/>
  <p:sldLayoutIdLst>
    <p:sldLayoutId id="2147484055" r:id="rId1"/>
    <p:sldLayoutId id="2147484056" r:id="rId2"/>
    <p:sldLayoutId id="2147484057" r:id="rId3"/>
    <p:sldLayoutId id="2147484058" r:id="rId4"/>
    <p:sldLayoutId id="2147484059" r:id="rId5"/>
    <p:sldLayoutId id="2147484060" r:id="rId6"/>
    <p:sldLayoutId id="2147484061" r:id="rId7"/>
    <p:sldLayoutId id="2147484062" r:id="rId8"/>
    <p:sldLayoutId id="2147484063" r:id="rId9"/>
    <p:sldLayoutId id="2147484064" r:id="rId10"/>
    <p:sldLayoutId id="2147484065" r:id="rId11"/>
    <p:sldLayoutId id="2147484066" r:id="rId12"/>
    <p:sldLayoutId id="2147484067" r:id="rId13"/>
    <p:sldLayoutId id="2147484068" r:id="rId14"/>
    <p:sldLayoutId id="2147484069" r:id="rId15"/>
    <p:sldLayoutId id="2147484070" r:id="rId16"/>
    <p:sldLayoutId id="2147484071" r:id="rId17"/>
    <p:sldLayoutId id="2147484072" r:id="rId18"/>
    <p:sldLayoutId id="2147484073" r:id="rId19"/>
    <p:sldLayoutId id="2147484074" r:id="rId20"/>
    <p:sldLayoutId id="2147484075" r:id="rId21"/>
    <p:sldLayoutId id="2147484076" r:id="rId22"/>
    <p:sldLayoutId id="2147484077" r:id="rId23"/>
    <p:sldLayoutId id="2147484079" r:id="rId24"/>
    <p:sldLayoutId id="2147484080" r:id="rId25"/>
    <p:sldLayoutId id="2147484081" r:id="rId26"/>
    <p:sldLayoutId id="2147484082" r:id="rId27"/>
    <p:sldLayoutId id="2147484083" r:id="rId28"/>
    <p:sldLayoutId id="2147484084" r:id="rId29"/>
  </p:sldLayoutIdLst>
  <p:transition>
    <p:fade/>
  </p:transition>
  <p:hf sldNum="0" hdr="0" ftr="0" dt="0"/>
  <p:txStyles>
    <p:titleStyle>
      <a:lvl1pPr algn="l" defTabSz="932384" rtl="0" eaLnBrk="1" latinLnBrk="0" hangingPunct="1">
        <a:lnSpc>
          <a:spcPct val="100000"/>
        </a:lnSpc>
        <a:spcBef>
          <a:spcPct val="0"/>
        </a:spcBef>
        <a:buNone/>
        <a:defRPr lang="en-US" sz="3200" b="0" kern="1200" cap="none" spc="-50" baseline="0" dirty="0" smtClean="0">
          <a:ln w="3175">
            <a:noFill/>
          </a:ln>
          <a:solidFill>
            <a:schemeClr val="tx1"/>
          </a:solidFill>
          <a:effectLst/>
          <a:latin typeface="+mj-lt"/>
          <a:ea typeface="+mn-ea"/>
          <a:cs typeface="Segoe UI" pitchFamily="34" charset="0"/>
        </a:defRPr>
      </a:lvl1pPr>
    </p:titleStyle>
    <p:bodyStyle>
      <a:lvl1pPr marL="228512" marR="0" indent="-228512"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025" marR="0" indent="-228512"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6973" marR="0" indent="-199948"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639" marR="0" indent="-180906"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544" marR="0" indent="-168211" algn="l" defTabSz="932384"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4054" indent="-233097" algn="l" defTabSz="932384"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0248" indent="-233097" algn="l" defTabSz="932384"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6440" indent="-233097" algn="l" defTabSz="932384"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2633" indent="-233097" algn="l" defTabSz="932384"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384" rtl="0" eaLnBrk="1" latinLnBrk="0" hangingPunct="1">
        <a:defRPr sz="1800" kern="1200">
          <a:solidFill>
            <a:schemeClr val="tx1"/>
          </a:solidFill>
          <a:latin typeface="+mn-lt"/>
          <a:ea typeface="+mn-ea"/>
          <a:cs typeface="+mn-cs"/>
        </a:defRPr>
      </a:lvl1pPr>
      <a:lvl2pPr marL="466192" algn="l" defTabSz="932384" rtl="0" eaLnBrk="1" latinLnBrk="0" hangingPunct="1">
        <a:defRPr sz="1800" kern="1200">
          <a:solidFill>
            <a:schemeClr val="tx1"/>
          </a:solidFill>
          <a:latin typeface="+mn-lt"/>
          <a:ea typeface="+mn-ea"/>
          <a:cs typeface="+mn-cs"/>
        </a:defRPr>
      </a:lvl2pPr>
      <a:lvl3pPr marL="932384" algn="l" defTabSz="932384" rtl="0" eaLnBrk="1" latinLnBrk="0" hangingPunct="1">
        <a:defRPr sz="1800" kern="1200">
          <a:solidFill>
            <a:schemeClr val="tx1"/>
          </a:solidFill>
          <a:latin typeface="+mn-lt"/>
          <a:ea typeface="+mn-ea"/>
          <a:cs typeface="+mn-cs"/>
        </a:defRPr>
      </a:lvl3pPr>
      <a:lvl4pPr marL="1398575" algn="l" defTabSz="932384" rtl="0" eaLnBrk="1" latinLnBrk="0" hangingPunct="1">
        <a:defRPr sz="1800" kern="1200">
          <a:solidFill>
            <a:schemeClr val="tx1"/>
          </a:solidFill>
          <a:latin typeface="+mn-lt"/>
          <a:ea typeface="+mn-ea"/>
          <a:cs typeface="+mn-cs"/>
        </a:defRPr>
      </a:lvl4pPr>
      <a:lvl5pPr marL="1864768" algn="l" defTabSz="932384" rtl="0" eaLnBrk="1" latinLnBrk="0" hangingPunct="1">
        <a:defRPr sz="1800" kern="1200">
          <a:solidFill>
            <a:schemeClr val="tx1"/>
          </a:solidFill>
          <a:latin typeface="+mn-lt"/>
          <a:ea typeface="+mn-ea"/>
          <a:cs typeface="+mn-cs"/>
        </a:defRPr>
      </a:lvl5pPr>
      <a:lvl6pPr marL="2330960" algn="l" defTabSz="932384" rtl="0" eaLnBrk="1" latinLnBrk="0" hangingPunct="1">
        <a:defRPr sz="1800" kern="1200">
          <a:solidFill>
            <a:schemeClr val="tx1"/>
          </a:solidFill>
          <a:latin typeface="+mn-lt"/>
          <a:ea typeface="+mn-ea"/>
          <a:cs typeface="+mn-cs"/>
        </a:defRPr>
      </a:lvl6pPr>
      <a:lvl7pPr marL="2797152" algn="l" defTabSz="932384" rtl="0" eaLnBrk="1" latinLnBrk="0" hangingPunct="1">
        <a:defRPr sz="1800" kern="1200">
          <a:solidFill>
            <a:schemeClr val="tx1"/>
          </a:solidFill>
          <a:latin typeface="+mn-lt"/>
          <a:ea typeface="+mn-ea"/>
          <a:cs typeface="+mn-cs"/>
        </a:defRPr>
      </a:lvl7pPr>
      <a:lvl8pPr marL="3263343" algn="l" defTabSz="932384" rtl="0" eaLnBrk="1" latinLnBrk="0" hangingPunct="1">
        <a:defRPr sz="1800" kern="1200">
          <a:solidFill>
            <a:schemeClr val="tx1"/>
          </a:solidFill>
          <a:latin typeface="+mn-lt"/>
          <a:ea typeface="+mn-ea"/>
          <a:cs typeface="+mn-cs"/>
        </a:defRPr>
      </a:lvl8pPr>
      <a:lvl9pPr marL="3729536" algn="l" defTabSz="93238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hyperlink" Target="https://learn.microsoft.com/en-us/azure/foundry-classic/how-to/develop/cloud-evaluation" TargetMode="External"/><Relationship Id="rId2" Type="http://schemas.openxmlformats.org/officeDocument/2006/relationships/hyperlink" Target="https://learn.microsoft.com/en-us/azure/foundry-classic/how-to/develop/evaluate-sdk" TargetMode="External"/><Relationship Id="rId1" Type="http://schemas.openxmlformats.org/officeDocument/2006/relationships/slideLayout" Target="../slideLayouts/slideLayout13.xml"/><Relationship Id="rId6" Type="http://schemas.openxmlformats.org/officeDocument/2006/relationships/hyperlink" Target="https://learn.microsoft.com/en-us/azure/foundry-classic/concepts/evaluation-evaluators/rag-evaluators" TargetMode="External"/><Relationship Id="rId5" Type="http://schemas.openxmlformats.org/officeDocument/2006/relationships/hyperlink" Target="https://learn.microsoft.com/en-us/azure/foundry/concepts/evaluation-evaluators/custom-evaluators" TargetMode="External"/><Relationship Id="rId4" Type="http://schemas.openxmlformats.org/officeDocument/2006/relationships/hyperlink" Target="https://learn.microsoft.com/en-us/azure/foundry-classic/how-to/develop/agent-evaluate-sdk" TargetMode="External"/></Relationships>
</file>

<file path=ppt/slides/_rels/slide4.xml.rels><?xml version="1.0" encoding="UTF-8" standalone="yes"?>
<Relationships xmlns="http://schemas.openxmlformats.org/package/2006/relationships"><Relationship Id="rId2" Type="http://schemas.openxmlformats.org/officeDocument/2006/relationships/hyperlink" Target="https://azure.microsoft.com/en-us/blog/azure-ai-foundry-your-ai-app-and-agent-factory/" TargetMode="Externa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hyperlink" Target="https://learn.microsoft.com/en-us/python/api/overview/azure/ai-evaluation-readme?view=azure-python" TargetMode="Externa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007A1-C7A6-7EAA-24C4-225B6C074414}"/>
              </a:ext>
            </a:extLst>
          </p:cNvPr>
          <p:cNvSpPr>
            <a:spLocks noGrp="1"/>
          </p:cNvSpPr>
          <p:nvPr>
            <p:ph type="title"/>
          </p:nvPr>
        </p:nvSpPr>
        <p:spPr>
          <a:xfrm>
            <a:off x="499978" y="2533214"/>
            <a:ext cx="10176128" cy="615553"/>
          </a:xfrm>
        </p:spPr>
        <p:txBody>
          <a:bodyPr/>
          <a:lstStyle/>
          <a:p>
            <a:r>
              <a:rPr lang="en-US">
                <a:solidFill>
                  <a:schemeClr val="tx1"/>
                </a:solidFill>
              </a:rPr>
              <a:t>Evaluation</a:t>
            </a:r>
            <a:endParaRPr lang="en-US" dirty="0">
              <a:solidFill>
                <a:schemeClr val="tx1"/>
              </a:solidFill>
            </a:endParaRPr>
          </a:p>
        </p:txBody>
      </p:sp>
      <p:sp>
        <p:nvSpPr>
          <p:cNvPr id="3" name="Text Placeholder 2">
            <a:extLst>
              <a:ext uri="{FF2B5EF4-FFF2-40B4-BE49-F238E27FC236}">
                <a16:creationId xmlns:a16="http://schemas.microsoft.com/office/drawing/2014/main" id="{BE01717B-3302-5285-32BC-BB64338B63B3}"/>
              </a:ext>
            </a:extLst>
          </p:cNvPr>
          <p:cNvSpPr>
            <a:spLocks noGrp="1"/>
          </p:cNvSpPr>
          <p:nvPr>
            <p:ph type="body" sz="quarter" idx="12"/>
          </p:nvPr>
        </p:nvSpPr>
        <p:spPr>
          <a:xfrm>
            <a:off x="584200" y="3962402"/>
            <a:ext cx="9144000" cy="492443"/>
          </a:xfrm>
        </p:spPr>
        <p:txBody>
          <a:bodyPr/>
          <a:lstStyle/>
          <a:p>
            <a:endParaRPr lang="en-US" dirty="0"/>
          </a:p>
          <a:p>
            <a:r>
              <a:rPr lang="en-US"/>
              <a:t>Sep 28, 2026</a:t>
            </a:r>
            <a:endParaRPr lang="en-US" dirty="0"/>
          </a:p>
        </p:txBody>
      </p:sp>
    </p:spTree>
    <p:extLst>
      <p:ext uri="{BB962C8B-B14F-4D97-AF65-F5344CB8AC3E}">
        <p14:creationId xmlns:p14="http://schemas.microsoft.com/office/powerpoint/2010/main" val="850138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EE0DF-FFF8-9621-95F0-9906CF0BC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F5A94D-C967-FE45-7D7E-E28678CC1C18}"/>
              </a:ext>
            </a:extLst>
          </p:cNvPr>
          <p:cNvSpPr>
            <a:spLocks noGrp="1"/>
          </p:cNvSpPr>
          <p:nvPr>
            <p:ph type="title"/>
          </p:nvPr>
        </p:nvSpPr>
        <p:spPr/>
        <p:txBody>
          <a:bodyPr/>
          <a:lstStyle/>
          <a:p>
            <a:r>
              <a:rPr lang="en-US"/>
              <a:t>Evaluation</a:t>
            </a:r>
          </a:p>
        </p:txBody>
      </p:sp>
      <p:sp>
        <p:nvSpPr>
          <p:cNvPr id="3" name="TextBox 2">
            <a:extLst>
              <a:ext uri="{FF2B5EF4-FFF2-40B4-BE49-F238E27FC236}">
                <a16:creationId xmlns:a16="http://schemas.microsoft.com/office/drawing/2014/main" id="{F63851B0-7BA8-9545-3ACD-C015FA2A8305}"/>
              </a:ext>
            </a:extLst>
          </p:cNvPr>
          <p:cNvSpPr txBox="1"/>
          <p:nvPr/>
        </p:nvSpPr>
        <p:spPr>
          <a:xfrm>
            <a:off x="588263" y="1597864"/>
            <a:ext cx="9945721" cy="5386090"/>
          </a:xfrm>
          <a:prstGeom prst="rect">
            <a:avLst/>
          </a:prstGeom>
          <a:noFill/>
        </p:spPr>
        <p:txBody>
          <a:bodyPr wrap="square" lIns="91440" tIns="45720" rIns="91440" bIns="45720" anchor="t">
            <a:spAutoFit/>
          </a:bodyPr>
          <a:lstStyle/>
          <a:p>
            <a:pPr marL="285750" lvl="0" indent="-285750">
              <a:buFont typeface="Arial" panose="020B0604020202020204" pitchFamily="34" charset="0"/>
              <a:buChar char="•"/>
            </a:pPr>
            <a:r>
              <a:rPr lang="en-US"/>
              <a:t>LLM vs RAG Evaluation - tooling, specific metrics and how  automated eval pipelines work</a:t>
            </a:r>
          </a:p>
          <a:p>
            <a:pPr marL="285750" lvl="0" indent="-285750">
              <a:buFont typeface="Arial" panose="020B0604020202020204" pitchFamily="34" charset="0"/>
              <a:buChar char="•"/>
            </a:pPr>
            <a:r>
              <a:rPr lang="en-US"/>
              <a:t>Agentic Evaluation: For multi agent systems how evals and tracing work ? What do you offer ? What have you seen working well ?  trail support</a:t>
            </a:r>
          </a:p>
          <a:p>
            <a:pPr marL="285750" lvl="0" indent="-285750">
              <a:buFont typeface="Arial" panose="020B0604020202020204" pitchFamily="34" charset="0"/>
              <a:buChar char="•"/>
            </a:pPr>
            <a:r>
              <a:rPr lang="en-US"/>
              <a:t>Production AI Monitoring: What exists beyond cost tracking and operational metrics</a:t>
            </a:r>
          </a:p>
          <a:p>
            <a:pPr marL="285750" lvl="0" indent="-285750">
              <a:buFont typeface="Arial" panose="020B0604020202020204" pitchFamily="34" charset="0"/>
              <a:buChar char="•"/>
            </a:pPr>
            <a:r>
              <a:rPr lang="en-US"/>
              <a:t>Metrics, Quality Thresholds &amp; Benchmarks: What metrics are generally tracked for different use cases and any reference thresholds and benchmarks ?</a:t>
            </a:r>
          </a:p>
          <a:p>
            <a:pPr marL="285750" lvl="0" indent="-285750">
              <a:buFont typeface="Arial" panose="020B0604020202020204" pitchFamily="34" charset="0"/>
              <a:buChar char="•"/>
            </a:pPr>
            <a:r>
              <a:rPr lang="en-US"/>
              <a:t>Anything on guardrails and content safety</a:t>
            </a:r>
          </a:p>
          <a:p>
            <a:pPr marL="285750" lvl="0" indent="-285750">
              <a:buFont typeface="Arial" panose="020B0604020202020204" pitchFamily="34" charset="0"/>
              <a:buChar char="•"/>
            </a:pPr>
            <a:r>
              <a:rPr lang="en-US"/>
              <a:t>General enterprise playbooks and patterns that work for SaaS products</a:t>
            </a:r>
          </a:p>
          <a:p>
            <a:pPr lvl="0">
              <a:spcAft>
                <a:spcPts val="600"/>
              </a:spcAft>
              <a:defRPr/>
            </a:pPr>
            <a:endParaRPr lang="en-US"/>
          </a:p>
          <a:p>
            <a:pPr lvl="0">
              <a:spcAft>
                <a:spcPts val="600"/>
              </a:spcAf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sz="1800">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sz="1800">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p>
          <a:p>
            <a:pPr marR="0" lvl="0" algn="l" defTabSz="914400" rtl="0" eaLnBrk="1" fontAlgn="auto" latinLnBrk="0" hangingPunct="1">
              <a:lnSpc>
                <a:spcPct val="100000"/>
              </a:lnSpc>
              <a:spcBef>
                <a:spcPts val="0"/>
              </a:spcBef>
              <a:spcAft>
                <a:spcPts val="600"/>
              </a:spcAft>
              <a:buClrTx/>
              <a:buSzTx/>
              <a:tabLst/>
              <a:defRPr/>
            </a:pPr>
            <a:endParaRPr lang="en-US" sz="1600" i="1" dirty="0">
              <a:solidFill>
                <a:srgbClr val="FFFFFF"/>
              </a:solidFill>
              <a:latin typeface="Segoe UI"/>
              <a:cs typeface="Segoe UI"/>
            </a:endParaRPr>
          </a:p>
        </p:txBody>
      </p:sp>
    </p:spTree>
    <p:extLst>
      <p:ext uri="{BB962C8B-B14F-4D97-AF65-F5344CB8AC3E}">
        <p14:creationId xmlns:p14="http://schemas.microsoft.com/office/powerpoint/2010/main" val="3123137543"/>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F5886-8A35-8FD8-6D87-39AEA048DE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9E271B-9C89-950A-B34A-A37AE05BA076}"/>
              </a:ext>
            </a:extLst>
          </p:cNvPr>
          <p:cNvSpPr>
            <a:spLocks noGrp="1"/>
          </p:cNvSpPr>
          <p:nvPr>
            <p:ph type="title"/>
          </p:nvPr>
        </p:nvSpPr>
        <p:spPr/>
        <p:txBody>
          <a:bodyPr/>
          <a:lstStyle/>
          <a:p>
            <a:r>
              <a:rPr lang="en-US"/>
              <a:t>Ways of Evluation</a:t>
            </a:r>
          </a:p>
        </p:txBody>
      </p:sp>
      <p:sp>
        <p:nvSpPr>
          <p:cNvPr id="3" name="TextBox 2">
            <a:extLst>
              <a:ext uri="{FF2B5EF4-FFF2-40B4-BE49-F238E27FC236}">
                <a16:creationId xmlns:a16="http://schemas.microsoft.com/office/drawing/2014/main" id="{8EDEF359-7C6A-369C-B386-F7C7DDBFE792}"/>
              </a:ext>
            </a:extLst>
          </p:cNvPr>
          <p:cNvSpPr txBox="1"/>
          <p:nvPr/>
        </p:nvSpPr>
        <p:spPr>
          <a:xfrm>
            <a:off x="588263" y="1597864"/>
            <a:ext cx="9945721" cy="6694140"/>
          </a:xfrm>
          <a:prstGeom prst="rect">
            <a:avLst/>
          </a:prstGeom>
          <a:noFill/>
        </p:spPr>
        <p:txBody>
          <a:bodyPr wrap="square" lIns="91440" tIns="45720" rIns="91440" bIns="45720" anchor="t">
            <a:spAutoFit/>
          </a:bodyPr>
          <a:lstStyle/>
          <a:p>
            <a:pPr lvl="0"/>
            <a:endParaRPr lang="en-US">
              <a:hlinkClick r:id="rId2"/>
            </a:endParaRPr>
          </a:p>
          <a:p>
            <a:pPr marL="285750" lvl="0" indent="-285750">
              <a:buFont typeface="Arial" panose="020B0604020202020204" pitchFamily="34" charset="0"/>
              <a:buChar char="•"/>
            </a:pPr>
            <a:r>
              <a:rPr lang="en-US">
                <a:hlinkClick r:id="rId2"/>
              </a:rPr>
              <a:t>Local Evaluation with the Azure AI Evaluation SDK (classic) - Microsoft Foundry (classic) | Microsoft Learn</a:t>
            </a:r>
            <a:endParaRPr lang="en-US"/>
          </a:p>
          <a:p>
            <a:pPr marL="285750" lvl="0" indent="-285750">
              <a:buFont typeface="Arial" panose="020B0604020202020204" pitchFamily="34" charset="0"/>
              <a:buChar char="•"/>
            </a:pPr>
            <a:endParaRPr lang="en-US"/>
          </a:p>
          <a:p>
            <a:pPr marL="285750" lvl="0" indent="-285750">
              <a:buFont typeface="Arial" panose="020B0604020202020204" pitchFamily="34" charset="0"/>
              <a:buChar char="•"/>
            </a:pPr>
            <a:r>
              <a:rPr lang="en-US">
                <a:hlinkClick r:id="rId3"/>
              </a:rPr>
              <a:t>Cloud Evaluation with the Microsoft Foundry SDK (classic) - Microsoft Foundry (classic) | Microsoft Learn</a:t>
            </a:r>
            <a:endParaRPr lang="en-US"/>
          </a:p>
          <a:p>
            <a:pPr lvl="0" fontAlgn="base"/>
            <a:r>
              <a:rPr lang="en-US"/>
              <a:t>​</a:t>
            </a:r>
          </a:p>
          <a:p>
            <a:pPr marL="285750" lvl="0" indent="-285750" fontAlgn="base">
              <a:buFont typeface="Arial" panose="020B0604020202020204" pitchFamily="34" charset="0"/>
              <a:buChar char="•"/>
            </a:pPr>
            <a:r>
              <a:rPr lang="en-US" u="sng">
                <a:hlinkClick r:id="rId4"/>
              </a:rPr>
              <a:t>Agent Evaluation with the Microsoft Foundry SDK (classic) - Microsoft Foundry (classic) portal | Microsoft Learn</a:t>
            </a:r>
            <a:r>
              <a:rPr lang="en-US"/>
              <a:t>​</a:t>
            </a:r>
          </a:p>
          <a:p>
            <a:pPr marL="285750" lvl="0" indent="-285750" fontAlgn="base">
              <a:buFont typeface="Arial" panose="020B0604020202020204" pitchFamily="34" charset="0"/>
              <a:buChar char="•"/>
            </a:pPr>
            <a:endParaRPr lang="en-US"/>
          </a:p>
          <a:p>
            <a:pPr marL="285750" lvl="0" indent="-285750" fontAlgn="base">
              <a:buFont typeface="Arial" panose="020B0604020202020204" pitchFamily="34" charset="0"/>
              <a:buChar char="•"/>
            </a:pPr>
            <a:r>
              <a:rPr lang="en-US" u="sng">
                <a:hlinkClick r:id="rId5"/>
              </a:rPr>
              <a:t>Custom Evaluators - Microsoft Foundry | Microsoft Learn</a:t>
            </a:r>
            <a:r>
              <a:rPr lang="en-US"/>
              <a:t>​</a:t>
            </a:r>
          </a:p>
          <a:p>
            <a:pPr lvl="0"/>
            <a:endParaRPr lang="en-US"/>
          </a:p>
          <a:p>
            <a:pPr marL="285750" lvl="0" indent="-285750">
              <a:buFont typeface="Arial" panose="020B0604020202020204" pitchFamily="34" charset="0"/>
              <a:buChar char="•"/>
            </a:pPr>
            <a:r>
              <a:rPr lang="en-US">
                <a:hlinkClick r:id="rId6"/>
              </a:rPr>
              <a:t>Retrieval-Augmented Generation (RAG) Evaluators for Generative AI (classic) - Microsoft Foundry (classic) | Microsoft Learn</a:t>
            </a:r>
            <a:endParaRPr lang="en-US"/>
          </a:p>
          <a:p>
            <a:pPr lvl="0">
              <a:spcAft>
                <a:spcPts val="600"/>
              </a:spcAf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sz="1800">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sz="1800">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p>
          <a:p>
            <a:pPr marR="0" lvl="0" algn="l" defTabSz="914400" rtl="0" eaLnBrk="1" fontAlgn="auto" latinLnBrk="0" hangingPunct="1">
              <a:lnSpc>
                <a:spcPct val="100000"/>
              </a:lnSpc>
              <a:spcBef>
                <a:spcPts val="0"/>
              </a:spcBef>
              <a:spcAft>
                <a:spcPts val="600"/>
              </a:spcAft>
              <a:buClrTx/>
              <a:buSzTx/>
              <a:tabLst/>
              <a:defRPr/>
            </a:pPr>
            <a:endParaRPr lang="en-US" sz="1600" i="1" dirty="0">
              <a:solidFill>
                <a:srgbClr val="FFFFFF"/>
              </a:solidFill>
              <a:latin typeface="Segoe UI"/>
              <a:cs typeface="Segoe UI"/>
            </a:endParaRPr>
          </a:p>
        </p:txBody>
      </p:sp>
    </p:spTree>
    <p:extLst>
      <p:ext uri="{BB962C8B-B14F-4D97-AF65-F5344CB8AC3E}">
        <p14:creationId xmlns:p14="http://schemas.microsoft.com/office/powerpoint/2010/main" val="246460077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1E928-4BFE-D403-E61C-C2F865D24D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90749-F584-FCFF-40B8-3CE89C6F6CBE}"/>
              </a:ext>
            </a:extLst>
          </p:cNvPr>
          <p:cNvSpPr>
            <a:spLocks noGrp="1"/>
          </p:cNvSpPr>
          <p:nvPr>
            <p:ph type="title"/>
          </p:nvPr>
        </p:nvSpPr>
        <p:spPr>
          <a:xfrm>
            <a:off x="588263" y="457200"/>
            <a:ext cx="11018520" cy="492443"/>
          </a:xfrm>
        </p:spPr>
        <p:txBody>
          <a:bodyPr/>
          <a:lstStyle/>
          <a:p>
            <a:pPr lvl="0"/>
            <a:r>
              <a:rPr lang="en-US" sz="3200"/>
              <a:t>General enterprise playbooks and patterns for SaaS products</a:t>
            </a:r>
          </a:p>
        </p:txBody>
      </p:sp>
      <p:sp>
        <p:nvSpPr>
          <p:cNvPr id="3" name="TextBox 2">
            <a:extLst>
              <a:ext uri="{FF2B5EF4-FFF2-40B4-BE49-F238E27FC236}">
                <a16:creationId xmlns:a16="http://schemas.microsoft.com/office/drawing/2014/main" id="{DEEE704F-89EE-B9E3-8B8C-1934779E2028}"/>
              </a:ext>
            </a:extLst>
          </p:cNvPr>
          <p:cNvSpPr txBox="1"/>
          <p:nvPr/>
        </p:nvSpPr>
        <p:spPr>
          <a:xfrm>
            <a:off x="588263" y="1327951"/>
            <a:ext cx="9945721" cy="7786747"/>
          </a:xfrm>
          <a:prstGeom prst="rect">
            <a:avLst/>
          </a:prstGeom>
          <a:noFill/>
        </p:spPr>
        <p:txBody>
          <a:bodyPr wrap="square" lIns="91440" tIns="45720" rIns="91440" bIns="45720" anchor="t">
            <a:spAutoFit/>
          </a:bodyPr>
          <a:lstStyle/>
          <a:p>
            <a:r>
              <a:rPr lang="en-US" sz="1400"/>
              <a:t>Always-on observation</a:t>
            </a:r>
          </a:p>
          <a:p>
            <a:pPr lvl="0"/>
            <a:r>
              <a:rPr lang="en-US" sz="1400">
                <a:hlinkClick r:id="rId2"/>
              </a:rPr>
              <a:t>Azure AI Foundry: Your AI App and agent factory | Microsoft Azure Blog</a:t>
            </a:r>
            <a:endParaRPr lang="en-US" sz="1400"/>
          </a:p>
          <a:p>
            <a:pPr lvl="0"/>
            <a:endParaRPr lang="en-US" sz="1400"/>
          </a:p>
          <a:p>
            <a:pPr lvl="0">
              <a:spcAft>
                <a:spcPts val="600"/>
              </a:spcAft>
              <a:defRPr/>
            </a:pPr>
            <a:r>
              <a:rPr lang="en-US" sz="1400">
                <a:solidFill>
                  <a:srgbClr val="FFFFFF"/>
                </a:solidFill>
                <a:latin typeface="Segoe UI"/>
                <a:cs typeface="Segoe UI"/>
              </a:rPr>
              <a:t>Separate offline (pre-prod) and online (Prod) evaluation</a:t>
            </a:r>
          </a:p>
          <a:p>
            <a:pPr marL="285750" lvl="0" indent="-285750">
              <a:spcAft>
                <a:spcPts val="600"/>
              </a:spcAft>
              <a:buFont typeface="Arial" panose="020B0604020202020204" pitchFamily="34" charset="0"/>
              <a:buChar char="•"/>
              <a:defRPr/>
            </a:pPr>
            <a:r>
              <a:rPr lang="en-US" sz="1400">
                <a:solidFill>
                  <a:srgbClr val="FFFFFF"/>
                </a:solidFill>
                <a:latin typeface="Segoe UI"/>
                <a:cs typeface="Segoe UI"/>
              </a:rPr>
              <a:t>Offline (golden datasets, regression test, mode comparison, CI/CD quality gates</a:t>
            </a:r>
          </a:p>
          <a:p>
            <a:pPr marL="285750" lvl="0" indent="-285750">
              <a:spcAft>
                <a:spcPts val="600"/>
              </a:spcAft>
              <a:buFont typeface="Arial" panose="020B0604020202020204" pitchFamily="34" charset="0"/>
              <a:buChar char="•"/>
              <a:defRPr/>
            </a:pPr>
            <a:r>
              <a:rPr lang="en-US" sz="1400">
                <a:solidFill>
                  <a:srgbClr val="FFFFFF"/>
                </a:solidFill>
                <a:latin typeface="Segoe UI"/>
                <a:cs typeface="Segoe UI"/>
              </a:rPr>
              <a:t>Online (sampled traffic), drift detection, safety regression detection, alerting on degradation</a:t>
            </a:r>
          </a:p>
          <a:p>
            <a:pPr marL="742950" lvl="1" indent="-285750">
              <a:spcAft>
                <a:spcPts val="600"/>
              </a:spcAft>
              <a:buFont typeface="Arial" panose="020B0604020202020204" pitchFamily="34" charset="0"/>
              <a:buChar char="•"/>
              <a:defRPr/>
            </a:pPr>
            <a:endParaRPr lang="en-US" sz="1400">
              <a:solidFill>
                <a:srgbClr val="FFFFFF"/>
              </a:solidFill>
              <a:latin typeface="Segoe UI"/>
              <a:cs typeface="Segoe UI"/>
            </a:endParaRPr>
          </a:p>
          <a:p>
            <a:pPr lvl="0">
              <a:spcAft>
                <a:spcPts val="600"/>
              </a:spcAft>
              <a:defRPr/>
            </a:pPr>
            <a:r>
              <a:rPr lang="en-US" sz="1400">
                <a:solidFill>
                  <a:srgbClr val="FFFFFF"/>
                </a:solidFill>
                <a:latin typeface="Segoe UI"/>
                <a:cs typeface="Segoe UI"/>
              </a:rPr>
              <a:t>Evaluate the system, not just the model</a:t>
            </a:r>
          </a:p>
          <a:p>
            <a:pPr lvl="0">
              <a:spcAft>
                <a:spcPts val="600"/>
              </a:spcAft>
              <a:defRPr/>
            </a:pPr>
            <a:endParaRPr lang="en-US" sz="1400">
              <a:solidFill>
                <a:srgbClr val="FFFFFF"/>
              </a:solidFill>
              <a:latin typeface="Segoe UI"/>
              <a:cs typeface="Segoe UI"/>
            </a:endParaRPr>
          </a:p>
          <a:p>
            <a:pPr lvl="0">
              <a:spcAft>
                <a:spcPts val="600"/>
              </a:spcAft>
              <a:defRPr/>
            </a:pPr>
            <a:r>
              <a:rPr lang="en-US" sz="1400">
                <a:solidFill>
                  <a:srgbClr val="FFFFFF"/>
                </a:solidFill>
                <a:latin typeface="Segoe UI"/>
                <a:cs typeface="Segoe UI"/>
              </a:rPr>
              <a:t>Risk-tiered evaluation depth</a:t>
            </a:r>
          </a:p>
          <a:p>
            <a:pPr marL="285750" lvl="0" indent="-285750">
              <a:spcAft>
                <a:spcPts val="600"/>
              </a:spcAft>
              <a:buFont typeface="Arial" panose="020B0604020202020204" pitchFamily="34" charset="0"/>
              <a:buChar char="•"/>
              <a:defRPr/>
            </a:pPr>
            <a:r>
              <a:rPr lang="en-US" sz="1400">
                <a:solidFill>
                  <a:srgbClr val="FFFFFF"/>
                </a:solidFill>
                <a:latin typeface="Segoe UI"/>
                <a:cs typeface="Segoe UI"/>
              </a:rPr>
              <a:t>Metrics strictness level, thresholds, evaluation frequency, sampling or full coverage</a:t>
            </a:r>
          </a:p>
          <a:p>
            <a:pPr lvl="0">
              <a:spcAft>
                <a:spcPts val="600"/>
              </a:spcAft>
              <a:defRPr/>
            </a:pPr>
            <a:endParaRPr lang="en-US" sz="1400">
              <a:solidFill>
                <a:srgbClr val="FFFFFF"/>
              </a:solidFill>
              <a:latin typeface="Segoe UI"/>
              <a:cs typeface="Segoe UI"/>
            </a:endParaRPr>
          </a:p>
          <a:p>
            <a:pPr lvl="0">
              <a:spcAft>
                <a:spcPts val="600"/>
              </a:spcAft>
              <a:defRPr/>
            </a:pPr>
            <a:r>
              <a:rPr lang="en-US" sz="1400">
                <a:solidFill>
                  <a:srgbClr val="FFFFFF"/>
                </a:solidFill>
                <a:latin typeface="Segoe UI"/>
                <a:cs typeface="Segoe UI"/>
              </a:rPr>
              <a:t>Metrics are contextual, not universal</a:t>
            </a:r>
          </a:p>
          <a:p>
            <a:pPr marL="285750" lvl="0" indent="-285750">
              <a:spcAft>
                <a:spcPts val="600"/>
              </a:spcAft>
              <a:buFont typeface="Arial" panose="020B0604020202020204" pitchFamily="34" charset="0"/>
              <a:buChar char="•"/>
              <a:defRPr/>
            </a:pPr>
            <a:r>
              <a:rPr lang="en-US" sz="1400">
                <a:solidFill>
                  <a:srgbClr val="FFFFFF"/>
                </a:solidFill>
                <a:latin typeface="Segoe UI"/>
                <a:cs typeface="Segoe UI"/>
              </a:rPr>
              <a:t>Establish baseline metrics first, then tune thresholds per use case.</a:t>
            </a:r>
          </a:p>
          <a:p>
            <a:pPr marL="285750" lvl="0" indent="-285750">
              <a:spcAft>
                <a:spcPts val="600"/>
              </a:spcAft>
              <a:buFont typeface="Arial" panose="020B0604020202020204" pitchFamily="34" charset="0"/>
              <a:buChar char="•"/>
              <a:defRPr/>
            </a:pPr>
            <a:endParaRPr lang="en-US" sz="1400">
              <a:solidFill>
                <a:srgbClr val="FFFFFF"/>
              </a:solidFill>
              <a:latin typeface="Segoe UI"/>
              <a:cs typeface="Segoe UI"/>
            </a:endParaRPr>
          </a:p>
          <a:p>
            <a:pPr lvl="0">
              <a:spcAft>
                <a:spcPts val="600"/>
              </a:spcAft>
              <a:defRPr/>
            </a:pPr>
            <a:r>
              <a:rPr lang="en-US" sz="1400">
                <a:solidFill>
                  <a:srgbClr val="FFFFFF"/>
                </a:solidFill>
                <a:latin typeface="Segoe UI"/>
                <a:cs typeface="Segoe UI"/>
              </a:rPr>
              <a:t>Evaluation integrated into CI/CD</a:t>
            </a:r>
          </a:p>
          <a:p>
            <a:pPr lvl="0">
              <a:spcAft>
                <a:spcPts val="600"/>
              </a:spcAft>
              <a:defRPr/>
            </a:pPr>
            <a:r>
              <a:rPr lang="en-US" sz="1400">
                <a:solidFill>
                  <a:srgbClr val="FFFFFF"/>
                </a:solidFill>
                <a:latin typeface="Segoe UI"/>
                <a:cs typeface="Segoe UI"/>
              </a:rPr>
              <a:t>Human review</a:t>
            </a:r>
          </a:p>
          <a:p>
            <a:pPr lvl="0">
              <a:spcAft>
                <a:spcPts val="600"/>
              </a:spcAft>
              <a:defRPr/>
            </a:pPr>
            <a:r>
              <a:rPr lang="en-US" sz="1400">
                <a:solidFill>
                  <a:srgbClr val="FFFFFF"/>
                </a:solidFill>
                <a:latin typeface="Segoe UI"/>
                <a:cs typeface="Segoe UI"/>
              </a:rPr>
              <a:t>Centralized evaluation standards, decentralized execution</a:t>
            </a:r>
          </a:p>
          <a:p>
            <a:pPr marR="0" lvl="0" algn="l" defTabSz="914400" rtl="0" eaLnBrk="1" fontAlgn="auto" latinLnBrk="0" hangingPunct="1">
              <a:lnSpc>
                <a:spcPct val="100000"/>
              </a:lnSpc>
              <a:spcBef>
                <a:spcPts val="0"/>
              </a:spcBef>
              <a:spcAft>
                <a:spcPts val="600"/>
              </a:spcAft>
              <a:buClrTx/>
              <a:buSzTx/>
              <a:tabLst/>
              <a:defRPr/>
            </a:pPr>
            <a:endParaRPr lang="en-US" sz="1800">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sz="1800">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p>
          <a:p>
            <a:pPr marR="0" lvl="0" algn="l" defTabSz="914400" rtl="0" eaLnBrk="1" fontAlgn="auto" latinLnBrk="0" hangingPunct="1">
              <a:lnSpc>
                <a:spcPct val="100000"/>
              </a:lnSpc>
              <a:spcBef>
                <a:spcPts val="0"/>
              </a:spcBef>
              <a:spcAft>
                <a:spcPts val="600"/>
              </a:spcAft>
              <a:buClrTx/>
              <a:buSzTx/>
              <a:tabLst/>
              <a:defRPr/>
            </a:pPr>
            <a:endParaRPr lang="en-US" sz="1600" i="1" dirty="0">
              <a:solidFill>
                <a:srgbClr val="FFFFFF"/>
              </a:solidFill>
              <a:latin typeface="Segoe UI"/>
              <a:cs typeface="Segoe UI"/>
            </a:endParaRPr>
          </a:p>
        </p:txBody>
      </p:sp>
    </p:spTree>
    <p:extLst>
      <p:ext uri="{BB962C8B-B14F-4D97-AF65-F5344CB8AC3E}">
        <p14:creationId xmlns:p14="http://schemas.microsoft.com/office/powerpoint/2010/main" val="1999166407"/>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CCB59-2621-E5DC-17C9-F42760BB3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6D9A11-27C2-9CF9-5C84-292F384E8501}"/>
              </a:ext>
            </a:extLst>
          </p:cNvPr>
          <p:cNvSpPr>
            <a:spLocks noGrp="1"/>
          </p:cNvSpPr>
          <p:nvPr>
            <p:ph type="title"/>
          </p:nvPr>
        </p:nvSpPr>
        <p:spPr>
          <a:xfrm>
            <a:off x="588263" y="457200"/>
            <a:ext cx="11018520" cy="492443"/>
          </a:xfrm>
        </p:spPr>
        <p:txBody>
          <a:bodyPr/>
          <a:lstStyle/>
          <a:p>
            <a:pPr lvl="0"/>
            <a:r>
              <a:rPr lang="en-US" sz="3200"/>
              <a:t>Rubrik style evaluation</a:t>
            </a:r>
          </a:p>
        </p:txBody>
      </p:sp>
      <p:sp>
        <p:nvSpPr>
          <p:cNvPr id="3" name="TextBox 2">
            <a:extLst>
              <a:ext uri="{FF2B5EF4-FFF2-40B4-BE49-F238E27FC236}">
                <a16:creationId xmlns:a16="http://schemas.microsoft.com/office/drawing/2014/main" id="{D6D8E63C-1173-D356-9BEA-4CF47747371B}"/>
              </a:ext>
            </a:extLst>
          </p:cNvPr>
          <p:cNvSpPr txBox="1"/>
          <p:nvPr/>
        </p:nvSpPr>
        <p:spPr>
          <a:xfrm>
            <a:off x="588263" y="1327951"/>
            <a:ext cx="9945721" cy="4401205"/>
          </a:xfrm>
          <a:prstGeom prst="rect">
            <a:avLst/>
          </a:prstGeom>
          <a:noFill/>
        </p:spPr>
        <p:txBody>
          <a:bodyPr wrap="square" lIns="91440" tIns="45720" rIns="91440" bIns="45720" anchor="t">
            <a:spAutoFit/>
          </a:bodyPr>
          <a:lstStyle/>
          <a:p>
            <a:pPr fontAlgn="t"/>
            <a:r>
              <a:rPr lang="en-US"/>
              <a:t>A </a:t>
            </a:r>
            <a:r>
              <a:rPr lang="en-US" b="1"/>
              <a:t>rubric</a:t>
            </a:r>
            <a:r>
              <a:rPr lang="en-US"/>
              <a:t> is a </a:t>
            </a:r>
            <a:r>
              <a:rPr lang="en-US" i="1"/>
              <a:t>structured assessment protocol</a:t>
            </a:r>
            <a:r>
              <a:rPr lang="en-US"/>
              <a:t> that defines </a:t>
            </a:r>
            <a:r>
              <a:rPr lang="en-US" b="1"/>
              <a:t>explicit evaluation criteria</a:t>
            </a:r>
            <a:r>
              <a:rPr lang="en-US"/>
              <a:t> (multiple dimensions like correctness, completeness, tool use, safety) instead of relying on a single overall score. Rubrics make complex agent behaviors </a:t>
            </a:r>
            <a:r>
              <a:rPr lang="en-US" b="1"/>
              <a:t>checkable and explainable</a:t>
            </a:r>
            <a:r>
              <a:rPr lang="en-US"/>
              <a:t> by scoring each criterion separately so you can see </a:t>
            </a:r>
            <a:r>
              <a:rPr lang="en-US" i="1"/>
              <a:t>what failed and why</a:t>
            </a:r>
            <a:r>
              <a:rPr lang="en-US"/>
              <a:t>. </a:t>
            </a:r>
          </a:p>
          <a:p>
            <a:pPr fontAlgn="t"/>
            <a:endParaRPr lang="en-US" sz="1800">
              <a:solidFill>
                <a:srgbClr val="FFFFFF"/>
              </a:solidFill>
              <a:latin typeface="Segoe UI"/>
              <a:cs typeface="Segoe UI"/>
            </a:endParaRPr>
          </a:p>
          <a:p>
            <a:pPr fontAlgn="t"/>
            <a:r>
              <a:rPr lang="en-US">
                <a:solidFill>
                  <a:srgbClr val="FFFFFF"/>
                </a:solidFill>
                <a:latin typeface="Segoe UI"/>
                <a:cs typeface="Segoe UI"/>
              </a:rPr>
              <a:t>Azure AI evaluator library:</a:t>
            </a:r>
          </a:p>
          <a:p>
            <a:pPr fontAlgn="t"/>
            <a:r>
              <a:rPr lang="en-US">
                <a:hlinkClick r:id="rId2"/>
              </a:rPr>
              <a:t>Azure AI Evaluation client library for Python | Microsoft Learn</a:t>
            </a:r>
            <a:endParaRPr lang="en-US" sz="1800">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sz="1800">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solidFill>
                <a:srgbClr val="FFFFFF"/>
              </a:solidFill>
              <a:latin typeface="Segoe UI"/>
              <a:cs typeface="Segoe UI"/>
            </a:endParaRPr>
          </a:p>
          <a:p>
            <a:pPr marR="0" lvl="0" algn="l" defTabSz="914400" rtl="0" eaLnBrk="1" fontAlgn="auto" latinLnBrk="0" hangingPunct="1">
              <a:lnSpc>
                <a:spcPct val="100000"/>
              </a:lnSpc>
              <a:spcBef>
                <a:spcPts val="0"/>
              </a:spcBef>
              <a:spcAft>
                <a:spcPts val="600"/>
              </a:spcAft>
              <a:buClrTx/>
              <a:buSzTx/>
              <a:tabLst/>
              <a:defRPr/>
            </a:pPr>
            <a:endParaRPr lang="en-US"/>
          </a:p>
          <a:p>
            <a:pPr marR="0" lvl="0" algn="l" defTabSz="914400" rtl="0" eaLnBrk="1" fontAlgn="auto" latinLnBrk="0" hangingPunct="1">
              <a:lnSpc>
                <a:spcPct val="100000"/>
              </a:lnSpc>
              <a:spcBef>
                <a:spcPts val="0"/>
              </a:spcBef>
              <a:spcAft>
                <a:spcPts val="600"/>
              </a:spcAft>
              <a:buClrTx/>
              <a:buSzTx/>
              <a:tabLst/>
              <a:defRPr/>
            </a:pPr>
            <a:endParaRPr lang="en-US" sz="1600" i="1" dirty="0">
              <a:solidFill>
                <a:srgbClr val="FFFFFF"/>
              </a:solidFill>
              <a:latin typeface="Segoe UI"/>
              <a:cs typeface="Segoe UI"/>
            </a:endParaRPr>
          </a:p>
        </p:txBody>
      </p:sp>
    </p:spTree>
    <p:extLst>
      <p:ext uri="{BB962C8B-B14F-4D97-AF65-F5344CB8AC3E}">
        <p14:creationId xmlns:p14="http://schemas.microsoft.com/office/powerpoint/2010/main" val="257199690"/>
      </p:ext>
    </p:extLst>
  </p:cSld>
  <p:clrMapOvr>
    <a:masterClrMapping/>
  </p:clrMapOvr>
  <p:transition>
    <p:fade/>
  </p:transition>
</p:sld>
</file>

<file path=ppt/theme/theme1.xml><?xml version="1.0" encoding="utf-8"?>
<a:theme xmlns:a="http://schemas.openxmlformats.org/drawingml/2006/main" name="Microsoft Build 16:9 Template Dark">
  <a:themeElements>
    <a:clrScheme name="Custom 91">
      <a:dk1>
        <a:srgbClr val="091F2C"/>
      </a:dk1>
      <a:lt1>
        <a:srgbClr val="FFFFFF"/>
      </a:lt1>
      <a:dk2>
        <a:srgbClr val="463668"/>
      </a:dk2>
      <a:lt2>
        <a:srgbClr val="E8E6DF"/>
      </a:lt2>
      <a:accent1>
        <a:srgbClr val="C5B4E3"/>
      </a:accent1>
      <a:accent2>
        <a:srgbClr val="8661C5"/>
      </a:accent2>
      <a:accent3>
        <a:srgbClr val="0078D4"/>
      </a:accent3>
      <a:accent4>
        <a:srgbClr val="D7D2CB"/>
      </a:accent4>
      <a:accent5>
        <a:srgbClr val="D4EC8E"/>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Build_2023_16-9 Event-template.potx" id="{D98A8582-D9E9-4D2A-A4F4-342A0FDF4A6D}" vid="{F8883483-E3B9-4652-861E-5160AAC80937}"/>
    </a:ext>
  </a:extLst>
</a:theme>
</file>

<file path=ppt/theme/theme2.xml><?xml version="1.0" encoding="utf-8"?>
<a:theme xmlns:a="http://schemas.openxmlformats.org/drawingml/2006/main" name="3_Build 2019 Black">
  <a:themeElements>
    <a:clrScheme name="Azure 2022">
      <a:dk1>
        <a:srgbClr val="000000"/>
      </a:dk1>
      <a:lt1>
        <a:srgbClr val="FFFFFF"/>
      </a:lt1>
      <a:dk2>
        <a:srgbClr val="243A5E"/>
      </a:dk2>
      <a:lt2>
        <a:srgbClr val="E6E6E6"/>
      </a:lt2>
      <a:accent1>
        <a:srgbClr val="50E6FF"/>
      </a:accent1>
      <a:accent2>
        <a:srgbClr val="0078D4"/>
      </a:accent2>
      <a:accent3>
        <a:srgbClr val="243A5E"/>
      </a:accent3>
      <a:accent4>
        <a:srgbClr val="30E5D0"/>
      </a:accent4>
      <a:accent5>
        <a:srgbClr val="008575"/>
      </a:accent5>
      <a:accent6>
        <a:srgbClr val="D2D2D2"/>
      </a:accent6>
      <a:hlink>
        <a:srgbClr val="50E6FF"/>
      </a:hlink>
      <a:folHlink>
        <a:srgbClr val="50E6FF"/>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Build2019_Breakout_Template_FINAL.potx" id="{F8CBCD3C-F346-4704-9E55-7681191E3DC9}" vid="{9B198E64-13BA-4121-B286-122848D264C2}"/>
    </a:ext>
  </a:extLst>
</a:theme>
</file>

<file path=ppt/theme/theme3.xml><?xml version="1.0" encoding="utf-8"?>
<a:theme xmlns:a="http://schemas.openxmlformats.org/drawingml/2006/main" name="1_Microsoft Build 16:9 Template Dark">
  <a:themeElements>
    <a:clrScheme name="Custom 91">
      <a:dk1>
        <a:srgbClr val="091F2C"/>
      </a:dk1>
      <a:lt1>
        <a:srgbClr val="FFFFFF"/>
      </a:lt1>
      <a:dk2>
        <a:srgbClr val="463668"/>
      </a:dk2>
      <a:lt2>
        <a:srgbClr val="E8E6DF"/>
      </a:lt2>
      <a:accent1>
        <a:srgbClr val="C5B4E3"/>
      </a:accent1>
      <a:accent2>
        <a:srgbClr val="8661C5"/>
      </a:accent2>
      <a:accent3>
        <a:srgbClr val="0078D4"/>
      </a:accent3>
      <a:accent4>
        <a:srgbClr val="D7D2CB"/>
      </a:accent4>
      <a:accent5>
        <a:srgbClr val="D4EC8E"/>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Build_2023_16-9 Event-template.potx" id="{D98A8582-D9E9-4D2A-A4F4-342A0FDF4A6D}" vid="{F8883483-E3B9-4652-861E-5160AAC80937}"/>
    </a:ext>
  </a:extLst>
</a:theme>
</file>

<file path=ppt/theme/theme4.xml><?xml version="1.0" encoding="utf-8"?>
<a:theme xmlns:a="http://schemas.openxmlformats.org/drawingml/2006/main" name="1_Industry Leader Summit">
  <a:themeElements>
    <a:clrScheme name="Theme Colors Dark">
      <a:dk1>
        <a:srgbClr val="091F2C"/>
      </a:dk1>
      <a:lt1>
        <a:srgbClr val="FFFFFF"/>
      </a:lt1>
      <a:dk2>
        <a:srgbClr val="463668"/>
      </a:dk2>
      <a:lt2>
        <a:srgbClr val="E8E6DF"/>
      </a:lt2>
      <a:accent1>
        <a:srgbClr val="C5B4E3"/>
      </a:accent1>
      <a:accent2>
        <a:srgbClr val="8661C5"/>
      </a:accent2>
      <a:accent3>
        <a:srgbClr val="0078D4"/>
      </a:accent3>
      <a:accent4>
        <a:srgbClr val="D7D2CB"/>
      </a:accent4>
      <a:accent5>
        <a:srgbClr val="D59ED7"/>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Industry Leader Summit" id="{F72972EE-8539-4F6B-95B3-B9EDE7F62884}" vid="{9C08EBE9-3C5D-4CC2-9DC2-4A0FCE8BE873}"/>
    </a:ext>
  </a:extLst>
</a:theme>
</file>

<file path=ppt/theme/theme5.xml><?xml version="1.0" encoding="utf-8"?>
<a:theme xmlns:a="http://schemas.openxmlformats.org/drawingml/2006/main" name="4_Build 2019 Black">
  <a:themeElements>
    <a:clrScheme name="Azure 2022">
      <a:dk1>
        <a:srgbClr val="000000"/>
      </a:dk1>
      <a:lt1>
        <a:srgbClr val="FFFFFF"/>
      </a:lt1>
      <a:dk2>
        <a:srgbClr val="243A5E"/>
      </a:dk2>
      <a:lt2>
        <a:srgbClr val="E6E6E6"/>
      </a:lt2>
      <a:accent1>
        <a:srgbClr val="50E6FF"/>
      </a:accent1>
      <a:accent2>
        <a:srgbClr val="0078D4"/>
      </a:accent2>
      <a:accent3>
        <a:srgbClr val="243A5E"/>
      </a:accent3>
      <a:accent4>
        <a:srgbClr val="30E5D0"/>
      </a:accent4>
      <a:accent5>
        <a:srgbClr val="008575"/>
      </a:accent5>
      <a:accent6>
        <a:srgbClr val="D2D2D2"/>
      </a:accent6>
      <a:hlink>
        <a:srgbClr val="50E6FF"/>
      </a:hlink>
      <a:folHlink>
        <a:srgbClr val="50E6FF"/>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Build2019_Breakout_Template_FINAL.potx" id="{F8CBCD3C-F346-4704-9E55-7681191E3DC9}" vid="{9B198E64-13BA-4121-B286-122848D264C2}"/>
    </a:ext>
  </a:extLst>
</a:theme>
</file>

<file path=ppt/theme/theme6.xml><?xml version="1.0" encoding="utf-8"?>
<a:theme xmlns:a="http://schemas.openxmlformats.org/drawingml/2006/main" name="Azure 1">
  <a:themeElements>
    <a:clrScheme name="Custom 3">
      <a:dk1>
        <a:srgbClr val="000000"/>
      </a:dk1>
      <a:lt1>
        <a:srgbClr val="FFFFFF"/>
      </a:lt1>
      <a:dk2>
        <a:srgbClr val="0078D3"/>
      </a:dk2>
      <a:lt2>
        <a:srgbClr val="FFFFFF"/>
      </a:lt2>
      <a:accent1>
        <a:srgbClr val="EBEBEB"/>
      </a:accent1>
      <a:accent2>
        <a:srgbClr val="75757A"/>
      </a:accent2>
      <a:accent3>
        <a:srgbClr val="000041"/>
      </a:accent3>
      <a:accent4>
        <a:srgbClr val="0078D3"/>
      </a:accent4>
      <a:accent5>
        <a:srgbClr val="50E6FF"/>
      </a:accent5>
      <a:accent6>
        <a:srgbClr val="EBEBEB"/>
      </a:accent6>
      <a:hlink>
        <a:srgbClr val="0078D4"/>
      </a:hlink>
      <a:folHlink>
        <a:srgbClr val="0078D4"/>
      </a:folHlink>
    </a:clrScheme>
    <a:fontScheme name="Dynamics 36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Azure_PPT_Template_Aug2021.potx" id="{3C877D09-A027-4A54-90F8-D8E1B0BABAF3}" vid="{0DC0A601-2880-433D-8EDE-98C99C8D5565}"/>
    </a:ext>
  </a:extLst>
</a:theme>
</file>

<file path=ppt/theme/theme7.xml><?xml version="1.0" encoding="utf-8"?>
<a:theme xmlns:a="http://schemas.openxmlformats.org/drawingml/2006/main" name="2_Microsoft Build 16:9 Template Dark">
  <a:themeElements>
    <a:clrScheme name="Custom 91">
      <a:dk1>
        <a:srgbClr val="091F2C"/>
      </a:dk1>
      <a:lt1>
        <a:srgbClr val="FFFFFF"/>
      </a:lt1>
      <a:dk2>
        <a:srgbClr val="463668"/>
      </a:dk2>
      <a:lt2>
        <a:srgbClr val="E8E6DF"/>
      </a:lt2>
      <a:accent1>
        <a:srgbClr val="C5B4E3"/>
      </a:accent1>
      <a:accent2>
        <a:srgbClr val="8661C5"/>
      </a:accent2>
      <a:accent3>
        <a:srgbClr val="0078D4"/>
      </a:accent3>
      <a:accent4>
        <a:srgbClr val="D7D2CB"/>
      </a:accent4>
      <a:accent5>
        <a:srgbClr val="D4EC8E"/>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Build_2023_16-9 Event-template.potx" id="{D98A8582-D9E9-4D2A-A4F4-342A0FDF4A6D}" vid="{F8883483-E3B9-4652-861E-5160AAC80937}"/>
    </a:ext>
  </a:extLst>
</a:theme>
</file>

<file path=ppt/theme/theme8.xml><?xml version="1.0" encoding="utf-8"?>
<a:theme xmlns:a="http://schemas.openxmlformats.org/drawingml/2006/main" name="3_Microsoft Build 16:9 Template Dark">
  <a:themeElements>
    <a:clrScheme name="Custom 91">
      <a:dk1>
        <a:srgbClr val="091F2C"/>
      </a:dk1>
      <a:lt1>
        <a:srgbClr val="FFFFFF"/>
      </a:lt1>
      <a:dk2>
        <a:srgbClr val="463668"/>
      </a:dk2>
      <a:lt2>
        <a:srgbClr val="E8E6DF"/>
      </a:lt2>
      <a:accent1>
        <a:srgbClr val="C5B4E3"/>
      </a:accent1>
      <a:accent2>
        <a:srgbClr val="8661C5"/>
      </a:accent2>
      <a:accent3>
        <a:srgbClr val="0078D4"/>
      </a:accent3>
      <a:accent4>
        <a:srgbClr val="D7D2CB"/>
      </a:accent4>
      <a:accent5>
        <a:srgbClr val="D4EC8E"/>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Build_2023_16-9 Event-template.potx" id="{D98A8582-D9E9-4D2A-A4F4-342A0FDF4A6D}" vid="{F8883483-E3B9-4652-861E-5160AAC80937}"/>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86D235E0236944CB2D0154C00AD9253" ma:contentTypeVersion="26" ma:contentTypeDescription="Create a new document." ma:contentTypeScope="" ma:versionID="41aa48f0d0fcd022d15edc1db881b801">
  <xsd:schema xmlns:xsd="http://www.w3.org/2001/XMLSchema" xmlns:xs="http://www.w3.org/2001/XMLSchema" xmlns:p="http://schemas.microsoft.com/office/2006/metadata/properties" xmlns:ns1="http://schemas.microsoft.com/sharepoint/v3" xmlns:ns2="07c5dfa0-33a3-47dd-bfb7-87fb96739115" xmlns:ns3="b1c3d6fc-5689-40cc-899d-3b916b4ff5bf" xmlns:ns4="230e9df3-be65-4c73-a93b-d1236ebd677e" targetNamespace="http://schemas.microsoft.com/office/2006/metadata/properties" ma:root="true" ma:fieldsID="ad11de25f3f36b6e7a16ba6e6aa81921" ns1:_="" ns2:_="" ns3:_="" ns4:_="">
    <xsd:import namespace="http://schemas.microsoft.com/sharepoint/v3"/>
    <xsd:import namespace="07c5dfa0-33a3-47dd-bfb7-87fb96739115"/>
    <xsd:import namespace="b1c3d6fc-5689-40cc-899d-3b916b4ff5bf"/>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OCR" minOccurs="0"/>
                <xsd:element ref="ns2:MediaServiceGenerationTime" minOccurs="0"/>
                <xsd:element ref="ns2:MediaServiceEventHashCode" minOccurs="0"/>
                <xsd:element ref="ns2:MediaServiceDateTaken" minOccurs="0"/>
                <xsd:element ref="ns2:Status" minOccurs="0"/>
                <xsd:element ref="ns1:_ip_UnifiedCompliancePolicyProperties" minOccurs="0"/>
                <xsd:element ref="ns1:_ip_UnifiedCompliancePolicyUIAction" minOccurs="0"/>
                <xsd:element ref="ns2:MediaLengthInSeconds" minOccurs="0"/>
                <xsd:element ref="ns2:lcf76f155ced4ddcb4097134ff3c332f" minOccurs="0"/>
                <xsd:element ref="ns4:TaxCatchAll" minOccurs="0"/>
                <xsd:element ref="ns2:Date" minOccurs="0"/>
                <xsd:element ref="ns2:Time" minOccurs="0"/>
                <xsd:element ref="ns2:test" minOccurs="0"/>
                <xsd:element ref="ns2:MediaServiceLocation"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7c5dfa0-33a3-47dd-bfb7-87fb9673911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Status" ma:index="18" nillable="true" ma:displayName="Status" ma:format="Dropdown" ma:internalName="Status">
      <xsd:simpleType>
        <xsd:restriction base="dms:Text">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Date" ma:index="25" nillable="true" ma:displayName="Date" ma:format="DateOnly" ma:internalName="Date">
      <xsd:simpleType>
        <xsd:restriction base="dms:DateTime"/>
      </xsd:simpleType>
    </xsd:element>
    <xsd:element name="Time" ma:index="26" nillable="true" ma:displayName="Time" ma:format="DateTime" ma:internalName="Time">
      <xsd:simpleType>
        <xsd:restriction base="dms:DateTime"/>
      </xsd:simpleType>
    </xsd:element>
    <xsd:element name="test" ma:index="27" nillable="true" ma:displayName="test" ma:format="DateOnly" ma:internalName="test">
      <xsd:simpleType>
        <xsd:restriction base="dms:DateTime"/>
      </xsd:simpleType>
    </xsd:element>
    <xsd:element name="MediaServiceLocation" ma:index="28" nillable="true" ma:displayName="Location" ma:internalName="MediaServiceLocation"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c3d6fc-5689-40cc-899d-3b916b4ff5b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1603ea5b-56ba-41f6-bada-27c0bbbe9ac1}" ma:internalName="TaxCatchAll" ma:showField="CatchAllData" ma:web="b1c3d6fc-5689-40cc-899d-3b916b4ff5b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E48CF17-2CAE-4806-8199-12D0284FCD1C}">
  <ds:schemaRefs>
    <ds:schemaRef ds:uri="07c5dfa0-33a3-47dd-bfb7-87fb96739115"/>
    <ds:schemaRef ds:uri="230e9df3-be65-4c73-a93b-d1236ebd677e"/>
    <ds:schemaRef ds:uri="b1c3d6fc-5689-40cc-899d-3b916b4ff5b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8EC098B-9CF2-4160-9256-F51F51A3B1F5}">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6584</TotalTime>
  <Words>389</Words>
  <Application>Microsoft Office PowerPoint</Application>
  <PresentationFormat>Widescreen</PresentationFormat>
  <Paragraphs>68</Paragraphs>
  <Slides>5</Slides>
  <Notes>0</Notes>
  <HiddenSlides>0</HiddenSlides>
  <MMClips>0</MMClips>
  <ScaleCrop>false</ScaleCrop>
  <HeadingPairs>
    <vt:vector size="6" baseType="variant">
      <vt:variant>
        <vt:lpstr>Fonts Used</vt:lpstr>
      </vt:variant>
      <vt:variant>
        <vt:i4>11</vt:i4>
      </vt:variant>
      <vt:variant>
        <vt:lpstr>Theme</vt:lpstr>
      </vt:variant>
      <vt:variant>
        <vt:i4>8</vt:i4>
      </vt:variant>
      <vt:variant>
        <vt:lpstr>Slide Titles</vt:lpstr>
      </vt:variant>
      <vt:variant>
        <vt:i4>5</vt:i4>
      </vt:variant>
    </vt:vector>
  </HeadingPairs>
  <TitlesOfParts>
    <vt:vector size="24" baseType="lpstr">
      <vt:lpstr>Aptos</vt:lpstr>
      <vt:lpstr>Arial</vt:lpstr>
      <vt:lpstr>Arial Black</vt:lpstr>
      <vt:lpstr>Consolas</vt:lpstr>
      <vt:lpstr>Helvetica Neue</vt:lpstr>
      <vt:lpstr>Segoe UI</vt:lpstr>
      <vt:lpstr>Segoe UI Light</vt:lpstr>
      <vt:lpstr>Segoe UI Semibold</vt:lpstr>
      <vt:lpstr>Segoe UI Semilight</vt:lpstr>
      <vt:lpstr>Space Grotesk</vt:lpstr>
      <vt:lpstr>Wingdings</vt:lpstr>
      <vt:lpstr>Microsoft Build 16:9 Template Dark</vt:lpstr>
      <vt:lpstr>3_Build 2019 Black</vt:lpstr>
      <vt:lpstr>1_Microsoft Build 16:9 Template Dark</vt:lpstr>
      <vt:lpstr>1_Industry Leader Summit</vt:lpstr>
      <vt:lpstr>4_Build 2019 Black</vt:lpstr>
      <vt:lpstr>Azure 1</vt:lpstr>
      <vt:lpstr>2_Microsoft Build 16:9 Template Dark</vt:lpstr>
      <vt:lpstr>3_Microsoft Build 16:9 Template Dark</vt:lpstr>
      <vt:lpstr>Evaluation</vt:lpstr>
      <vt:lpstr>Evaluation</vt:lpstr>
      <vt:lpstr>Ways of Evluation</vt:lpstr>
      <vt:lpstr>General enterprise playbooks and patterns for SaaS products</vt:lpstr>
      <vt:lpstr>Rubrik style evaluation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LLMOps on Azure L200</dc:title>
  <dc:creator>Takuto Higuchi</dc:creator>
  <cp:lastModifiedBy>Helen Zeng</cp:lastModifiedBy>
  <cp:revision>155</cp:revision>
  <dcterms:created xsi:type="dcterms:W3CDTF">2023-10-10T16:59:13Z</dcterms:created>
  <dcterms:modified xsi:type="dcterms:W3CDTF">2026-09-29T04:24:29Z</dcterms:modified>
</cp:coreProperties>
</file>