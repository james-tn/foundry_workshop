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2.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theme/theme3.xml" ContentType="application/vnd.openxmlformats-officedocument.theme+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4.xml" ContentType="application/vnd.openxmlformats-officedocument.theme+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5.xml" ContentType="application/vnd.openxmlformats-officedocument.theme+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6.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theme/theme7.xml" ContentType="application/vnd.openxmlformats-officedocument.theme+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 id="2147483731" r:id="rId4"/>
    <p:sldMasterId id="2147483778" r:id="rId5"/>
    <p:sldMasterId id="2147483847" r:id="rId6"/>
    <p:sldMasterId id="2147483907" r:id="rId7"/>
    <p:sldMasterId id="2147483955" r:id="rId8"/>
    <p:sldMasterId id="2147483996" r:id="rId9"/>
    <p:sldMasterId id="2147484054" r:id="rId10"/>
  </p:sldMasterIdLst>
  <p:notesMasterIdLst>
    <p:notesMasterId r:id="rId16"/>
  </p:notesMasterIdLst>
  <p:sldIdLst>
    <p:sldId id="2147481820" r:id="rId11"/>
    <p:sldId id="2147482162" r:id="rId12"/>
    <p:sldId id="2147482163" r:id="rId13"/>
    <p:sldId id="2147482164" r:id="rId14"/>
    <p:sldId id="21474821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800E01-179C-DF02-AC9A-06E3FDD9659A}" name="Steve Sweetman" initials="SS" userId="S::steveswe@microsoft.com::886589fd-a056-4719-a4e9-e6f0b02e6dd8" providerId="AD"/>
  <p188:author id="{3C82EB03-407E-01D1-7CBB-F45B950A7ECF}" name="Maria Barrios Fernandez (CELA)" initials="M(" userId="S::mariabar@microsoft.com::dc305456-2c7f-4936-9e2b-7984bbfa73b9" providerId="AD"/>
  <p188:author id="{478A9314-7681-6D46-31B6-82DD39135A4C}" name="Leela Lansky" initials="LL" userId="S::leelalansky@microsoft.com::f6fdd423-4dca-4c1c-8d3f-9c6bb98943e9" providerId="AD"/>
  <p188:author id="{BF9E6428-58BF-6A9F-F61F-EB6A97EC8C54}" name="Susan Blanchard" initials="SB" userId="78c27375bef7d216" providerId="Windows Live"/>
  <p188:author id="{0169702A-2339-EFF4-833A-E059C3C6F3BC}" name="Vishnu Pamula" initials="VP" userId="S::vishnupamula@microsoft.com::f216dbe9-4185-4b18-ad5d-5964826ef208" providerId="AD"/>
  <p188:author id="{8BDBD52B-9A47-4393-BCC9-6B3ACA005279}" name="Bala Venkataraman" initials="BV" userId="S::balapv@microsoft.com::8f64f8ab-2ffb-4d1d-90b6-fb2ca736d672" providerId="AD"/>
  <p188:author id="{8E7FD431-76A9-BA18-7E33-B2609974A713}" name="Jessica Hawk" initials="JH" userId="S::jessicahawk@microsoft.com::3129000a-6119-4d03-9beb-b48f09e8cd3f" providerId="AD"/>
  <p188:author id="{41629E36-DB94-6D4C-2B1D-0C2A64BAB550}" name="Liam Cavanagh" initials="LC" userId="S::liamca@microsoft.com::c79eabb1-d805-40f6-98b7-998e291372a7" providerId="AD"/>
  <p188:author id="{7EF29739-C857-509E-B157-272423A9C27D}" name="Prakhar Gupta" initials="PG" userId="S::prakharg@microsoft.com::4a900809-98b3-40ab-ba4e-152ef3795b05" providerId="AD"/>
  <p188:author id="{556C614D-4899-82EC-02DF-A68B9FDB6792}" name="Jixin (Gin) Jia" initials="JJ" userId="S::jixinjia@microsoft.com::8d3550ee-9ffd-4764-b25e-a57b66351277" providerId="AD"/>
  <p188:author id="{C5D64E50-6222-72C7-BBB9-821FC5FD0DA8}" name="Setu Chokshi" initials="SC" userId="S::setuchokshi@microsoft.com::726fc89c-a259-4cde-8988-41f4b09a2989" providerId="AD"/>
  <p188:author id="{EBB4B15B-C155-85BB-24C9-54F2B97955F2}" name="Pablo Castro" initials="PC" userId="S::pablocas@microsoft.com::93083297-f88d-4e51-9931-a14ae08793ea" providerId="AD"/>
  <p188:author id="{308B4F5D-F953-10B8-EDCD-F6F15AACFA9F}" name="Henry Zeng" initials="HZ" userId="S::yozen@microsoft.com::73478263-8f89-44a7-bcb3-67b2e50825c8" providerId="AD"/>
  <p188:author id="{B1C5D077-A080-F0FD-82DF-87ACF4974BD2}" name="Alain Li" initials="AL" userId="S::alainli@microsoft.com::24cdcb54-5f70-4a5b-aab8-6b455c66f9ff" providerId="AD"/>
  <p188:author id="{0821C681-72B3-EB7C-D373-7E681F235110}" name="Stacia Romero (Mulcahy Consulting, Inc)" initials="SR" userId="S::v-stromero@microsoft.com::1eaaa858-9d81-47e7-bcec-2090d78f378a" providerId="AD"/>
  <p188:author id="{9A0B4A88-3240-5447-5BEE-9EB84B333263}" name="Richard Tso" initials="RT" userId="Richard Tso" providerId="None"/>
  <p188:author id="{9D67D48C-B80D-079F-C16B-81C1B70801AB}" name="Bozhong Lin" initials="BL" userId="S::bozhlin@microsoft.com::665bd66a-e651-4184-a5a7-199f30c48653" providerId="AD"/>
  <p188:author id="{EA465E8E-3DDA-6C5C-8982-DE5B17A71BDE}" name="Sunil Sattiraju" initials="SS" userId="S::ssattiraju@microsoft.com::86a73349-a087-48fb-b5b3-23d8e1f3451f" providerId="AD"/>
  <p188:author id="{A21CDE93-6B48-02D5-15E4-E690EF2F9966}" name="Julianne Hart" initials="JH" userId="S::juliannehart@microsoft.com::f0141a3b-18c3-4f67-8ad4-bff2f68b5430" providerId="AD"/>
  <p188:author id="{201CA29D-D065-D46C-4D71-1AC81FFA7C1A}" name="Farzad Sunavala" initials="FS" userId="S::fsunavala@microsoft.com::c7b9be82-5bba-4f43-b49e-53051c7debcd" providerId="AD"/>
  <p188:author id="{E68CE6A4-2FD1-FC24-08F9-C2D0EC0312C8}" name="Takuto Higuchi" initials="TH" userId="S::tahiguch@microsoft.com::62b346dc-9dcf-4f5e-bcb3-018506f29807" providerId="AD"/>
  <p188:author id="{4910E1B4-BDBB-37C7-8576-E6EFD33E736F}" name="Meng Tang" initials="MT" userId="S::metang@microsoft.com::c1649ca4-a2c0-4496-ab2e-4662f7a05c27" providerId="AD"/>
  <p188:author id="{DB240AB5-5075-F2B6-CB29-ED89C7F443E0}" name="Courtney Brewer" initials="CB" userId="S::cobrewer@microsoft.com::626e6965-4ba5-40a4-9f1e-e602d2a30d97" providerId="AD"/>
  <p188:author id="{E44392C0-6BAF-EE69-8897-8FBBE5F4C0E3}" name="Ritesh Modi" initials="RM" userId="S::rimod@microsoft.com::9d5c8ed9-40a9-49fe-9bbe-3a43901b801e" providerId="AD"/>
  <p188:author id="{256BB5D1-A88B-10EA-068D-63B8A01C20CA}" name="Chenlu Jiao" initials="CJ" userId="S::chenlujiao@microsoft.com::e92bbbd4-781d-41ca-a1cd-e3126ce428c5" providerId="AD"/>
  <p188:author id="{B69951E0-D99A-5FEB-6D91-C0FAD38AAEB8}" name="Christian Gero" initials="CG" userId="S::chgero@microsoft.com::f954ebf7-fc20-4ec8-a10c-72ae39a6ed92" providerId="AD"/>
  <p188:author id="{08F51CE1-6E2F-D16C-CE01-B61B5C8F3627}" name="Sanghee Oh" initials="SO" userId="S::saoh@microsoft.com::d60a9493-8a62-4762-b57a-536561847890" providerId="AD"/>
  <p188:author id="{D5AFC1F1-7000-6CFE-7AE3-0BBBB6726B7D}" name="Jieting Chen" initials="JC" userId="S::chenjieting@microsoft.com::17704fb0-1707-4014-9bc2-c061d75eb0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8E8"/>
    <a:srgbClr val="8661C5"/>
    <a:srgbClr val="C5B4E3"/>
    <a:srgbClr val="4CC1EF"/>
    <a:srgbClr val="C13018"/>
    <a:srgbClr val="9BF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72" autoAdjust="0"/>
    <p:restoredTop sz="94660"/>
  </p:normalViewPr>
  <p:slideViewPr>
    <p:cSldViewPr snapToGrid="0">
      <p:cViewPr varScale="1">
        <p:scale>
          <a:sx n="118" d="100"/>
          <a:sy n="118" d="100"/>
        </p:scale>
        <p:origin x="11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viewProps" Target="viewProps.xml"/><Relationship Id="rId3" Type="http://schemas.openxmlformats.org/officeDocument/2006/relationships/slideMaster" Target="slideMasters/slideMaster1.xml"/><Relationship Id="rId21" Type="http://schemas.microsoft.com/office/2018/10/relationships/authors" Target="authors.xml"/><Relationship Id="rId7" Type="http://schemas.openxmlformats.org/officeDocument/2006/relationships/slideMaster" Target="slideMasters/slideMaster5.xml"/><Relationship Id="rId12" Type="http://schemas.openxmlformats.org/officeDocument/2006/relationships/slide" Target="slides/slide2.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slide" Target="slides/slide1.xml"/><Relationship Id="rId5" Type="http://schemas.openxmlformats.org/officeDocument/2006/relationships/slideMaster" Target="slideMasters/slideMaster3.xml"/><Relationship Id="rId15" Type="http://schemas.openxmlformats.org/officeDocument/2006/relationships/slide" Target="slides/slide5.xml"/><Relationship Id="rId10" Type="http://schemas.openxmlformats.org/officeDocument/2006/relationships/slideMaster" Target="slideMasters/slideMaster8.xml"/><Relationship Id="rId19" Type="http://schemas.openxmlformats.org/officeDocument/2006/relationships/theme" Target="theme/theme1.xml"/><Relationship Id="rId4" Type="http://schemas.openxmlformats.org/officeDocument/2006/relationships/slideMaster" Target="slideMasters/slideMaster2.xml"/><Relationship Id="rId9" Type="http://schemas.openxmlformats.org/officeDocument/2006/relationships/slideMaster" Target="slideMasters/slideMaster7.xml"/><Relationship Id="rId1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479467-DD3E-48B7-8FCD-775E53B49422}"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B4093-1183-4B86-A86D-AB5F88611FD4}" type="slidenum">
              <a:rPr lang="en-US" smtClean="0"/>
              <a:t>‹#›</a:t>
            </a:fld>
            <a:endParaRPr lang="en-US"/>
          </a:p>
        </p:txBody>
      </p:sp>
    </p:spTree>
    <p:extLst>
      <p:ext uri="{BB962C8B-B14F-4D97-AF65-F5344CB8AC3E}">
        <p14:creationId xmlns:p14="http://schemas.microsoft.com/office/powerpoint/2010/main" val="21757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3.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10.jpe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6.jpe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4.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10.jpe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4.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48.jpeg"/><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6.xml"/><Relationship Id="rId4" Type="http://schemas.openxmlformats.org/officeDocument/2006/relationships/image" Target="../media/image51.jpe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Master" Target="../slideMasters/slideMaster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Master" Target="../slideMasters/slideMaster6.xml"/><Relationship Id="rId4" Type="http://schemas.openxmlformats.org/officeDocument/2006/relationships/image" Target="../media/image62.jpeg"/></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6.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4" Type="http://schemas.openxmlformats.org/officeDocument/2006/relationships/image" Target="../media/image10.jpe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7.xml"/><Relationship Id="rId4" Type="http://schemas.openxmlformats.org/officeDocument/2006/relationships/image" Target="../media/image16.jpe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4" Type="http://schemas.openxmlformats.org/officeDocument/2006/relationships/image" Target="../media/image10.jpe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7.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7.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2"/>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5"/>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02229340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2"/>
            <a:ext cx="12191998" cy="6857999"/>
          </a:xfrm>
          <a:prstGeom prst="rect">
            <a:avLst/>
          </a:prstGeom>
        </p:spPr>
      </p:pic>
      <p:sp>
        <p:nvSpPr>
          <p:cNvPr id="9" name="Title 1"/>
          <p:cNvSpPr>
            <a:spLocks noGrp="1"/>
          </p:cNvSpPr>
          <p:nvPr>
            <p:ph type="title" hasCustomPrompt="1"/>
          </p:nvPr>
        </p:nvSpPr>
        <p:spPr bwMode="white">
          <a:xfrm>
            <a:off x="584200" y="2918225"/>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spTree>
    <p:extLst>
      <p:ext uri="{BB962C8B-B14F-4D97-AF65-F5344CB8AC3E}">
        <p14:creationId xmlns:p14="http://schemas.microsoft.com/office/powerpoint/2010/main" val="350257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5"/>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56504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760507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12" indent="0">
              <a:buNone/>
              <a:defRPr/>
            </a:lvl2pPr>
            <a:lvl3pPr marL="457025" indent="0">
              <a:buNone/>
              <a:defRPr/>
            </a:lvl3pPr>
            <a:lvl4pPr marL="685537" indent="0">
              <a:buNone/>
              <a:defRPr/>
            </a:lvl4pPr>
            <a:lvl5pPr marL="91404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97612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2"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49189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2"/>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490" indent="0">
              <a:buFont typeface="Wingdings" panose="05000000000000000000" pitchFamily="2" charset="2"/>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3" y="1435100"/>
            <a:ext cx="5212080" cy="1649682"/>
          </a:xfrm>
        </p:spPr>
        <p:txBody>
          <a:bodyPr wrap="square">
            <a:spAutoFit/>
          </a:bodyPr>
          <a:lstStyle>
            <a:lvl1pPr marL="0" indent="0">
              <a:spcBef>
                <a:spcPts val="1222"/>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490" indent="0">
              <a:buFont typeface="Wingdings" panose="05000000000000000000" pitchFamily="2" charset="2"/>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72695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90"/>
            <a:ext cx="5219700" cy="1612749"/>
          </a:xfrm>
        </p:spPr>
        <p:txBody>
          <a:bodyPr>
            <a:spAutoFit/>
          </a:bodyPr>
          <a:lstStyle>
            <a:lvl1pPr marL="171384" indent="-171384">
              <a:defRPr lang="en-US" sz="2400" dirty="0"/>
            </a:lvl1pPr>
            <a:lvl2pPr marL="342768" indent="-171384">
              <a:defRPr lang="en-US" dirty="0"/>
            </a:lvl2pPr>
            <a:lvl3pPr marL="514154" indent="-171384">
              <a:defRPr lang="en-US" dirty="0"/>
            </a:lvl3pPr>
            <a:lvl4pPr marL="666494" indent="-152342">
              <a:defRPr lang="en-US" dirty="0"/>
            </a:lvl4pPr>
            <a:lvl5pPr marL="793446" indent="-1206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90"/>
            <a:ext cx="5219700" cy="1612749"/>
          </a:xfrm>
        </p:spPr>
        <p:txBody>
          <a:bodyPr>
            <a:spAutoFit/>
          </a:bodyPr>
          <a:lstStyle>
            <a:lvl1pPr marL="171384" indent="-171384">
              <a:defRPr lang="en-US" sz="2400" dirty="0"/>
            </a:lvl1pPr>
            <a:lvl2pPr marL="342768" indent="-171384">
              <a:defRPr lang="en-US" dirty="0"/>
            </a:lvl2pPr>
            <a:lvl3pPr marL="514154" indent="-171384">
              <a:defRPr lang="en-US" dirty="0"/>
            </a:lvl3pPr>
            <a:lvl4pPr marL="685537" indent="-136472">
              <a:defRPr lang="en-US" dirty="0"/>
            </a:lvl4pPr>
            <a:lvl5pPr marL="793446" indent="-1206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81157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5" y="2081214"/>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3" y="2081214"/>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8765885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7"/>
            <a:ext cx="3264408" cy="1760482"/>
          </a:xfrm>
        </p:spPr>
        <p:txBody>
          <a:bodyPr wrap="square">
            <a:spAutoFit/>
          </a:bodyPr>
          <a:lstStyle>
            <a:lvl1pPr marL="176146" indent="-176146">
              <a:defRPr lang="en-US" sz="2000" dirty="0"/>
            </a:lvl1pPr>
            <a:lvl2pPr marL="322139" indent="-150755">
              <a:defRPr lang="en-US" sz="1800" dirty="0"/>
            </a:lvl2pPr>
            <a:lvl3pPr marL="466546" indent="-138060">
              <a:defRPr lang="en-US" dirty="0"/>
            </a:lvl3pPr>
            <a:lvl4pPr marL="595084" indent="-128538">
              <a:defRPr lang="en-US" dirty="0"/>
            </a:lvl4pPr>
            <a:lvl5pPr marL="731558" indent="-122191">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7"/>
            <a:ext cx="3264408" cy="1760482"/>
          </a:xfrm>
        </p:spPr>
        <p:txBody>
          <a:bodyPr wrap="square">
            <a:spAutoFit/>
          </a:bodyPr>
          <a:lstStyle>
            <a:lvl1pPr marL="176146" indent="-176146">
              <a:defRPr lang="en-US" sz="2000" dirty="0"/>
            </a:lvl1pPr>
            <a:lvl2pPr marL="398310" indent="-169798">
              <a:defRPr lang="en-US" sz="1800" dirty="0"/>
            </a:lvl2pPr>
            <a:lvl3pPr marL="555412" indent="-157103">
              <a:defRPr lang="en-US" dirty="0"/>
            </a:lvl3pPr>
            <a:lvl4pPr marL="685537" indent="-136472">
              <a:defRPr lang="en-US" dirty="0"/>
            </a:lvl4pPr>
            <a:lvl5pPr marL="799792" indent="-111082">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7"/>
            <a:ext cx="3264408" cy="1760482"/>
          </a:xfrm>
        </p:spPr>
        <p:txBody>
          <a:bodyPr wrap="square">
            <a:spAutoFit/>
          </a:bodyPr>
          <a:lstStyle>
            <a:lvl1pPr marL="176146" indent="-176146">
              <a:defRPr lang="en-US" sz="2000" dirty="0"/>
            </a:lvl1pPr>
            <a:lvl2pPr marL="398310" indent="-169798">
              <a:defRPr lang="en-US" sz="1800" dirty="0"/>
            </a:lvl2pPr>
            <a:lvl3pPr marL="555412" indent="-157103">
              <a:defRPr lang="en-US" dirty="0"/>
            </a:lvl3pPr>
            <a:lvl4pPr marL="685537" indent="-136472">
              <a:defRPr lang="en-US" dirty="0"/>
            </a:lvl4pPr>
            <a:lvl5pPr marL="799792" indent="-111082">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583216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7"/>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7" y="2276475"/>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10" y="143827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10" y="2283117"/>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5" y="2276475"/>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746657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847701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48083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6"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907343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3468954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80"/>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12" indent="0">
              <a:buNone/>
              <a:defRPr/>
            </a:lvl2pPr>
            <a:lvl3pPr marL="457025" indent="0">
              <a:buNone/>
              <a:defRPr/>
            </a:lvl3pPr>
            <a:lvl4pPr marL="661734" indent="0">
              <a:buNone/>
              <a:defRPr/>
            </a:lvl4pPr>
            <a:lvl5pPr marL="855334"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677624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4"/>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81450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5" y="2979740"/>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76184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930501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1"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214307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279986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8"/>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2"/>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461585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6493201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5357014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5"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4"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2"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3"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5557930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2"/>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2"/>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2"/>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2"/>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9156977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2"/>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30"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072940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8" y="4800602"/>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2"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7644357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8" y="4800602"/>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2"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8"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01415251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6"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023643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7"/>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5"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5"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6819873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1"/>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2"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2"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2"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2"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7584899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1"/>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9009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8" y="2309814"/>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4"/>
            <a:ext cx="7253288" cy="430901"/>
          </a:xfrm>
        </p:spPr>
        <p:txBody>
          <a:bodyPr anchor="t"/>
          <a:lstStyle>
            <a:lvl1pPr marL="231685" indent="-23168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5"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2080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5" y="3150384"/>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4"/>
            <a:ext cx="6667500" cy="430901"/>
          </a:xfrm>
        </p:spPr>
        <p:txBody>
          <a:bodyPr anchor="ctr"/>
          <a:lstStyle>
            <a:lvl1pPr marL="231685" indent="-23168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581902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19" indent="0">
              <a:buNone/>
              <a:tabLst>
                <a:tab pos="344356" algn="l"/>
              </a:tabLst>
              <a:defRPr sz="2400">
                <a:solidFill>
                  <a:schemeClr val="tx1"/>
                </a:solidFill>
                <a:latin typeface="Consolas" panose="020B0609020204030204" pitchFamily="49" charset="0"/>
                <a:cs typeface="Consolas" panose="020B0609020204030204" pitchFamily="49" charset="0"/>
              </a:defRPr>
            </a:lvl2pPr>
            <a:lvl3pPr marL="584382" indent="0">
              <a:buNone/>
              <a:tabLst>
                <a:tab pos="569694" algn="l"/>
              </a:tabLst>
              <a:defRPr sz="2400">
                <a:solidFill>
                  <a:schemeClr val="tx1"/>
                </a:solidFill>
                <a:latin typeface="Consolas" panose="020B0609020204030204" pitchFamily="49" charset="0"/>
                <a:cs typeface="Consolas" panose="020B0609020204030204" pitchFamily="49" charset="0"/>
              </a:defRPr>
            </a:lvl3pPr>
            <a:lvl4pPr marL="814251" indent="0">
              <a:buNone/>
              <a:tabLst>
                <a:tab pos="799792" algn="l"/>
              </a:tabLst>
              <a:defRPr sz="2400">
                <a:solidFill>
                  <a:schemeClr val="tx1"/>
                </a:solidFill>
                <a:latin typeface="Consolas" panose="020B0609020204030204" pitchFamily="49" charset="0"/>
                <a:cs typeface="Consolas" panose="020B0609020204030204" pitchFamily="49" charset="0"/>
              </a:defRPr>
            </a:lvl4pPr>
            <a:lvl5pPr marL="1050593" indent="0">
              <a:buNone/>
              <a:tabLst>
                <a:tab pos="1028304"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739180110"/>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43" indent="0">
              <a:buNone/>
              <a:defRPr sz="240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186450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43" indent="0">
              <a:buNone/>
              <a:defRPr sz="240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Tree>
    <p:extLst>
      <p:ext uri="{BB962C8B-B14F-4D97-AF65-F5344CB8AC3E}">
        <p14:creationId xmlns:p14="http://schemas.microsoft.com/office/powerpoint/2010/main" val="208187268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5"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7"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2"/>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974653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1"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2"/>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1"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Tree>
    <p:extLst>
      <p:ext uri="{BB962C8B-B14F-4D97-AF65-F5344CB8AC3E}">
        <p14:creationId xmlns:p14="http://schemas.microsoft.com/office/powerpoint/2010/main" val="13286356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5"/>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1"/>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686853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5"/>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1"/>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479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9"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54884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94144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7663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4233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1932"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23975296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3" y="6269040"/>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9925671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6"/>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9"/>
            <a:ext cx="9144000" cy="369353"/>
          </a:xfrm>
        </p:spPr>
        <p:txBody>
          <a:bodyPr/>
          <a:lstStyle>
            <a:lvl1pPr marL="0" indent="0" algn="ctr">
              <a:buNone/>
              <a:defRPr sz="2400"/>
            </a:lvl1pPr>
            <a:lvl2pPr marL="457025" indent="0" algn="ctr">
              <a:buNone/>
              <a:defRPr sz="2000"/>
            </a:lvl2pPr>
            <a:lvl3pPr marL="914049" indent="0" algn="ctr">
              <a:buNone/>
              <a:defRPr sz="1800"/>
            </a:lvl3pPr>
            <a:lvl4pPr marL="1371074" indent="0" algn="ctr">
              <a:buNone/>
              <a:defRPr sz="1600"/>
            </a:lvl4pPr>
            <a:lvl5pPr marL="1828098" indent="0" algn="ctr">
              <a:buNone/>
              <a:defRPr sz="1600"/>
            </a:lvl5pPr>
            <a:lvl6pPr marL="2285122" indent="0" algn="ctr">
              <a:buNone/>
              <a:defRPr sz="1600"/>
            </a:lvl6pPr>
            <a:lvl7pPr marL="2742147" indent="0" algn="ctr">
              <a:buNone/>
              <a:defRPr sz="1600"/>
            </a:lvl7pPr>
            <a:lvl8pPr marL="3199171" indent="0" algn="ctr">
              <a:buNone/>
              <a:defRPr sz="1600"/>
            </a:lvl8pPr>
            <a:lvl9pPr marL="3656195"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pPr defTabSz="914049">
              <a:defRPr/>
            </a:pPr>
            <a:fld id="{DB8F75B8-0206-4047-A67E-213EEEB5FDEC}" type="datetimeFigureOut">
              <a:rPr lang="en-US" smtClean="0">
                <a:solidFill>
                  <a:srgbClr val="FFFFFF"/>
                </a:solidFill>
              </a:rPr>
              <a:pPr defTabSz="914049">
                <a:defRPr/>
              </a:pPr>
              <a:t>9/28/2026</a:t>
            </a:fld>
            <a:endParaRPr lang="en-US">
              <a:solidFill>
                <a:srgbClr val="FFFFFF"/>
              </a:solidFill>
            </a:endParaRPr>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pPr defTabSz="914049">
              <a:defRPr/>
            </a:pPr>
            <a:endParaRPr lang="en-US">
              <a:solidFill>
                <a:srgbClr val="FFFFFF"/>
              </a:solidFill>
            </a:endParaRPr>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pPr defTabSz="914049">
              <a:defRPr/>
            </a:pPr>
            <a:fld id="{0A44C6BE-DF8D-4FD8-8300-CB623C48072B}" type="slidenum">
              <a:rPr lang="en-US" smtClean="0">
                <a:solidFill>
                  <a:srgbClr val="FFFFFF"/>
                </a:solidFill>
              </a:rPr>
              <a:pPr defTabSz="914049">
                <a:defRPr/>
              </a:pPr>
              <a:t>‹#›</a:t>
            </a:fld>
            <a:endParaRPr lang="en-US">
              <a:solidFill>
                <a:srgbClr val="FFFFFF"/>
              </a:solidFill>
            </a:endParaRPr>
          </a:p>
        </p:txBody>
      </p:sp>
    </p:spTree>
    <p:extLst>
      <p:ext uri="{BB962C8B-B14F-4D97-AF65-F5344CB8AC3E}">
        <p14:creationId xmlns:p14="http://schemas.microsoft.com/office/powerpoint/2010/main" val="265434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plain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5452722"/>
      </p:ext>
    </p:extLst>
  </p:cSld>
  <p:clrMapOvr>
    <a:overrideClrMapping bg1="dk1" tx1="lt1" bg2="dk2" tx2="lt2" accent1="accent1" accent2="accent2" accent3="accent3" accent4="accent4" accent5="accent5" accent6="accent6" hlink="hlink" folHlink="folHlink"/>
  </p:clrMapOvr>
  <p:transition spd="slow">
    <p:fade/>
  </p:transition>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6" y="1922586"/>
            <a:ext cx="9384447" cy="3365537"/>
          </a:xfrm>
          <a:prstGeom prst="rect">
            <a:avLst/>
          </a:prstGeom>
        </p:spPr>
        <p:txBody>
          <a:bodyPr wrap="square" lIns="0" tIns="0" rIns="0" bIns="0">
            <a:spAutoFit/>
          </a:bodyPr>
          <a:lstStyle>
            <a:lvl1pPr marL="336080" marR="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68645719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3"/>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2"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5" y="1497079"/>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5" y="1497079"/>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30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5" y="3635467"/>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30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5" y="3635467"/>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131584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79CB828-C32F-46DD-8578-DCEBAC8C60BD}"/>
              </a:ext>
            </a:extLst>
          </p:cNvPr>
          <p:cNvSpPr>
            <a:spLocks noGrp="1"/>
          </p:cNvSpPr>
          <p:nvPr>
            <p:ph type="title" hasCustomPrompt="1"/>
          </p:nvPr>
        </p:nvSpPr>
        <p:spPr>
          <a:xfrm>
            <a:off x="440695" y="574768"/>
            <a:ext cx="11301984" cy="554061"/>
          </a:xfrm>
        </p:spPr>
        <p:txBody>
          <a:bodyPr/>
          <a:lstStyle/>
          <a:p>
            <a:r>
              <a:rPr lang="en-US"/>
              <a:t>Click to insert Headline (max 1 line)</a:t>
            </a:r>
          </a:p>
        </p:txBody>
      </p:sp>
      <p:sp>
        <p:nvSpPr>
          <p:cNvPr id="6" name="Title 6">
            <a:extLst>
              <a:ext uri="{FF2B5EF4-FFF2-40B4-BE49-F238E27FC236}">
                <a16:creationId xmlns:a16="http://schemas.microsoft.com/office/drawing/2014/main" id="{372BEC78-608F-43A8-B4A4-F6B0E7CEB1C0}"/>
              </a:ext>
            </a:extLst>
          </p:cNvPr>
          <p:cNvSpPr txBox="1">
            <a:spLocks/>
          </p:cNvSpPr>
          <p:nvPr userDrawn="1"/>
        </p:nvSpPr>
        <p:spPr>
          <a:xfrm>
            <a:off x="440697" y="1"/>
            <a:ext cx="8683507" cy="574767"/>
          </a:xfrm>
          <a:prstGeom prst="rect">
            <a:avLst/>
          </a:prstGeom>
        </p:spPr>
        <p:txBody>
          <a:bodyPr vert="horz" lIns="0" tIns="0" rIns="0" bIns="0" rtlCol="0" anchor="ctr">
            <a:noAutofit/>
          </a:bodyPr>
          <a:lstStyle>
            <a:defPPr>
              <a:defRPr lang="en-US"/>
            </a:defPPr>
            <a:lvl1pPr>
              <a:spcBef>
                <a:spcPct val="0"/>
              </a:spcBef>
              <a:buNone/>
              <a:defRPr sz="3200" b="1">
                <a:solidFill>
                  <a:srgbClr val="4F4F4F"/>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sz="3200"/>
              <a:t>IDC’s Take</a:t>
            </a:r>
          </a:p>
        </p:txBody>
      </p:sp>
      <p:sp>
        <p:nvSpPr>
          <p:cNvPr id="10" name="Text Placeholder 3">
            <a:extLst>
              <a:ext uri="{FF2B5EF4-FFF2-40B4-BE49-F238E27FC236}">
                <a16:creationId xmlns:a16="http://schemas.microsoft.com/office/drawing/2014/main" id="{A4977B07-926D-4167-AD63-42592326845A}"/>
              </a:ext>
            </a:extLst>
          </p:cNvPr>
          <p:cNvSpPr>
            <a:spLocks noGrp="1"/>
          </p:cNvSpPr>
          <p:nvPr>
            <p:ph idx="1" hasCustomPrompt="1"/>
          </p:nvPr>
        </p:nvSpPr>
        <p:spPr>
          <a:xfrm>
            <a:off x="440695" y="1267316"/>
            <a:ext cx="11301984" cy="4937760"/>
          </a:xfrm>
          <a:prstGeom prst="rect">
            <a:avLst/>
          </a:prstGeom>
        </p:spPr>
        <p:txBody>
          <a:bodyPr vert="horz" lIns="0" tIns="0" rIns="0" bIns="0" rtlCol="0">
            <a:normAutofit/>
          </a:bodyPr>
          <a:lstStyle>
            <a:lvl1pPr>
              <a:defRPr sz="2000"/>
            </a:lvl1pPr>
            <a:lvl2pPr>
              <a:defRPr sz="1800"/>
            </a:lvl2pPr>
            <a:lvl3pPr>
              <a:defRPr sz="1600"/>
            </a:lvl3pPr>
            <a:lvl4pPr>
              <a:defRPr sz="14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8B34E132-161E-49A7-8383-7849F23DE76D}"/>
              </a:ext>
            </a:extLst>
          </p:cNvPr>
          <p:cNvSpPr>
            <a:spLocks noGrp="1"/>
          </p:cNvSpPr>
          <p:nvPr>
            <p:ph type="body" sz="quarter" idx="41" hasCustomPrompt="1"/>
          </p:nvPr>
        </p:nvSpPr>
        <p:spPr>
          <a:xfrm>
            <a:off x="1739137" y="6400154"/>
            <a:ext cx="10003542" cy="153902"/>
          </a:xfrm>
        </p:spPr>
        <p:txBody>
          <a:bodyPr vert="horz" lIns="0" tIns="0" rIns="0" bIns="0" rtlCol="0" anchor="b"/>
          <a:lstStyle>
            <a:lvl1pPr>
              <a:spcBef>
                <a:spcPts val="0"/>
              </a:spcBef>
              <a:defRPr lang="fr-FR" sz="1000" dirty="0" smtClean="0">
                <a:latin typeface="+mn-lt"/>
                <a:ea typeface="+mn-ea"/>
                <a:cs typeface="+mn-cs"/>
              </a:defRPr>
            </a:lvl1pPr>
          </a:lstStyle>
          <a:p>
            <a:pPr lvl="0"/>
            <a:r>
              <a:rPr lang="fr-FR"/>
              <a:t>Click to </a:t>
            </a:r>
            <a:r>
              <a:rPr lang="fr-FR" err="1"/>
              <a:t>add</a:t>
            </a:r>
            <a:r>
              <a:rPr lang="fr-FR"/>
              <a:t> </a:t>
            </a:r>
            <a:r>
              <a:rPr lang="fr-FR" err="1"/>
              <a:t>text</a:t>
            </a:r>
            <a:endParaRPr lang="fr-FR"/>
          </a:p>
        </p:txBody>
      </p:sp>
    </p:spTree>
    <p:extLst>
      <p:ext uri="{BB962C8B-B14F-4D97-AF65-F5344CB8AC3E}">
        <p14:creationId xmlns:p14="http://schemas.microsoft.com/office/powerpoint/2010/main" val="4166157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text side by sid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8A973F1-C54B-4D68-8CD3-42603664BB73}"/>
              </a:ext>
            </a:extLst>
          </p:cNvPr>
          <p:cNvSpPr>
            <a:spLocks noGrp="1"/>
          </p:cNvSpPr>
          <p:nvPr>
            <p:ph type="title"/>
          </p:nvPr>
        </p:nvSpPr>
        <p:spPr>
          <a:xfrm>
            <a:off x="584202" y="1878183"/>
            <a:ext cx="3701553" cy="1108121"/>
          </a:xfrm>
        </p:spPr>
        <p:txBody>
          <a:bodyPr anchor="b"/>
          <a:lstStyle>
            <a:lvl1pPr algn="l">
              <a:defRPr>
                <a:solidFill>
                  <a:schemeClr val="tx1"/>
                </a:solidFill>
              </a:defRPr>
            </a:lvl1pPr>
          </a:lstStyle>
          <a:p>
            <a:r>
              <a:rPr lang="en-US"/>
              <a:t>Click to edit Master</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Text Placeholder 6">
            <a:extLst>
              <a:ext uri="{FF2B5EF4-FFF2-40B4-BE49-F238E27FC236}">
                <a16:creationId xmlns:a16="http://schemas.microsoft.com/office/drawing/2014/main" id="{F0A611E8-C659-47FB-BDFD-0961C0B8A0E4}"/>
              </a:ext>
            </a:extLst>
          </p:cNvPr>
          <p:cNvSpPr>
            <a:spLocks noGrp="1"/>
          </p:cNvSpPr>
          <p:nvPr>
            <p:ph type="body" sz="quarter" idx="12"/>
          </p:nvPr>
        </p:nvSpPr>
        <p:spPr>
          <a:xfrm>
            <a:off x="4941890" y="2548710"/>
            <a:ext cx="6667497" cy="1757404"/>
          </a:xfrm>
        </p:spPr>
        <p:txBody>
          <a:bodyPr anchor="ctr"/>
          <a:lstStyle>
            <a:lvl1pPr>
              <a:spcBef>
                <a:spcPts val="1200"/>
              </a:spcBef>
              <a:defRPr sz="2000">
                <a:solidFill>
                  <a:schemeClr val="accent2">
                    <a:lumMod val="60000"/>
                    <a:lumOff val="40000"/>
                  </a:schemeClr>
                </a:solidFill>
              </a:defRPr>
            </a:lvl1pPr>
            <a:lvl2pPr>
              <a:spcBef>
                <a:spcPts val="0"/>
              </a:spcBef>
              <a:spcAft>
                <a:spcPts val="600"/>
              </a:spcAft>
              <a:defRPr sz="1400">
                <a:solidFill>
                  <a:schemeClr val="tx1"/>
                </a:solidFill>
              </a:defRPr>
            </a:lvl2pPr>
            <a:lvl3pPr marL="172971" indent="-172971">
              <a:spcBef>
                <a:spcPts val="600"/>
              </a:spcBef>
              <a:spcAft>
                <a:spcPts val="600"/>
              </a:spcAft>
              <a:buFont typeface="Arial" panose="020B0604020202020204" pitchFamily="34" charset="0"/>
              <a:buChar char="•"/>
              <a:defRPr sz="1400">
                <a:solidFill>
                  <a:schemeClr val="tx1"/>
                </a:solidFill>
              </a:defRPr>
            </a:lvl3pPr>
            <a:lvl4pPr>
              <a:spcBef>
                <a:spcPts val="2400"/>
              </a:spcBef>
              <a:defRPr sz="1400">
                <a:solidFill>
                  <a:schemeClr val="accent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242294"/>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A8A3552-8A78-4297-930A-B590D2F2070A}"/>
              </a:ext>
            </a:extLst>
          </p:cNvPr>
          <p:cNvSpPr>
            <a:spLocks noGrp="1"/>
          </p:cNvSpPr>
          <p:nvPr>
            <p:ph type="sldNum" sz="quarter" idx="10"/>
          </p:nvPr>
        </p:nvSpPr>
        <p:spPr/>
        <p:txBody>
          <a:bodyPr/>
          <a:lstStyle/>
          <a:p>
            <a:pPr defTabSz="914049">
              <a:defRPr/>
            </a:pPr>
            <a:endParaRPr lang="en-US" sz="1000">
              <a:solidFill>
                <a:srgbClr val="FFFFFF"/>
              </a:solidFill>
            </a:endParaRPr>
          </a:p>
        </p:txBody>
      </p:sp>
    </p:spTree>
    <p:extLst>
      <p:ext uri="{BB962C8B-B14F-4D97-AF65-F5344CB8AC3E}">
        <p14:creationId xmlns:p14="http://schemas.microsoft.com/office/powerpoint/2010/main" val="1517454201"/>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1" y="1435102"/>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0833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3"/>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5" y="2495685"/>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7"/>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3" y="2489201"/>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690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E2C6CB3-A022-6DCF-CEF5-184BE5C2A919}"/>
              </a:ext>
            </a:extLst>
          </p:cNvPr>
          <p:cNvSpPr>
            <a:spLocks noGrp="1"/>
          </p:cNvSpPr>
          <p:nvPr>
            <p:ph type="body" sz="quarter" idx="10"/>
          </p:nvPr>
        </p:nvSpPr>
        <p:spPr>
          <a:xfrm>
            <a:off x="585787" y="1110472"/>
            <a:ext cx="11020426" cy="307777"/>
          </a:xfrm>
        </p:spPr>
        <p:txBody>
          <a:bodyPr/>
          <a:lstStyle>
            <a:lvl1pPr marL="0" indent="0">
              <a:buNone/>
              <a:defRPr sz="1961">
                <a:latin typeface="+mj-lt"/>
              </a:defRPr>
            </a:lvl1pPr>
          </a:lstStyle>
          <a:p>
            <a:pPr lvl="0"/>
            <a:r>
              <a:rPr lang="en-US"/>
              <a:t>Click to edit Master text styles</a:t>
            </a:r>
          </a:p>
        </p:txBody>
      </p:sp>
      <p:sp>
        <p:nvSpPr>
          <p:cNvPr id="5" name="Title 4">
            <a:extLst>
              <a:ext uri="{FF2B5EF4-FFF2-40B4-BE49-F238E27FC236}">
                <a16:creationId xmlns:a16="http://schemas.microsoft.com/office/drawing/2014/main" id="{53CDC6AC-8A67-9408-2214-BBCAC1D189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39847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_">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49207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3" y="585218"/>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1095737"/>
          </a:xfrm>
          <a:prstGeom prst="rect">
            <a:avLst/>
          </a:prstGeom>
        </p:spPr>
        <p:txBody>
          <a:bodyPr wrap="square">
            <a:spAutoFit/>
          </a:bodyPr>
          <a:lstStyle>
            <a:lvl1pPr marL="137107" indent="-137107">
              <a:spcAft>
                <a:spcPts val="0"/>
              </a:spcAft>
              <a:buFont typeface="Arial" panose="020B0604020202020204" pitchFamily="34" charset="0"/>
              <a:buChar char="•"/>
              <a:defRPr>
                <a:solidFill>
                  <a:schemeClr val="tx1"/>
                </a:solidFill>
              </a:defRPr>
            </a:lvl1pPr>
            <a:lvl2pPr marL="265074" indent="-127967">
              <a:spcAft>
                <a:spcPts val="0"/>
              </a:spcAft>
              <a:buFont typeface="Arial" panose="020B0604020202020204" pitchFamily="34" charset="0"/>
              <a:buChar char="•"/>
              <a:defRPr>
                <a:solidFill>
                  <a:schemeClr val="tx1"/>
                </a:solidFill>
              </a:defRPr>
            </a:lvl2pPr>
            <a:lvl3pPr marL="383901" indent="-118827">
              <a:spcAft>
                <a:spcPts val="0"/>
              </a:spcAft>
              <a:buFont typeface="Arial" panose="020B0604020202020204" pitchFamily="34" charset="0"/>
              <a:buChar char="•"/>
              <a:defRPr>
                <a:solidFill>
                  <a:schemeClr val="tx1"/>
                </a:solidFill>
              </a:defRPr>
            </a:lvl3pPr>
            <a:lvl4pPr marL="685537" indent="0">
              <a:buNone/>
              <a:defRPr/>
            </a:lvl4pPr>
            <a:lvl5pPr marL="91404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247991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23185158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138B-812C-4AE5-8E0D-7F240113019F}"/>
              </a:ext>
            </a:extLst>
          </p:cNvPr>
          <p:cNvSpPr>
            <a:spLocks noGrp="1"/>
          </p:cNvSpPr>
          <p:nvPr>
            <p:ph type="title"/>
          </p:nvPr>
        </p:nvSpPr>
        <p:spPr>
          <a:xfrm>
            <a:off x="839791" y="1072515"/>
            <a:ext cx="3932237" cy="98488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F410AD-45D8-4D39-B669-C9CB9B02D5C2}"/>
              </a:ext>
            </a:extLst>
          </p:cNvPr>
          <p:cNvSpPr>
            <a:spLocks noGrp="1"/>
          </p:cNvSpPr>
          <p:nvPr>
            <p:ph type="pic" idx="1"/>
          </p:nvPr>
        </p:nvSpPr>
        <p:spPr>
          <a:xfrm>
            <a:off x="5183190" y="987428"/>
            <a:ext cx="6172200" cy="492443"/>
          </a:xfrm>
        </p:spPr>
        <p:txBody>
          <a:bodyPr/>
          <a:lstStyle>
            <a:lvl1pPr marL="0" indent="0">
              <a:buNone/>
              <a:defRPr sz="3200"/>
            </a:lvl1pPr>
            <a:lvl2pPr marL="456937" indent="0">
              <a:buNone/>
              <a:defRPr sz="2800"/>
            </a:lvl2pPr>
            <a:lvl3pPr marL="913874" indent="0">
              <a:buNone/>
              <a:defRPr sz="2400"/>
            </a:lvl3pPr>
            <a:lvl4pPr marL="1370810" indent="0">
              <a:buNone/>
              <a:defRPr sz="2000"/>
            </a:lvl4pPr>
            <a:lvl5pPr marL="1827747" indent="0">
              <a:buNone/>
              <a:defRPr sz="2000"/>
            </a:lvl5pPr>
            <a:lvl6pPr marL="2284683" indent="0">
              <a:buNone/>
              <a:defRPr sz="2000"/>
            </a:lvl6pPr>
            <a:lvl7pPr marL="2741621" indent="0">
              <a:buNone/>
              <a:defRPr sz="2000"/>
            </a:lvl7pPr>
            <a:lvl8pPr marL="3198557" indent="0">
              <a:buNone/>
              <a:defRPr sz="2000"/>
            </a:lvl8pPr>
            <a:lvl9pPr marL="3655493" indent="0">
              <a:buNone/>
              <a:defRPr sz="2000"/>
            </a:lvl9pPr>
          </a:lstStyle>
          <a:p>
            <a:endParaRPr lang="en-US"/>
          </a:p>
        </p:txBody>
      </p:sp>
      <p:sp>
        <p:nvSpPr>
          <p:cNvPr id="4" name="Text Placeholder 3">
            <a:extLst>
              <a:ext uri="{FF2B5EF4-FFF2-40B4-BE49-F238E27FC236}">
                <a16:creationId xmlns:a16="http://schemas.microsoft.com/office/drawing/2014/main" id="{2F1EEAA1-B0CE-4D77-A850-D9A87D90D860}"/>
              </a:ext>
            </a:extLst>
          </p:cNvPr>
          <p:cNvSpPr>
            <a:spLocks noGrp="1"/>
          </p:cNvSpPr>
          <p:nvPr>
            <p:ph type="body" sz="half" idx="2"/>
          </p:nvPr>
        </p:nvSpPr>
        <p:spPr>
          <a:xfrm>
            <a:off x="839791" y="2057402"/>
            <a:ext cx="3932237" cy="246221"/>
          </a:xfrm>
        </p:spPr>
        <p:txBody>
          <a:bodyPr/>
          <a:lstStyle>
            <a:lvl1pPr marL="0" indent="0">
              <a:buNone/>
              <a:defRPr sz="1600"/>
            </a:lvl1pPr>
            <a:lvl2pPr marL="456937" indent="0">
              <a:buNone/>
              <a:defRPr sz="1400"/>
            </a:lvl2pPr>
            <a:lvl3pPr marL="913874" indent="0">
              <a:buNone/>
              <a:defRPr sz="1200"/>
            </a:lvl3pPr>
            <a:lvl4pPr marL="1370810" indent="0">
              <a:buNone/>
              <a:defRPr sz="1000"/>
            </a:lvl4pPr>
            <a:lvl5pPr marL="1827747" indent="0">
              <a:buNone/>
              <a:defRPr sz="1000"/>
            </a:lvl5pPr>
            <a:lvl6pPr marL="2284683" indent="0">
              <a:buNone/>
              <a:defRPr sz="1000"/>
            </a:lvl6pPr>
            <a:lvl7pPr marL="2741621" indent="0">
              <a:buNone/>
              <a:defRPr sz="1000"/>
            </a:lvl7pPr>
            <a:lvl8pPr marL="3198557" indent="0">
              <a:buNone/>
              <a:defRPr sz="1000"/>
            </a:lvl8pPr>
            <a:lvl9pPr marL="365549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9A7B72-DBB1-4AA1-9012-2AE9681A2AF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3A4EC6D-A116-4F5D-92CF-BE0B0F6B9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F9E84-6821-4814-A5DA-B421FE337506}"/>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16976379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6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38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2" y="1435103"/>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38" indent="-172938">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1DFB55-1377-4F2A-BD23-AF83214009C2}"/>
              </a:ext>
            </a:extLst>
          </p:cNvPr>
          <p:cNvSpPr>
            <a:spLocks noGrp="1"/>
          </p:cNvSpPr>
          <p:nvPr>
            <p:ph sz="quarter" idx="13"/>
          </p:nvPr>
        </p:nvSpPr>
        <p:spPr>
          <a:xfrm>
            <a:off x="6527800" y="4635501"/>
            <a:ext cx="711200" cy="148163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C57B0727-AF70-4F28-9937-A4D5B83B2D81}"/>
              </a:ext>
            </a:extLst>
          </p:cNvPr>
          <p:cNvSpPr>
            <a:spLocks noGrp="1"/>
          </p:cNvSpPr>
          <p:nvPr>
            <p:ph type="body" sz="quarter" idx="14"/>
          </p:nvPr>
        </p:nvSpPr>
        <p:spPr>
          <a:xfrm>
            <a:off x="8432800" y="2603502"/>
            <a:ext cx="1485900" cy="4321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996DC9-1A99-40BA-91EB-BEEE4ED8108B}"/>
              </a:ext>
            </a:extLst>
          </p:cNvPr>
          <p:cNvSpPr>
            <a:spLocks noGrp="1"/>
          </p:cNvSpPr>
          <p:nvPr>
            <p:ph type="body" sz="quarter" idx="15"/>
          </p:nvPr>
        </p:nvSpPr>
        <p:spPr>
          <a:xfrm>
            <a:off x="1579566" y="3706813"/>
            <a:ext cx="2763837" cy="2474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624040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644B162-36BD-4C9E-96EE-3EEFBE3AD8F1}"/>
              </a:ext>
            </a:extLst>
          </p:cNvPr>
          <p:cNvSpPr/>
          <p:nvPr userDrawn="1"/>
        </p:nvSpPr>
        <p:spPr bwMode="auto">
          <a:xfrm>
            <a:off x="6095999" y="604838"/>
            <a:ext cx="5773737" cy="5978525"/>
          </a:xfrm>
          <a:prstGeom prst="roundRect">
            <a:avLst>
              <a:gd name="adj" fmla="val 1345"/>
            </a:avLst>
          </a:prstGeom>
          <a:solidFill>
            <a:srgbClr val="26262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algn="l" defTabSz="932114"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B1F8BDA0-6722-4B45-AC43-F39680461120}"/>
              </a:ext>
            </a:extLst>
          </p:cNvPr>
          <p:cNvSpPr>
            <a:spLocks noGrp="1"/>
          </p:cNvSpPr>
          <p:nvPr>
            <p:ph type="title"/>
          </p:nvPr>
        </p:nvSpPr>
        <p:spPr>
          <a:xfrm>
            <a:off x="577851" y="819150"/>
            <a:ext cx="8740524" cy="369332"/>
          </a:xfrm>
        </p:spPr>
        <p:txBody>
          <a:bodyPr anchor="ctr"/>
          <a:lstStyle>
            <a:lvl1pPr>
              <a:defRPr sz="2400">
                <a:solidFill>
                  <a:schemeClr val="accent1"/>
                </a:solidFill>
              </a:defRPr>
            </a:lvl1pPr>
          </a:lstStyle>
          <a:p>
            <a:r>
              <a:rPr lang="en-US"/>
              <a:t>Click to edit Master title style</a:t>
            </a:r>
          </a:p>
        </p:txBody>
      </p:sp>
      <p:sp>
        <p:nvSpPr>
          <p:cNvPr id="5" name="Text Placeholder 3">
            <a:extLst>
              <a:ext uri="{FF2B5EF4-FFF2-40B4-BE49-F238E27FC236}">
                <a16:creationId xmlns:a16="http://schemas.microsoft.com/office/drawing/2014/main" id="{68A1B7F0-6D80-417F-828E-279BD5DEF1D4}"/>
              </a:ext>
            </a:extLst>
          </p:cNvPr>
          <p:cNvSpPr>
            <a:spLocks noGrp="1"/>
          </p:cNvSpPr>
          <p:nvPr>
            <p:ph type="body" sz="quarter" idx="10" hasCustomPrompt="1"/>
          </p:nvPr>
        </p:nvSpPr>
        <p:spPr>
          <a:xfrm>
            <a:off x="597789" y="1871889"/>
            <a:ext cx="5336287" cy="1129540"/>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490" indent="0">
              <a:lnSpc>
                <a:spcPct val="90000"/>
              </a:lnSpc>
              <a:spcBef>
                <a:spcPts val="0"/>
              </a:spcBef>
              <a:spcAft>
                <a:spcPts val="600"/>
              </a:spcAft>
              <a:buFont typeface="Arial" panose="020B0604020202020204" pitchFamily="34" charset="0"/>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Business Value text</a:t>
            </a:r>
          </a:p>
        </p:txBody>
      </p:sp>
      <p:sp>
        <p:nvSpPr>
          <p:cNvPr id="6" name="Text Placeholder 8">
            <a:extLst>
              <a:ext uri="{FF2B5EF4-FFF2-40B4-BE49-F238E27FC236}">
                <a16:creationId xmlns:a16="http://schemas.microsoft.com/office/drawing/2014/main" id="{627A17B0-7851-46E8-B34F-9C13DB18AF86}"/>
              </a:ext>
            </a:extLst>
          </p:cNvPr>
          <p:cNvSpPr>
            <a:spLocks noGrp="1"/>
          </p:cNvSpPr>
          <p:nvPr>
            <p:ph type="body" sz="quarter" idx="13" hasCustomPrompt="1"/>
          </p:nvPr>
        </p:nvSpPr>
        <p:spPr>
          <a:xfrm>
            <a:off x="9515477" y="168934"/>
            <a:ext cx="2676525" cy="941726"/>
          </a:xfrm>
          <a:solidFill>
            <a:schemeClr val="accent2"/>
          </a:solidFill>
          <a:effectLst>
            <a:outerShdw blurRad="88900" dist="38100" dir="2700000" sx="101000" sy="101000" algn="ctr" rotWithShape="0">
              <a:srgbClr val="000000">
                <a:alpha val="15000"/>
              </a:srgbClr>
            </a:outerShdw>
          </a:effectLst>
        </p:spPr>
        <p:txBody>
          <a:bodyPr wrap="square" lIns="182880" rIns="548640" anchor="ctr" anchorCtr="0">
            <a:noAutofit/>
          </a:bodyPr>
          <a:lstStyle>
            <a:lvl1pPr marL="0" indent="0">
              <a:lnSpc>
                <a:spcPct val="90000"/>
              </a:lnSpc>
              <a:spcBef>
                <a:spcPts val="0"/>
              </a:spcBef>
              <a:spcAft>
                <a:spcPts val="600"/>
              </a:spcAft>
              <a:buNone/>
              <a:defRPr lang="en-US" sz="1200" smtClean="0">
                <a:solidFill>
                  <a:schemeClr val="tx1"/>
                </a:solidFill>
                <a:latin typeface="Segoe UI Semibold"/>
                <a:cs typeface="Segoe UI Semilight" panose="020B0402040204020203" pitchFamily="34" charset="0"/>
              </a:defRPr>
            </a:lvl1pPr>
            <a:lvl2pPr marL="228495" indent="0">
              <a:buNone/>
              <a:defRPr lang="en-US" sz="1765" smtClean="0">
                <a:solidFill>
                  <a:schemeClr val="bg1"/>
                </a:solidFill>
              </a:defRPr>
            </a:lvl2pPr>
            <a:lvl3pPr marL="714067" indent="0">
              <a:buNone/>
              <a:defRPr lang="en-US" sz="1765" smtClean="0">
                <a:solidFill>
                  <a:schemeClr val="bg1"/>
                </a:solidFill>
              </a:defRPr>
            </a:lvl3pPr>
            <a:lvl4pPr marL="1190118" indent="0">
              <a:buNone/>
              <a:defRPr lang="en-US" sz="1765" smtClean="0">
                <a:solidFill>
                  <a:schemeClr val="bg1"/>
                </a:solidFill>
              </a:defRPr>
            </a:lvl4pPr>
            <a:lvl5pPr marL="1659821" indent="0">
              <a:buNone/>
              <a:defRPr lang="en-US" sz="1765">
                <a:solidFill>
                  <a:schemeClr val="bg1"/>
                </a:solidFill>
              </a:defRPr>
            </a:lvl5pPr>
          </a:lstStyle>
          <a:p>
            <a:pPr marL="0" lvl="0" defTabSz="932205"/>
            <a:r>
              <a:rPr lang="en-US"/>
              <a:t>Click to Add Cycle Information</a:t>
            </a:r>
          </a:p>
        </p:txBody>
      </p:sp>
      <p:sp>
        <p:nvSpPr>
          <p:cNvPr id="7" name="Content Placeholder 5">
            <a:extLst>
              <a:ext uri="{FF2B5EF4-FFF2-40B4-BE49-F238E27FC236}">
                <a16:creationId xmlns:a16="http://schemas.microsoft.com/office/drawing/2014/main" id="{04C43695-5495-4F79-BD5C-717B00E4679B}"/>
              </a:ext>
              <a:ext uri="{C183D7F6-B498-43B3-948B-1728B52AA6E4}">
                <adec:decorative xmlns:adec="http://schemas.microsoft.com/office/drawing/2017/decorative" val="1"/>
              </a:ext>
            </a:extLst>
          </p:cNvPr>
          <p:cNvSpPr txBox="1">
            <a:spLocks/>
          </p:cNvSpPr>
          <p:nvPr userDrawn="1"/>
        </p:nvSpPr>
        <p:spPr>
          <a:xfrm>
            <a:off x="9424036" y="168828"/>
            <a:ext cx="91440" cy="941832"/>
          </a:xfrm>
          <a:prstGeom prst="rect">
            <a:avLst/>
          </a:prstGeom>
          <a:solidFill>
            <a:srgbClr val="50E6FF"/>
          </a:solidFill>
        </p:spPr>
        <p:txBody>
          <a:bodyPr vert="horz" wrap="non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1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p:sp>
        <p:nvSpPr>
          <p:cNvPr id="2" name="TextBox 1">
            <a:extLst>
              <a:ext uri="{FF2B5EF4-FFF2-40B4-BE49-F238E27FC236}">
                <a16:creationId xmlns:a16="http://schemas.microsoft.com/office/drawing/2014/main" id="{D3FD6168-5A8D-4594-A26D-98E88432C94F}"/>
              </a:ext>
            </a:extLst>
          </p:cNvPr>
          <p:cNvSpPr txBox="1"/>
          <p:nvPr userDrawn="1"/>
        </p:nvSpPr>
        <p:spPr>
          <a:xfrm>
            <a:off x="6662740" y="1352550"/>
            <a:ext cx="5111748"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ED7D31"/>
                </a:solidFill>
                <a:effectLst/>
                <a:uLnTx/>
                <a:uFillTx/>
                <a:latin typeface="Segoe UI Semibold" panose="020B0702040204020203" pitchFamily="34" charset="0"/>
                <a:ea typeface="+mn-ea"/>
                <a:cs typeface="Segoe UI Semibold" panose="020B0702040204020203" pitchFamily="34" charset="0"/>
              </a:rPr>
              <a:t>Key user benefits</a:t>
            </a:r>
          </a:p>
        </p:txBody>
      </p:sp>
      <p:sp>
        <p:nvSpPr>
          <p:cNvPr id="16" name="Picture Placeholder 15">
            <a:extLst>
              <a:ext uri="{FF2B5EF4-FFF2-40B4-BE49-F238E27FC236}">
                <a16:creationId xmlns:a16="http://schemas.microsoft.com/office/drawing/2014/main" id="{FAF2E327-D386-4821-B6D2-8C12A55C5ED7}"/>
              </a:ext>
            </a:extLst>
          </p:cNvPr>
          <p:cNvSpPr>
            <a:spLocks noGrp="1"/>
          </p:cNvSpPr>
          <p:nvPr>
            <p:ph type="pic" sz="quarter" idx="14"/>
          </p:nvPr>
        </p:nvSpPr>
        <p:spPr>
          <a:xfrm>
            <a:off x="6765924" y="3156166"/>
            <a:ext cx="4848225" cy="430901"/>
          </a:xfrm>
        </p:spPr>
        <p:txBody>
          <a:bodyPr/>
          <a:lstStyle/>
          <a:p>
            <a:endParaRPr lang="en-US"/>
          </a:p>
        </p:txBody>
      </p:sp>
      <p:sp>
        <p:nvSpPr>
          <p:cNvPr id="18" name="Text Placeholder 17">
            <a:extLst>
              <a:ext uri="{FF2B5EF4-FFF2-40B4-BE49-F238E27FC236}">
                <a16:creationId xmlns:a16="http://schemas.microsoft.com/office/drawing/2014/main" id="{7CF5198F-91B0-4BEE-A74B-C38CC7C15FA0}"/>
              </a:ext>
            </a:extLst>
          </p:cNvPr>
          <p:cNvSpPr>
            <a:spLocks noGrp="1"/>
          </p:cNvSpPr>
          <p:nvPr>
            <p:ph type="body" sz="quarter" idx="15" hasCustomPrompt="1"/>
          </p:nvPr>
        </p:nvSpPr>
        <p:spPr>
          <a:xfrm>
            <a:off x="6765924" y="1878159"/>
            <a:ext cx="4845050" cy="627864"/>
          </a:xfrm>
        </p:spPr>
        <p:txBody>
          <a:bodyPr/>
          <a:lstStyle>
            <a:lvl1pPr marL="285640" indent="-285640">
              <a:lnSpc>
                <a:spcPct val="150000"/>
              </a:lnSpc>
              <a:buFont typeface="Arial" panose="020B0604020202020204" pitchFamily="34" charset="0"/>
              <a:buChar char="•"/>
              <a:defRPr sz="1200">
                <a:latin typeface="+mj-lt"/>
              </a:defRPr>
            </a:lvl1pPr>
          </a:lstStyle>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p:txBody>
      </p:sp>
      <p:sp>
        <p:nvSpPr>
          <p:cNvPr id="20" name="Text Placeholder 19">
            <a:extLst>
              <a:ext uri="{FF2B5EF4-FFF2-40B4-BE49-F238E27FC236}">
                <a16:creationId xmlns:a16="http://schemas.microsoft.com/office/drawing/2014/main" id="{B6DE0899-B184-4EE0-92B1-D6CBEE6C224A}"/>
              </a:ext>
            </a:extLst>
          </p:cNvPr>
          <p:cNvSpPr>
            <a:spLocks noGrp="1"/>
          </p:cNvSpPr>
          <p:nvPr>
            <p:ph type="body" sz="quarter" idx="16" hasCustomPrompt="1"/>
          </p:nvPr>
        </p:nvSpPr>
        <p:spPr>
          <a:xfrm>
            <a:off x="577853" y="6343155"/>
            <a:ext cx="5336287" cy="184708"/>
          </a:xfrm>
        </p:spPr>
        <p:txBody>
          <a:bodyPr/>
          <a:lstStyle>
            <a:lvl1pPr marL="0" indent="0">
              <a:buNone/>
              <a:defRPr sz="1200">
                <a:latin typeface="+mj-lt"/>
              </a:defRPr>
            </a:lvl1pPr>
            <a:lvl2pPr marL="228512" indent="0">
              <a:buNone/>
              <a:defRPr/>
            </a:lvl2pPr>
          </a:lstStyle>
          <a:p>
            <a:pPr lvl="0"/>
            <a:r>
              <a:rPr lang="en-US"/>
              <a:t>Click to edit for more information and add hyperlink</a:t>
            </a:r>
          </a:p>
        </p:txBody>
      </p:sp>
      <p:sp>
        <p:nvSpPr>
          <p:cNvPr id="22" name="TextBox 21">
            <a:extLst>
              <a:ext uri="{FF2B5EF4-FFF2-40B4-BE49-F238E27FC236}">
                <a16:creationId xmlns:a16="http://schemas.microsoft.com/office/drawing/2014/main" id="{71CFA4E4-8C23-4D4E-9646-507AF8229040}"/>
              </a:ext>
            </a:extLst>
          </p:cNvPr>
          <p:cNvSpPr txBox="1"/>
          <p:nvPr userDrawn="1"/>
        </p:nvSpPr>
        <p:spPr>
          <a:xfrm>
            <a:off x="506414" y="1352550"/>
            <a:ext cx="5427660"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Business Value</a:t>
            </a:r>
          </a:p>
        </p:txBody>
      </p:sp>
      <p:sp>
        <p:nvSpPr>
          <p:cNvPr id="23" name="Text Placeholder 3">
            <a:extLst>
              <a:ext uri="{FF2B5EF4-FFF2-40B4-BE49-F238E27FC236}">
                <a16:creationId xmlns:a16="http://schemas.microsoft.com/office/drawing/2014/main" id="{D334FFF1-A3F5-4EAE-9012-ADCB865FE601}"/>
              </a:ext>
            </a:extLst>
          </p:cNvPr>
          <p:cNvSpPr>
            <a:spLocks noGrp="1"/>
          </p:cNvSpPr>
          <p:nvPr>
            <p:ph type="body" sz="quarter" idx="17" hasCustomPrompt="1"/>
          </p:nvPr>
        </p:nvSpPr>
        <p:spPr>
          <a:xfrm>
            <a:off x="597789" y="3707469"/>
            <a:ext cx="5336287" cy="2417106"/>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490" indent="0">
              <a:lnSpc>
                <a:spcPct val="90000"/>
              </a:lnSpc>
              <a:spcBef>
                <a:spcPts val="0"/>
              </a:spcBef>
              <a:spcAft>
                <a:spcPts val="600"/>
              </a:spcAft>
              <a:buFont typeface="Arial" panose="020B0604020202020204" pitchFamily="34" charset="0"/>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Feature details text</a:t>
            </a:r>
          </a:p>
        </p:txBody>
      </p:sp>
      <p:sp>
        <p:nvSpPr>
          <p:cNvPr id="24" name="TextBox 23">
            <a:extLst>
              <a:ext uri="{FF2B5EF4-FFF2-40B4-BE49-F238E27FC236}">
                <a16:creationId xmlns:a16="http://schemas.microsoft.com/office/drawing/2014/main" id="{065AEF95-A022-479E-B613-4D8D833BDF79}"/>
              </a:ext>
            </a:extLst>
          </p:cNvPr>
          <p:cNvSpPr txBox="1"/>
          <p:nvPr userDrawn="1"/>
        </p:nvSpPr>
        <p:spPr>
          <a:xfrm>
            <a:off x="506414" y="3188130"/>
            <a:ext cx="5427660"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Feature Details</a:t>
            </a:r>
          </a:p>
        </p:txBody>
      </p:sp>
      <p:sp>
        <p:nvSpPr>
          <p:cNvPr id="27" name="TextBox 26">
            <a:extLst>
              <a:ext uri="{FF2B5EF4-FFF2-40B4-BE49-F238E27FC236}">
                <a16:creationId xmlns:a16="http://schemas.microsoft.com/office/drawing/2014/main" id="{D9E67C3B-74EB-46FC-8479-075AB1F56FDE}"/>
              </a:ext>
            </a:extLst>
          </p:cNvPr>
          <p:cNvSpPr txBox="1"/>
          <p:nvPr userDrawn="1"/>
        </p:nvSpPr>
        <p:spPr>
          <a:xfrm>
            <a:off x="492216" y="295930"/>
            <a:ext cx="6762750" cy="531812"/>
          </a:xfrm>
          <a:prstGeom prst="rect">
            <a:avLst/>
          </a:prstGeom>
          <a:noFill/>
        </p:spPr>
        <p:txBody>
          <a:bodyPr wrap="square">
            <a:spAutoFit/>
          </a:bodyPr>
          <a:lstStyle/>
          <a:p>
            <a:r>
              <a:rPr lang="en-US" sz="2800">
                <a:latin typeface="+mj-lt"/>
              </a:rPr>
              <a:t>Azure Machine Learning </a:t>
            </a:r>
          </a:p>
        </p:txBody>
      </p:sp>
      <p:sp>
        <p:nvSpPr>
          <p:cNvPr id="8" name="Rectangle 7">
            <a:extLst>
              <a:ext uri="{FF2B5EF4-FFF2-40B4-BE49-F238E27FC236}">
                <a16:creationId xmlns:a16="http://schemas.microsoft.com/office/drawing/2014/main" id="{A73C90A6-726A-413C-88CC-AD25EA772416}"/>
              </a:ext>
            </a:extLst>
          </p:cNvPr>
          <p:cNvSpPr/>
          <p:nvPr userDrawn="1"/>
        </p:nvSpPr>
        <p:spPr>
          <a:xfrm>
            <a:off x="3800576" y="2"/>
            <a:ext cx="4590853" cy="19579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MICROSOFT CONFIDENTIAL</a:t>
            </a:r>
          </a:p>
        </p:txBody>
      </p:sp>
    </p:spTree>
    <p:extLst>
      <p:ext uri="{BB962C8B-B14F-4D97-AF65-F5344CB8AC3E}">
        <p14:creationId xmlns:p14="http://schemas.microsoft.com/office/powerpoint/2010/main" val="235480356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06379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1" y="585789"/>
            <a:ext cx="1366245" cy="292608"/>
          </a:xfrm>
          <a:prstGeom prst="rect">
            <a:avLst/>
          </a:prstGeom>
        </p:spPr>
      </p:pic>
      <p:sp>
        <p:nvSpPr>
          <p:cNvPr id="9" name="Title 1"/>
          <p:cNvSpPr>
            <a:spLocks noGrp="1"/>
          </p:cNvSpPr>
          <p:nvPr>
            <p:ph type="title" hasCustomPrompt="1"/>
          </p:nvPr>
        </p:nvSpPr>
        <p:spPr>
          <a:xfrm>
            <a:off x="584200" y="2982953"/>
            <a:ext cx="9144000" cy="553998"/>
          </a:xfrm>
          <a:noFill/>
        </p:spPr>
        <p:txBody>
          <a:bodyPr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3699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1" y="2428954"/>
            <a:ext cx="5271593" cy="1107996"/>
          </a:xfrm>
          <a:noFill/>
        </p:spPr>
        <p:txBody>
          <a:bodyPr wrap="square"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1" y="3575301"/>
            <a:ext cx="5344261"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D91670EB-60AE-453D-9BE5-98C5EC262A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12583" y="1648101"/>
            <a:ext cx="6278047" cy="3965511"/>
          </a:xfrm>
          <a:prstGeom prst="rect">
            <a:avLst/>
          </a:prstGeom>
        </p:spPr>
      </p:pic>
    </p:spTree>
    <p:extLst>
      <p:ext uri="{BB962C8B-B14F-4D97-AF65-F5344CB8AC3E}">
        <p14:creationId xmlns:p14="http://schemas.microsoft.com/office/powerpoint/2010/main" val="273451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a:xfrm>
            <a:off x="588264" y="2886726"/>
            <a:ext cx="3720772" cy="985025"/>
          </a:xfrm>
        </p:spPr>
        <p:txBody>
          <a:bodyPr/>
          <a:lstStyle>
            <a:lvl1pPr algn="l">
              <a:defRPr lang="en-US" sz="3200" b="1" kern="1200" cap="none" spc="-50" baseline="0">
                <a:ln w="3175">
                  <a:noFill/>
                </a:ln>
                <a:gradFill>
                  <a:gsLst>
                    <a:gs pos="0">
                      <a:srgbClr val="50E6FF"/>
                    </a:gs>
                    <a:gs pos="100000">
                      <a:srgbClr val="0078D4"/>
                    </a:gs>
                  </a:gsLst>
                  <a:lin ang="2700000" scaled="1"/>
                </a:gradFill>
                <a:effectLst/>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2" name="Text Placeholder 16">
            <a:extLst>
              <a:ext uri="{FF2B5EF4-FFF2-40B4-BE49-F238E27FC236}">
                <a16:creationId xmlns:a16="http://schemas.microsoft.com/office/drawing/2014/main" id="{AFB395A3-F329-7F43-8109-3016CAA1A145}"/>
              </a:ext>
            </a:extLst>
          </p:cNvPr>
          <p:cNvSpPr>
            <a:spLocks noGrp="1"/>
          </p:cNvSpPr>
          <p:nvPr>
            <p:ph type="body" sz="quarter" idx="21"/>
          </p:nvPr>
        </p:nvSpPr>
        <p:spPr>
          <a:xfrm>
            <a:off x="7425644" y="940441"/>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3" name="Text Placeholder 16">
            <a:extLst>
              <a:ext uri="{FF2B5EF4-FFF2-40B4-BE49-F238E27FC236}">
                <a16:creationId xmlns:a16="http://schemas.microsoft.com/office/drawing/2014/main" id="{1DDAB25F-31CA-A664-667A-6E4EDE149B3A}"/>
              </a:ext>
            </a:extLst>
          </p:cNvPr>
          <p:cNvSpPr>
            <a:spLocks noGrp="1"/>
          </p:cNvSpPr>
          <p:nvPr>
            <p:ph type="body" sz="quarter" idx="22"/>
          </p:nvPr>
        </p:nvSpPr>
        <p:spPr>
          <a:xfrm>
            <a:off x="7425644" y="2428766"/>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4" name="Text Placeholder 16">
            <a:extLst>
              <a:ext uri="{FF2B5EF4-FFF2-40B4-BE49-F238E27FC236}">
                <a16:creationId xmlns:a16="http://schemas.microsoft.com/office/drawing/2014/main" id="{A2F95923-9084-939A-C2FB-70DBC7908BFB}"/>
              </a:ext>
            </a:extLst>
          </p:cNvPr>
          <p:cNvSpPr>
            <a:spLocks noGrp="1"/>
          </p:cNvSpPr>
          <p:nvPr>
            <p:ph type="body" sz="quarter" idx="23"/>
          </p:nvPr>
        </p:nvSpPr>
        <p:spPr>
          <a:xfrm>
            <a:off x="7425644" y="3898442"/>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5" name="Text Placeholder 16">
            <a:extLst>
              <a:ext uri="{FF2B5EF4-FFF2-40B4-BE49-F238E27FC236}">
                <a16:creationId xmlns:a16="http://schemas.microsoft.com/office/drawing/2014/main" id="{9FCA6A62-292B-33D3-2473-67D03C349715}"/>
              </a:ext>
            </a:extLst>
          </p:cNvPr>
          <p:cNvSpPr>
            <a:spLocks noGrp="1"/>
          </p:cNvSpPr>
          <p:nvPr>
            <p:ph type="body" sz="quarter" idx="24"/>
          </p:nvPr>
        </p:nvSpPr>
        <p:spPr>
          <a:xfrm>
            <a:off x="7425644" y="5345875"/>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3669346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59F0-CB7A-EFE1-11B0-AC2110CECD32}"/>
              </a:ext>
            </a:extLst>
          </p:cNvPr>
          <p:cNvSpPr>
            <a:spLocks noGrp="1"/>
          </p:cNvSpPr>
          <p:nvPr>
            <p:ph type="title"/>
          </p:nvPr>
        </p:nvSpPr>
        <p:spPr>
          <a:xfrm>
            <a:off x="745067" y="2627471"/>
            <a:ext cx="4554902"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3481779479"/>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23319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446709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9"/>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6970" indent="-226970">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185026" y="1436689"/>
            <a:ext cx="4424363" cy="1440634"/>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30" indent="-231730">
              <a:spcBef>
                <a:spcPts val="600"/>
              </a:spcBef>
              <a:spcAft>
                <a:spcPts val="0"/>
              </a:spcAft>
              <a:buFont typeface="+mj-lt"/>
              <a:buAutoNum type="arabicPeriod"/>
              <a:defRPr sz="1400"/>
            </a:lvl2pPr>
            <a:lvl3pPr marL="398386" indent="-168243">
              <a:spcBef>
                <a:spcPts val="0"/>
              </a:spcBef>
              <a:buFont typeface="Arial" panose="020B0604020202020204" pitchFamily="34" charset="0"/>
              <a:buChar char="•"/>
              <a:defRPr sz="1200"/>
            </a:lvl3pPr>
            <a:lvl4pPr marL="171417" indent="-171417">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67000">
                <a:srgbClr val="9BF00B"/>
              </a:gs>
              <a:gs pos="0">
                <a:srgbClr val="FEF000"/>
              </a:gs>
            </a:gsLst>
            <a:lin ang="0" scaled="1"/>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kumimoji="0" lang="en-US" sz="1050" b="0" i="0" u="none" strike="noStrike" cap="none" spc="300" normalizeH="0" dirty="0" smtClean="0">
                <a:ln>
                  <a:noFill/>
                </a:ln>
                <a:solidFill>
                  <a:schemeClr val="bg1"/>
                </a:solidFill>
                <a:effectLst/>
                <a:uLnTx/>
                <a:uFillTx/>
                <a:latin typeface="+mj-lt"/>
                <a:ea typeface="Segoe UI" pitchFamily="34" charset="0"/>
                <a:cs typeface="Segoe UI" pitchFamily="34" charset="0"/>
              </a:defRPr>
            </a:lvl1pPr>
          </a:lstStyle>
          <a:p>
            <a:pPr lvl="0" algn="ctr" defTabSz="932293" fontAlgn="base">
              <a:spcBef>
                <a:spcPct val="0"/>
              </a:spcBef>
              <a:spcAft>
                <a:spcPct val="0"/>
              </a:spcAft>
              <a:buSzTx/>
              <a:buFontTx/>
            </a:pPr>
            <a:r>
              <a:rPr lang="en-US"/>
              <a:t>Click</a:t>
            </a:r>
          </a:p>
        </p:txBody>
      </p:sp>
      <p:sp>
        <p:nvSpPr>
          <p:cNvPr id="3" name="Title 2">
            <a:extLst>
              <a:ext uri="{FF2B5EF4-FFF2-40B4-BE49-F238E27FC236}">
                <a16:creationId xmlns:a16="http://schemas.microsoft.com/office/drawing/2014/main" id="{45DE5E1E-E5FB-43C8-AA70-F8341E35BDB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20910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9"/>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6970" indent="-226970">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837488" y="1436689"/>
            <a:ext cx="3771900"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30" indent="-231730">
              <a:spcBef>
                <a:spcPts val="600"/>
              </a:spcBef>
              <a:spcAft>
                <a:spcPts val="0"/>
              </a:spcAft>
              <a:buFont typeface="+mj-lt"/>
              <a:buAutoNum type="arabicPeriod"/>
              <a:defRPr sz="1600"/>
            </a:lvl2pPr>
            <a:lvl3pPr marL="398386" indent="-168243">
              <a:spcBef>
                <a:spcPts val="0"/>
              </a:spcBef>
              <a:buFont typeface="Arial" panose="020B0604020202020204" pitchFamily="34" charset="0"/>
              <a:buChar char="•"/>
              <a:defRPr sz="1200"/>
            </a:lvl3pPr>
            <a:lvl4pPr marL="171417" indent="-171417">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100000">
                <a:srgbClr val="FFB900"/>
              </a:gs>
              <a:gs pos="0">
                <a:srgbClr val="FF9349"/>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Click</a:t>
            </a:r>
          </a:p>
        </p:txBody>
      </p:sp>
      <p:sp>
        <p:nvSpPr>
          <p:cNvPr id="9" name="AUTOMATION" descr="AUTOMATION&#10;">
            <a:extLst>
              <a:ext uri="{FF2B5EF4-FFF2-40B4-BE49-F238E27FC236}">
                <a16:creationId xmlns:a16="http://schemas.microsoft.com/office/drawing/2014/main" id="{B07F33C5-7405-111B-4024-F1BDC6126BB0}"/>
              </a:ext>
            </a:extLst>
          </p:cNvPr>
          <p:cNvSpPr>
            <a:spLocks noGrp="1"/>
          </p:cNvSpPr>
          <p:nvPr>
            <p:ph type="body" sz="quarter" idx="13"/>
          </p:nvPr>
        </p:nvSpPr>
        <p:spPr>
          <a:xfrm>
            <a:off x="9388601" y="652225"/>
            <a:ext cx="2212087" cy="297419"/>
          </a:xfrm>
          <a:prstGeom prst="roundRect">
            <a:avLst>
              <a:gd name="adj" fmla="val 50000"/>
            </a:avLst>
          </a:prstGeom>
          <a:gradFill>
            <a:gsLst>
              <a:gs pos="100000">
                <a:schemeClr val="accent1"/>
              </a:gs>
              <a:gs pos="0">
                <a:srgbClr val="0078D4"/>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Click</a:t>
            </a:r>
          </a:p>
        </p:txBody>
      </p:sp>
    </p:spTree>
    <p:extLst>
      <p:ext uri="{BB962C8B-B14F-4D97-AF65-F5344CB8AC3E}">
        <p14:creationId xmlns:p14="http://schemas.microsoft.com/office/powerpoint/2010/main" val="21555250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14" name="Rounded Rectangle 1">
            <a:extLst>
              <a:ext uri="{FF2B5EF4-FFF2-40B4-BE49-F238E27FC236}">
                <a16:creationId xmlns:a16="http://schemas.microsoft.com/office/drawing/2014/main" id="{94EDD22D-53C4-5B0E-3BFF-8785B9BA7013}"/>
              </a:ext>
              <a:ext uri="{C183D7F6-B498-43B3-948B-1728B52AA6E4}">
                <adec:decorative xmlns:adec="http://schemas.microsoft.com/office/drawing/2017/decorative" val="1"/>
              </a:ext>
            </a:extLst>
          </p:cNvPr>
          <p:cNvSpPr/>
          <p:nvPr userDrawn="1"/>
        </p:nvSpPr>
        <p:spPr bwMode="auto">
          <a:xfrm>
            <a:off x="0" y="-1"/>
            <a:ext cx="12192000" cy="6858001"/>
          </a:xfrm>
          <a:prstGeom prst="roundRect">
            <a:avLst>
              <a:gd name="adj" fmla="val 0"/>
            </a:avLst>
          </a:prstGeom>
          <a:blipFill dpi="0" rotWithShape="1">
            <a:blip>
              <a:alphaModFix amt="20000"/>
              <a:extLst>
                <a:ext uri="{96DAC541-7B7A-43D3-8B79-37D633B846F1}">
                  <asvg:svgBlip xmlns:asvg="http://schemas.microsoft.com/office/drawing/2016/SVG/main" r:embed="rId2"/>
                </a:ext>
              </a:extLst>
            </a:blip>
            <a:srcRect/>
            <a:tile tx="0" ty="0" sx="90000" sy="9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rm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Top Corners Rounded 14">
            <a:extLst>
              <a:ext uri="{FF2B5EF4-FFF2-40B4-BE49-F238E27FC236}">
                <a16:creationId xmlns:a16="http://schemas.microsoft.com/office/drawing/2014/main" id="{CABA273B-81D4-C66C-747D-DA93C5FF6584}"/>
              </a:ext>
              <a:ext uri="{C183D7F6-B498-43B3-948B-1728B52AA6E4}">
                <adec:decorative xmlns:adec="http://schemas.microsoft.com/office/drawing/2017/decorative" val="1"/>
              </a:ext>
            </a:extLst>
          </p:cNvPr>
          <p:cNvSpPr/>
          <p:nvPr userDrawn="1"/>
        </p:nvSpPr>
        <p:spPr bwMode="auto">
          <a:xfrm>
            <a:off x="-151001" y="0"/>
            <a:ext cx="12188952" cy="6858000"/>
          </a:xfrm>
          <a:prstGeom prst="rect">
            <a:avLst/>
          </a:prstGeom>
          <a:solidFill>
            <a:srgbClr val="091F2C"/>
          </a:solidFill>
          <a:ln w="12700" cap="flat" cmpd="sng" algn="ctr">
            <a:noFill/>
            <a:prstDash val="solid"/>
            <a:headEnd type="none" w="med" len="med"/>
            <a:tailEnd type="none" w="med" len="med"/>
          </a:ln>
          <a:effectLst>
            <a:outerShdw blurRad="76200" dist="63500" dir="16200000" sx="99000" sy="99000" rotWithShape="0">
              <a:srgbClr val="000000">
                <a:alpha val="50000"/>
              </a:srgbClr>
            </a:outerShdw>
          </a:effectLst>
          <a:scene3d>
            <a:camera prst="perspectiveRight" fov="2700000">
              <a:rot lat="0" lon="21594000" rev="0"/>
            </a:camera>
            <a:lightRig rig="flat" dir="t"/>
          </a:scene3d>
          <a:sp3d>
            <a:bevelT w="0" h="38100"/>
            <a:bevelB w="0" h="0"/>
            <a:contourClr>
              <a:srgbClr val="000000"/>
            </a:contourClr>
          </a:sp3d>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2"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4"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7"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Tree>
    <p:extLst>
      <p:ext uri="{BB962C8B-B14F-4D97-AF65-F5344CB8AC3E}">
        <p14:creationId xmlns:p14="http://schemas.microsoft.com/office/powerpoint/2010/main" val="3201388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0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2667001"/>
            <a:ext cx="4593337" cy="985025"/>
          </a:xfrm>
        </p:spPr>
        <p:txBody>
          <a:bodyPr/>
          <a:lstStyle>
            <a:lvl1pPr algn="l">
              <a:defRPr/>
            </a:lvl1pPr>
          </a:lstStyle>
          <a:p>
            <a:r>
              <a:rPr lang="en-US"/>
              <a:t>Click to edit Master title style</a:t>
            </a: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Tree>
    <p:extLst>
      <p:ext uri="{BB962C8B-B14F-4D97-AF65-F5344CB8AC3E}">
        <p14:creationId xmlns:p14="http://schemas.microsoft.com/office/powerpoint/2010/main" val="23477698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6317186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8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222297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8" name="Text Placeholder 5">
            <a:extLst>
              <a:ext uri="{FF2B5EF4-FFF2-40B4-BE49-F238E27FC236}">
                <a16:creationId xmlns:a16="http://schemas.microsoft.com/office/drawing/2014/main" id="{85E8476A-0CDF-EF95-ACB2-CD2278F4DCF8}"/>
              </a:ext>
            </a:extLst>
          </p:cNvPr>
          <p:cNvSpPr>
            <a:spLocks noGrp="1"/>
          </p:cNvSpPr>
          <p:nvPr>
            <p:ph type="body" sz="quarter" idx="18"/>
          </p:nvPr>
        </p:nvSpPr>
        <p:spPr>
          <a:xfrm>
            <a:off x="1104265" y="3320578"/>
            <a:ext cx="1796590" cy="1431161"/>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9" name="Text Placeholder 5">
            <a:extLst>
              <a:ext uri="{FF2B5EF4-FFF2-40B4-BE49-F238E27FC236}">
                <a16:creationId xmlns:a16="http://schemas.microsoft.com/office/drawing/2014/main" id="{4E718DB4-156F-40E4-0B8A-54D04C5C6EB3}"/>
              </a:ext>
            </a:extLst>
          </p:cNvPr>
          <p:cNvSpPr>
            <a:spLocks noGrp="1"/>
          </p:cNvSpPr>
          <p:nvPr>
            <p:ph type="body" sz="quarter" idx="19"/>
          </p:nvPr>
        </p:nvSpPr>
        <p:spPr>
          <a:xfrm>
            <a:off x="4110269" y="3320579"/>
            <a:ext cx="1796590" cy="1461939"/>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6819462" y="2051873"/>
            <a:ext cx="4377716" cy="692497"/>
          </a:xfrm>
        </p:spPr>
        <p:txBody>
          <a:bodyPr/>
          <a:lstStyle>
            <a:lvl1pPr algn="l">
              <a:spcBef>
                <a:spcPts val="600"/>
              </a:spcBef>
              <a:spcAft>
                <a:spcPts val="600"/>
              </a:spcAft>
              <a:defRPr lang="en-US" sz="2000" kern="1200" spc="0" baseline="0" dirty="0" smtClean="0">
                <a:solidFill>
                  <a:schemeClr val="tx1"/>
                </a:solidFill>
                <a:latin typeface="+mn-lt"/>
                <a:ea typeface="+mn-ea"/>
                <a:cs typeface="Segoe UI Light" panose="020B0502040204020203" pitchFamily="34" charset="0"/>
              </a:defRPr>
            </a:lvl1pPr>
            <a:lvl2pPr algn="l">
              <a:spcBef>
                <a:spcPts val="0"/>
              </a:spcBef>
              <a:defRPr sz="20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081373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2050B4F7-98B5-FA97-659F-3232A62B7771}"/>
              </a:ext>
            </a:extLst>
          </p:cNvPr>
          <p:cNvSpPr>
            <a:spLocks noGrp="1"/>
          </p:cNvSpPr>
          <p:nvPr>
            <p:ph type="body" sz="quarter" idx="10"/>
          </p:nvPr>
        </p:nvSpPr>
        <p:spPr>
          <a:xfrm>
            <a:off x="564032"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0" name="Text Placeholder 11">
            <a:extLst>
              <a:ext uri="{FF2B5EF4-FFF2-40B4-BE49-F238E27FC236}">
                <a16:creationId xmlns:a16="http://schemas.microsoft.com/office/drawing/2014/main" id="{110D064E-4467-2864-63B3-DAB2CBEB80D6}"/>
              </a:ext>
            </a:extLst>
          </p:cNvPr>
          <p:cNvSpPr>
            <a:spLocks noGrp="1"/>
          </p:cNvSpPr>
          <p:nvPr>
            <p:ph type="body" sz="quarter" idx="18"/>
          </p:nvPr>
        </p:nvSpPr>
        <p:spPr>
          <a:xfrm>
            <a:off x="2746470"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1" name="Text Placeholder 11">
            <a:extLst>
              <a:ext uri="{FF2B5EF4-FFF2-40B4-BE49-F238E27FC236}">
                <a16:creationId xmlns:a16="http://schemas.microsoft.com/office/drawing/2014/main" id="{A325F300-2128-61DD-1DCF-36523C961111}"/>
              </a:ext>
            </a:extLst>
          </p:cNvPr>
          <p:cNvSpPr>
            <a:spLocks noGrp="1"/>
          </p:cNvSpPr>
          <p:nvPr>
            <p:ph type="body" sz="quarter" idx="19"/>
          </p:nvPr>
        </p:nvSpPr>
        <p:spPr>
          <a:xfrm>
            <a:off x="4991538"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2" name="Text Placeholder 11">
            <a:extLst>
              <a:ext uri="{FF2B5EF4-FFF2-40B4-BE49-F238E27FC236}">
                <a16:creationId xmlns:a16="http://schemas.microsoft.com/office/drawing/2014/main" id="{5AFA632C-E293-EE49-CCC1-B866576F1FE5}"/>
              </a:ext>
            </a:extLst>
          </p:cNvPr>
          <p:cNvSpPr>
            <a:spLocks noGrp="1"/>
          </p:cNvSpPr>
          <p:nvPr>
            <p:ph type="body" sz="quarter" idx="20"/>
          </p:nvPr>
        </p:nvSpPr>
        <p:spPr>
          <a:xfrm>
            <a:off x="7185025"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3" name="Text Placeholder 11">
            <a:extLst>
              <a:ext uri="{FF2B5EF4-FFF2-40B4-BE49-F238E27FC236}">
                <a16:creationId xmlns:a16="http://schemas.microsoft.com/office/drawing/2014/main" id="{06C1CFEA-5A60-5E02-DA12-C41FEF5EF19B}"/>
              </a:ext>
            </a:extLst>
          </p:cNvPr>
          <p:cNvSpPr>
            <a:spLocks noGrp="1"/>
          </p:cNvSpPr>
          <p:nvPr>
            <p:ph type="body" sz="quarter" idx="21"/>
          </p:nvPr>
        </p:nvSpPr>
        <p:spPr>
          <a:xfrm>
            <a:off x="9378512"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4" name="Text Placeholder 11">
            <a:extLst>
              <a:ext uri="{FF2B5EF4-FFF2-40B4-BE49-F238E27FC236}">
                <a16:creationId xmlns:a16="http://schemas.microsoft.com/office/drawing/2014/main" id="{BB1702A7-ABE8-21E4-9089-E1DECA62C150}"/>
              </a:ext>
            </a:extLst>
          </p:cNvPr>
          <p:cNvSpPr>
            <a:spLocks noGrp="1"/>
          </p:cNvSpPr>
          <p:nvPr>
            <p:ph type="body" sz="quarter" idx="22"/>
          </p:nvPr>
        </p:nvSpPr>
        <p:spPr>
          <a:xfrm>
            <a:off x="4550346" y="4308745"/>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5" name="Text Placeholder 11">
            <a:extLst>
              <a:ext uri="{FF2B5EF4-FFF2-40B4-BE49-F238E27FC236}">
                <a16:creationId xmlns:a16="http://schemas.microsoft.com/office/drawing/2014/main" id="{C553FCC1-75A2-80FF-E7B2-BED43188E39F}"/>
              </a:ext>
            </a:extLst>
          </p:cNvPr>
          <p:cNvSpPr>
            <a:spLocks noGrp="1"/>
          </p:cNvSpPr>
          <p:nvPr>
            <p:ph type="body" sz="quarter" idx="23"/>
          </p:nvPr>
        </p:nvSpPr>
        <p:spPr>
          <a:xfrm>
            <a:off x="4550346" y="4759092"/>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6" name="Text Placeholder 11">
            <a:extLst>
              <a:ext uri="{FF2B5EF4-FFF2-40B4-BE49-F238E27FC236}">
                <a16:creationId xmlns:a16="http://schemas.microsoft.com/office/drawing/2014/main" id="{6F416C17-143D-1A7D-FED5-2C754B084B71}"/>
              </a:ext>
            </a:extLst>
          </p:cNvPr>
          <p:cNvSpPr>
            <a:spLocks noGrp="1"/>
          </p:cNvSpPr>
          <p:nvPr>
            <p:ph type="body" sz="quarter" idx="24"/>
          </p:nvPr>
        </p:nvSpPr>
        <p:spPr>
          <a:xfrm>
            <a:off x="3022583" y="5650110"/>
            <a:ext cx="6146835" cy="215444"/>
          </a:xfrm>
        </p:spPr>
        <p:txBody>
          <a:bodyPr>
            <a:noAutofit/>
          </a:bodyPr>
          <a:lstStyle>
            <a:lvl1pPr algn="ctr">
              <a:defRPr lang="en-US" sz="14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Tree>
    <p:extLst>
      <p:ext uri="{BB962C8B-B14F-4D97-AF65-F5344CB8AC3E}">
        <p14:creationId xmlns:p14="http://schemas.microsoft.com/office/powerpoint/2010/main" val="1238776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par>
                                <p:cTn id="8" presetID="64" presetClass="path" presetSubtype="0" decel="100000" fill="hold" grpId="1" nodeType="withEffect">
                                  <p:stCondLst>
                                    <p:cond delay="0"/>
                                  </p:stCondLst>
                                  <p:childTnLst>
                                    <p:animMotion origin="layout" path="M 3.95833E-6 0.0787 L 3.95833E-6 -7.40741E-7 " pathEditMode="relative" rAng="0" ptsTypes="AA">
                                      <p:cBhvr>
                                        <p:cTn id="9" dur="700" fill="hold"/>
                                        <p:tgtEl>
                                          <p:spTgt spid="12">
                                            <p:txEl>
                                              <p:pRg st="0" end="0"/>
                                            </p:txEl>
                                          </p:spTgt>
                                        </p:tgtEl>
                                        <p:attrNameLst>
                                          <p:attrName>ppt_x</p:attrName>
                                          <p:attrName>ppt_y</p:attrName>
                                        </p:attrNameLst>
                                      </p:cBhvr>
                                      <p:rCtr x="0" y="-3935"/>
                                    </p:animMotion>
                                  </p:childTnLst>
                                </p:cTn>
                              </p:par>
                              <p:par>
                                <p:cTn id="10" presetID="10"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50"/>
                                        <p:tgtEl>
                                          <p:spTgt spid="20">
                                            <p:txEl>
                                              <p:pRg st="0" end="0"/>
                                            </p:txEl>
                                          </p:spTgt>
                                        </p:tgtEl>
                                      </p:cBhvr>
                                    </p:animEffect>
                                  </p:childTnLst>
                                </p:cTn>
                              </p:par>
                              <p:par>
                                <p:cTn id="13" presetID="64" presetClass="path" presetSubtype="0" decel="100000" fill="hold" grpId="1" nodeType="withEffect">
                                  <p:stCondLst>
                                    <p:cond delay="0"/>
                                  </p:stCondLst>
                                  <p:childTnLst>
                                    <p:animMotion origin="layout" path="M 3.95833E-6 0.0787 L 3.95833E-6 -7.40741E-7 " pathEditMode="relative" rAng="0" ptsTypes="AA">
                                      <p:cBhvr>
                                        <p:cTn id="14" dur="700" fill="hold"/>
                                        <p:tgtEl>
                                          <p:spTgt spid="20">
                                            <p:txEl>
                                              <p:pRg st="0" end="0"/>
                                            </p:txEl>
                                          </p:spTgt>
                                        </p:tgtEl>
                                        <p:attrNameLst>
                                          <p:attrName>ppt_x</p:attrName>
                                          <p:attrName>ppt_y</p:attrName>
                                        </p:attrNameLst>
                                      </p:cBhvr>
                                      <p:rCtr x="0" y="-3935"/>
                                    </p:animMotion>
                                  </p:childTnLst>
                                </p:cTn>
                              </p:par>
                              <p:par>
                                <p:cTn id="15" presetID="10" presetClass="entr" presetSubtype="0" fill="hold" grpId="0" nodeType="withEffect">
                                  <p:stCondLst>
                                    <p:cond delay="0"/>
                                  </p:stCondLst>
                                  <p:childTnLst>
                                    <p:set>
                                      <p:cBhvr>
                                        <p:cTn id="16" dur="1" fill="hold">
                                          <p:stCondLst>
                                            <p:cond delay="0"/>
                                          </p:stCondLst>
                                        </p:cTn>
                                        <p:tgtEl>
                                          <p:spTgt spid="21">
                                            <p:txEl>
                                              <p:pRg st="0" end="0"/>
                                            </p:txEl>
                                          </p:spTgt>
                                        </p:tgtEl>
                                        <p:attrNameLst>
                                          <p:attrName>style.visibility</p:attrName>
                                        </p:attrNameLst>
                                      </p:cBhvr>
                                      <p:to>
                                        <p:strVal val="visible"/>
                                      </p:to>
                                    </p:set>
                                    <p:animEffect transition="in" filter="fade">
                                      <p:cBhvr>
                                        <p:cTn id="17" dur="250"/>
                                        <p:tgtEl>
                                          <p:spTgt spid="21">
                                            <p:txEl>
                                              <p:pRg st="0" end="0"/>
                                            </p:txEl>
                                          </p:spTgt>
                                        </p:tgtEl>
                                      </p:cBhvr>
                                    </p:animEffect>
                                  </p:childTnLst>
                                </p:cTn>
                              </p:par>
                              <p:par>
                                <p:cTn id="18" presetID="64" presetClass="path" presetSubtype="0" decel="100000" fill="hold" grpId="1" nodeType="withEffect">
                                  <p:stCondLst>
                                    <p:cond delay="0"/>
                                  </p:stCondLst>
                                  <p:childTnLst>
                                    <p:animMotion origin="layout" path="M 2.91667E-6 0.07871 L 2.91667E-6 -2.59259E-6 " pathEditMode="relative" rAng="0" ptsTypes="AA">
                                      <p:cBhvr>
                                        <p:cTn id="19" dur="700" fill="hold"/>
                                        <p:tgtEl>
                                          <p:spTgt spid="21">
                                            <p:txEl>
                                              <p:pRg st="0" end="0"/>
                                            </p:txEl>
                                          </p:spTgt>
                                        </p:tgtEl>
                                        <p:attrNameLst>
                                          <p:attrName>ppt_x</p:attrName>
                                          <p:attrName>ppt_y</p:attrName>
                                        </p:attrNameLst>
                                      </p:cBhvr>
                                      <p:rCtr x="0" y="-3935"/>
                                    </p:animMotion>
                                  </p:childTnLst>
                                </p:cTn>
                              </p:par>
                              <p:par>
                                <p:cTn id="20" presetID="10" presetClass="entr" presetSubtype="0" fill="hold" grpId="0" nodeType="with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250"/>
                                        <p:tgtEl>
                                          <p:spTgt spid="22">
                                            <p:txEl>
                                              <p:pRg st="0" end="0"/>
                                            </p:txEl>
                                          </p:spTgt>
                                        </p:tgtEl>
                                      </p:cBhvr>
                                    </p:animEffect>
                                  </p:childTnLst>
                                </p:cTn>
                              </p:par>
                              <p:par>
                                <p:cTn id="23" presetID="64" presetClass="path" presetSubtype="0" decel="100000" fill="hold" grpId="1" nodeType="withEffect">
                                  <p:stCondLst>
                                    <p:cond delay="0"/>
                                  </p:stCondLst>
                                  <p:childTnLst>
                                    <p:animMotion origin="layout" path="M 2.91667E-6 0.07871 L 2.91667E-6 -2.59259E-6 " pathEditMode="relative" rAng="0" ptsTypes="AA">
                                      <p:cBhvr>
                                        <p:cTn id="24" dur="700" fill="hold"/>
                                        <p:tgtEl>
                                          <p:spTgt spid="22">
                                            <p:txEl>
                                              <p:pRg st="0" end="0"/>
                                            </p:txEl>
                                          </p:spTgt>
                                        </p:tgtEl>
                                        <p:attrNameLst>
                                          <p:attrName>ppt_x</p:attrName>
                                          <p:attrName>ppt_y</p:attrName>
                                        </p:attrNameLst>
                                      </p:cBhvr>
                                      <p:rCtr x="0" y="-3935"/>
                                    </p:animMotion>
                                  </p:childTnLst>
                                </p:cTn>
                              </p:par>
                              <p:par>
                                <p:cTn id="25" presetID="10" presetClass="entr" presetSubtype="0" fill="hold" grpId="0" nodeType="with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fade">
                                      <p:cBhvr>
                                        <p:cTn id="27" dur="250"/>
                                        <p:tgtEl>
                                          <p:spTgt spid="23">
                                            <p:txEl>
                                              <p:pRg st="0" end="0"/>
                                            </p:txEl>
                                          </p:spTgt>
                                        </p:tgtEl>
                                      </p:cBhvr>
                                    </p:animEffect>
                                  </p:childTnLst>
                                </p:cTn>
                              </p:par>
                              <p:par>
                                <p:cTn id="28" presetID="64" presetClass="path" presetSubtype="0" decel="100000" fill="hold" grpId="1" nodeType="withEffect">
                                  <p:stCondLst>
                                    <p:cond delay="0"/>
                                  </p:stCondLst>
                                  <p:childTnLst>
                                    <p:animMotion origin="layout" path="M 2.91667E-6 0.07871 L 2.91667E-6 -2.59259E-6 " pathEditMode="relative" rAng="0" ptsTypes="AA">
                                      <p:cBhvr>
                                        <p:cTn id="29" dur="700" fill="hold"/>
                                        <p:tgtEl>
                                          <p:spTgt spid="23">
                                            <p:txEl>
                                              <p:pRg st="0" end="0"/>
                                            </p:txEl>
                                          </p:spTgt>
                                        </p:tgtEl>
                                        <p:attrNameLst>
                                          <p:attrName>ppt_x</p:attrName>
                                          <p:attrName>ppt_y</p:attrName>
                                        </p:attrNameLst>
                                      </p:cBhvr>
                                      <p:rCtr x="0" y="-3935"/>
                                    </p:animMotion>
                                  </p:childTnLst>
                                </p:cTn>
                              </p:par>
                              <p:par>
                                <p:cTn id="30" presetID="10" presetClass="entr" presetSubtype="0" fill="hold" grpId="0" nodeType="with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fade">
                                      <p:cBhvr>
                                        <p:cTn id="32" dur="250"/>
                                        <p:tgtEl>
                                          <p:spTgt spid="24">
                                            <p:txEl>
                                              <p:pRg st="0" end="0"/>
                                            </p:txEl>
                                          </p:spTgt>
                                        </p:tgtEl>
                                      </p:cBhvr>
                                    </p:animEffect>
                                  </p:childTnLst>
                                </p:cTn>
                              </p:par>
                              <p:par>
                                <p:cTn id="33" presetID="64" presetClass="path" presetSubtype="0" decel="100000" fill="hold" grpId="1" nodeType="withEffect">
                                  <p:stCondLst>
                                    <p:cond delay="0"/>
                                  </p:stCondLst>
                                  <p:childTnLst>
                                    <p:animMotion origin="layout" path="M 4.79167E-6 0.07871 L 4.79167E-6 -4.44444E-6 " pathEditMode="relative" rAng="0" ptsTypes="AA">
                                      <p:cBhvr>
                                        <p:cTn id="34" dur="700" fill="hold"/>
                                        <p:tgtEl>
                                          <p:spTgt spid="24">
                                            <p:txEl>
                                              <p:pRg st="0" end="0"/>
                                            </p:txEl>
                                          </p:spTgt>
                                        </p:tgtEl>
                                        <p:attrNameLst>
                                          <p:attrName>ppt_x</p:attrName>
                                          <p:attrName>ppt_y</p:attrName>
                                        </p:attrNameLst>
                                      </p:cBhvr>
                                      <p:rCtr x="0" y="-3935"/>
                                    </p:animMotion>
                                  </p:childTnLst>
                                </p:cTn>
                              </p:par>
                              <p:par>
                                <p:cTn id="35" presetID="10" presetClass="entr" presetSubtype="0" fill="hold" grpId="0" nodeType="with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250"/>
                                        <p:tgtEl>
                                          <p:spTgt spid="25">
                                            <p:txEl>
                                              <p:pRg st="0" end="0"/>
                                            </p:txEl>
                                          </p:spTgt>
                                        </p:tgtEl>
                                      </p:cBhvr>
                                    </p:animEffect>
                                  </p:childTnLst>
                                </p:cTn>
                              </p:par>
                              <p:par>
                                <p:cTn id="38" presetID="64" presetClass="path" presetSubtype="0" decel="100000" fill="hold" grpId="1" nodeType="withEffect">
                                  <p:stCondLst>
                                    <p:cond delay="0"/>
                                  </p:stCondLst>
                                  <p:childTnLst>
                                    <p:animMotion origin="layout" path="M 4.79167E-6 0.0787 L 4.79167E-6 4.81481E-6 " pathEditMode="relative" rAng="0" ptsTypes="AA">
                                      <p:cBhvr>
                                        <p:cTn id="39" dur="700" fill="hold"/>
                                        <p:tgtEl>
                                          <p:spTgt spid="25">
                                            <p:txEl>
                                              <p:pRg st="0" end="0"/>
                                            </p:txEl>
                                          </p:spTgt>
                                        </p:tgtEl>
                                        <p:attrNameLst>
                                          <p:attrName>ppt_x</p:attrName>
                                          <p:attrName>ppt_y</p:attrName>
                                        </p:attrNameLst>
                                      </p:cBhvr>
                                      <p:rCtr x="0" y="-3935"/>
                                    </p:animMotion>
                                  </p:childTnLst>
                                </p:cTn>
                              </p:par>
                              <p:par>
                                <p:cTn id="40" presetID="10" presetClass="entr" presetSubtype="0" fill="hold" grpId="0" nodeType="withEffect">
                                  <p:stCondLst>
                                    <p:cond delay="0"/>
                                  </p:stCondLst>
                                  <p:childTnLst>
                                    <p:set>
                                      <p:cBhvr>
                                        <p:cTn id="41" dur="1" fill="hold">
                                          <p:stCondLst>
                                            <p:cond delay="0"/>
                                          </p:stCondLst>
                                        </p:cTn>
                                        <p:tgtEl>
                                          <p:spTgt spid="26">
                                            <p:txEl>
                                              <p:pRg st="0" end="0"/>
                                            </p:txEl>
                                          </p:spTgt>
                                        </p:tgtEl>
                                        <p:attrNameLst>
                                          <p:attrName>style.visibility</p:attrName>
                                        </p:attrNameLst>
                                      </p:cBhvr>
                                      <p:to>
                                        <p:strVal val="visible"/>
                                      </p:to>
                                    </p:set>
                                    <p:animEffect transition="in" filter="fade">
                                      <p:cBhvr>
                                        <p:cTn id="42" dur="250"/>
                                        <p:tgtEl>
                                          <p:spTgt spid="26">
                                            <p:txEl>
                                              <p:pRg st="0" end="0"/>
                                            </p:txEl>
                                          </p:spTgt>
                                        </p:tgtEl>
                                      </p:cBhvr>
                                    </p:animEffect>
                                  </p:childTnLst>
                                </p:cTn>
                              </p:par>
                              <p:par>
                                <p:cTn id="43" presetID="64" presetClass="path" presetSubtype="0" decel="100000" fill="hold" grpId="1" nodeType="withEffect">
                                  <p:stCondLst>
                                    <p:cond delay="0"/>
                                  </p:stCondLst>
                                  <p:childTnLst>
                                    <p:animMotion origin="layout" path="M -3.125E-6 0.07871 L -3.125E-6 -2.96296E-6 " pathEditMode="relative" rAng="0" ptsTypes="AA">
                                      <p:cBhvr>
                                        <p:cTn id="44" dur="700" fill="hold"/>
                                        <p:tgtEl>
                                          <p:spTgt spid="26">
                                            <p:txEl>
                                              <p:pRg st="0" end="0"/>
                                            </p:txEl>
                                          </p:spTgt>
                                        </p:tgtEl>
                                        <p:attrNameLst>
                                          <p:attrName>ppt_x</p:attrName>
                                          <p:attrName>ppt_y</p:attrName>
                                        </p:attrNameLst>
                                      </p:cBhvr>
                                      <p:rCtr x="0" y="-3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250"/>
                        <p:tgtEl>
                          <p:spTgt spid="12"/>
                        </p:tgtEl>
                      </p:cBhvr>
                    </p:animEffect>
                  </p:childTnLst>
                </p:cTn>
              </p:par>
            </p:tnLst>
          </p:tmpl>
        </p:tmplLst>
      </p:bldP>
      <p:bldP spid="12"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12"/>
                        </p:tgtEl>
                        <p:attrNameLst>
                          <p:attrName>ppt_x</p:attrName>
                          <p:attrName>ppt_y</p:attrName>
                        </p:attrNameLst>
                      </p:cBhvr>
                      <p:rCtr x="0" y="-3935"/>
                    </p:animMotion>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20"/>
                        </p:tgtEl>
                        <p:attrNameLst>
                          <p:attrName>ppt_x</p:attrName>
                          <p:attrName>ppt_y</p:attrName>
                        </p:attrNameLst>
                      </p:cBhvr>
                      <p:rCtr x="0" y="-3935"/>
                    </p:animMotion>
                  </p:childTnLst>
                </p:cTn>
              </p:par>
            </p:tnLst>
          </p:tmpl>
        </p:tmplLst>
      </p:bldP>
      <p:bldP spid="21" grpId="0" build="p">
        <p:tmplLst>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250"/>
                        <p:tgtEl>
                          <p:spTgt spid="21"/>
                        </p:tgtEl>
                      </p:cBhvr>
                    </p:animEffect>
                  </p:childTnLst>
                </p:cTn>
              </p:par>
            </p:tnLst>
          </p:tmpl>
        </p:tmplLst>
      </p:bldP>
      <p:bldP spid="21"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1"/>
                        </p:tgtEl>
                        <p:attrNameLst>
                          <p:attrName>ppt_x</p:attrName>
                          <p:attrName>ppt_y</p:attrName>
                        </p:attrNameLst>
                      </p:cBhvr>
                      <p:rCtr x="0" y="-3935"/>
                    </p:animMotion>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250"/>
                        <p:tgtEl>
                          <p:spTgt spid="22"/>
                        </p:tgtEl>
                      </p:cBhvr>
                    </p:animEffect>
                  </p:childTnLst>
                </p:cTn>
              </p:par>
            </p:tnLst>
          </p:tmpl>
        </p:tmplLst>
      </p:bldP>
      <p:bldP spid="22"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2"/>
                        </p:tgtEl>
                        <p:attrNameLst>
                          <p:attrName>ppt_x</p:attrName>
                          <p:attrName>ppt_y</p:attrName>
                        </p:attrNameLst>
                      </p:cBhvr>
                      <p:rCtr x="0" y="-3935"/>
                    </p:animMotion>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250"/>
                        <p:tgtEl>
                          <p:spTgt spid="23"/>
                        </p:tgtEl>
                      </p:cBhvr>
                    </p:animEffect>
                  </p:childTnLst>
                </p:cTn>
              </p:par>
            </p:tnLst>
          </p:tmpl>
        </p:tmplLst>
      </p:bldP>
      <p:bldP spid="23"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3"/>
                        </p:tgtEl>
                        <p:attrNameLst>
                          <p:attrName>ppt_x</p:attrName>
                          <p:attrName>ppt_y</p:attrName>
                        </p:attrNameLst>
                      </p:cBhvr>
                      <p:rCtr x="0" y="-3935"/>
                    </p:animMotion>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build="p">
        <p:tmplLst>
          <p:tmpl lvl="1">
            <p:tnLst>
              <p:par>
                <p:cTn presetID="64" presetClass="path" presetSubtype="0" decel="100000" fill="hold" nodeType="withEffect">
                  <p:stCondLst>
                    <p:cond delay="0"/>
                  </p:stCondLst>
                  <p:childTnLst>
                    <p:animMotion origin="layout" path="M 4.79167E-6 0.07871 L 4.79167E-6 -4.44444E-6 " pathEditMode="relative" rAng="0" ptsTypes="AA">
                      <p:cBhvr>
                        <p:cTn dur="700" fill="hold"/>
                        <p:tgtEl>
                          <p:spTgt spid="24"/>
                        </p:tgtEl>
                        <p:attrNameLst>
                          <p:attrName>ppt_x</p:attrName>
                          <p:attrName>ppt_y</p:attrName>
                        </p:attrNameLst>
                      </p:cBhvr>
                      <p:rCtr x="0" y="-3935"/>
                    </p:animMotion>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250"/>
                        <p:tgtEl>
                          <p:spTgt spid="25"/>
                        </p:tgtEl>
                      </p:cBhvr>
                    </p:animEffect>
                  </p:childTnLst>
                </p:cTn>
              </p:par>
            </p:tnLst>
          </p:tmpl>
        </p:tmplLst>
      </p:bldP>
      <p:bldP spid="25" grpId="1" build="p">
        <p:tmplLst>
          <p:tmpl lvl="1">
            <p:tnLst>
              <p:par>
                <p:cTn presetID="64" presetClass="path" presetSubtype="0" decel="100000" fill="hold" nodeType="withEffect">
                  <p:stCondLst>
                    <p:cond delay="0"/>
                  </p:stCondLst>
                  <p:childTnLst>
                    <p:animMotion origin="layout" path="M 4.79167E-6 0.0787 L 4.79167E-6 4.81481E-6 " pathEditMode="relative" rAng="0" ptsTypes="AA">
                      <p:cBhvr>
                        <p:cTn dur="700" fill="hold"/>
                        <p:tgtEl>
                          <p:spTgt spid="25"/>
                        </p:tgtEl>
                        <p:attrNameLst>
                          <p:attrName>ppt_x</p:attrName>
                          <p:attrName>ppt_y</p:attrName>
                        </p:attrNameLst>
                      </p:cBhvr>
                      <p:rCtr x="0" y="-3935"/>
                    </p:animMotion>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250"/>
                        <p:tgtEl>
                          <p:spTgt spid="26"/>
                        </p:tgtEl>
                      </p:cBhvr>
                    </p:animEffect>
                  </p:childTnLst>
                </p:cTn>
              </p:par>
            </p:tnLst>
          </p:tmpl>
        </p:tmplLst>
      </p:bldP>
      <p:bldP spid="26" grpId="1" build="p">
        <p:tmplLst>
          <p:tmpl lvl="1">
            <p:tnLst>
              <p:par>
                <p:cTn presetID="64" presetClass="path" presetSubtype="0" decel="100000" fill="hold" nodeType="withEffect">
                  <p:stCondLst>
                    <p:cond delay="0"/>
                  </p:stCondLst>
                  <p:childTnLst>
                    <p:animMotion origin="layout" path="M -3.125E-6 0.07871 L -3.125E-6 -2.96296E-6 " pathEditMode="relative" rAng="0" ptsTypes="AA">
                      <p:cBhvr>
                        <p:cTn dur="700" fill="hold"/>
                        <p:tgtEl>
                          <p:spTgt spid="26"/>
                        </p:tgtEl>
                        <p:attrNameLst>
                          <p:attrName>ppt_x</p:attrName>
                          <p:attrName>ppt_y</p:attrName>
                        </p:attrNameLst>
                      </p:cBhvr>
                      <p:rCtr x="0" y="-3935"/>
                    </p:animMotion>
                  </p:childTnLst>
                </p:cTn>
              </p:par>
            </p:tnLst>
          </p:tmpl>
        </p:tmplLst>
      </p:bldP>
    </p:bld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1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567372" y="5137455"/>
            <a:ext cx="1733868" cy="1012750"/>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9" name="Text Placeholder 30">
            <a:extLst>
              <a:ext uri="{FF2B5EF4-FFF2-40B4-BE49-F238E27FC236}">
                <a16:creationId xmlns:a16="http://schemas.microsoft.com/office/drawing/2014/main" id="{D1EE776A-D61A-1A4C-3D22-1C93FB8E3BAF}"/>
              </a:ext>
            </a:extLst>
          </p:cNvPr>
          <p:cNvSpPr>
            <a:spLocks noGrp="1"/>
          </p:cNvSpPr>
          <p:nvPr>
            <p:ph type="body" sz="quarter" idx="18"/>
          </p:nvPr>
        </p:nvSpPr>
        <p:spPr>
          <a:xfrm>
            <a:off x="2546191"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0" name="Text Placeholder 30">
            <a:extLst>
              <a:ext uri="{FF2B5EF4-FFF2-40B4-BE49-F238E27FC236}">
                <a16:creationId xmlns:a16="http://schemas.microsoft.com/office/drawing/2014/main" id="{8C2949D2-FE18-D02B-B814-5F1C99BCC872}"/>
              </a:ext>
            </a:extLst>
          </p:cNvPr>
          <p:cNvSpPr>
            <a:spLocks noGrp="1"/>
          </p:cNvSpPr>
          <p:nvPr>
            <p:ph type="body" sz="quarter" idx="19"/>
          </p:nvPr>
        </p:nvSpPr>
        <p:spPr>
          <a:xfrm>
            <a:off x="5473285"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1" name="Text Placeholder 30">
            <a:extLst>
              <a:ext uri="{FF2B5EF4-FFF2-40B4-BE49-F238E27FC236}">
                <a16:creationId xmlns:a16="http://schemas.microsoft.com/office/drawing/2014/main" id="{B52200C5-EFF4-AF9B-55E0-A1CF58BE907A}"/>
              </a:ext>
            </a:extLst>
          </p:cNvPr>
          <p:cNvSpPr>
            <a:spLocks noGrp="1"/>
          </p:cNvSpPr>
          <p:nvPr>
            <p:ph type="body" sz="quarter" idx="20"/>
          </p:nvPr>
        </p:nvSpPr>
        <p:spPr>
          <a:xfrm>
            <a:off x="8589036"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1811446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1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293688"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3267075" y="1742661"/>
            <a:ext cx="5657850" cy="892552"/>
          </a:xfrm>
        </p:spPr>
        <p:txBody>
          <a:bodyPr/>
          <a:lstStyle>
            <a:lvl1pPr algn="ctr">
              <a:spcBef>
                <a:spcPts val="12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6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 name="Text Placeholder 30">
            <a:extLst>
              <a:ext uri="{FF2B5EF4-FFF2-40B4-BE49-F238E27FC236}">
                <a16:creationId xmlns:a16="http://schemas.microsoft.com/office/drawing/2014/main" id="{2391664C-6420-C6AC-83DE-E5DAF2719BCA}"/>
              </a:ext>
            </a:extLst>
          </p:cNvPr>
          <p:cNvSpPr>
            <a:spLocks noGrp="1"/>
          </p:cNvSpPr>
          <p:nvPr>
            <p:ph type="body" sz="quarter" idx="17"/>
          </p:nvPr>
        </p:nvSpPr>
        <p:spPr>
          <a:xfrm>
            <a:off x="9018104"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37874551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3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806819" y="5336562"/>
            <a:ext cx="10830919" cy="538609"/>
          </a:xfrm>
        </p:spPr>
        <p:txBody>
          <a:bodyPr/>
          <a:lstStyle>
            <a:lvl1pPr algn="ct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4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920301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0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5040812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3128543"/>
            <a:ext cx="3109048" cy="1865126"/>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600"/>
              </a:spcBef>
              <a:spcAft>
                <a:spcPts val="1200"/>
              </a:spcAft>
              <a:defRPr sz="1600" i="0"/>
            </a:lvl2pPr>
            <a:lvl3pPr algn="ctr">
              <a:spcAft>
                <a:spcPts val="1200"/>
              </a:spcAft>
              <a:defRPr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0911913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39112" y="1643271"/>
            <a:ext cx="4691462" cy="1295739"/>
          </a:xfrm>
        </p:spPr>
        <p:txBody>
          <a:bodyPr/>
          <a:lstStyle>
            <a:lvl1pPr>
              <a:spcBef>
                <a:spcPts val="600"/>
              </a:spcBef>
              <a:spcAft>
                <a:spcPts val="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1067394" y="5434534"/>
            <a:ext cx="4691462" cy="1365253"/>
          </a:xfrm>
        </p:spPr>
        <p:txBody>
          <a:bodyPr/>
          <a:lstStyle>
            <a:lvl1pP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0728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691462" cy="2810000"/>
          </a:xfrm>
        </p:spPr>
        <p:txBody>
          <a:bodyPr/>
          <a:lstStyle>
            <a:lvl1pPr>
              <a:spcBef>
                <a:spcPts val="600"/>
              </a:spcBef>
              <a:spcAft>
                <a:spcPts val="600"/>
              </a:spcAft>
              <a:defRPr lang="en-US" sz="32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2800"/>
            </a:lvl2pPr>
            <a:lvl3pPr>
              <a:defRPr sz="2000"/>
            </a:lvl3pPr>
            <a:lvl4pPr>
              <a:defRPr sz="1600" cap="none" baseline="0">
                <a:solidFill>
                  <a:schemeClr val="tx1"/>
                </a:solidFill>
              </a:defRPr>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80974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6"/>
            <a:ext cx="11001774"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09442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1433513"/>
            <a:ext cx="4173518" cy="985025"/>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2504131"/>
            <a:ext cx="4154168" cy="307777"/>
          </a:xfrm>
        </p:spPr>
        <p:txBody>
          <a:bodyPr/>
          <a:lstStyle>
            <a:lvl1pPr>
              <a:spcBef>
                <a:spcPts val="600"/>
              </a:spcBef>
              <a:spcAft>
                <a:spcPts val="600"/>
              </a:spcAft>
              <a:defRPr lang="en-US" sz="20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800"/>
            </a:lvl2pPr>
            <a:lvl3pPr>
              <a:defRPr sz="1400"/>
            </a:lvl3pPr>
            <a:lvl4pPr>
              <a:defRPr sz="1200"/>
            </a:lvl4pPr>
            <a:lvl5pPr>
              <a:defRPr sz="1200"/>
            </a:lvl5pPr>
          </a:lstStyle>
          <a:p>
            <a:pPr lvl="0"/>
            <a:r>
              <a:rPr lang="en-US"/>
              <a:t>Click to edit Master text styles</a:t>
            </a:r>
          </a:p>
        </p:txBody>
      </p:sp>
      <p:sp>
        <p:nvSpPr>
          <p:cNvPr id="2" name="Rectangle 1">
            <a:extLst>
              <a:ext uri="{FF2B5EF4-FFF2-40B4-BE49-F238E27FC236}">
                <a16:creationId xmlns:a16="http://schemas.microsoft.com/office/drawing/2014/main" id="{89C0FEDA-ED43-6092-3916-7DD36839B335}"/>
              </a:ext>
              <a:ext uri="{C183D7F6-B498-43B3-948B-1728B52AA6E4}">
                <adec:decorative xmlns:adec="http://schemas.microsoft.com/office/drawing/2017/decorative" val="1"/>
              </a:ext>
            </a:extLst>
          </p:cNvPr>
          <p:cNvSpPr/>
          <p:nvPr userDrawn="1"/>
        </p:nvSpPr>
        <p:spPr>
          <a:xfrm>
            <a:off x="584201" y="3302000"/>
            <a:ext cx="4902200" cy="295243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13555802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154168" cy="1661993"/>
          </a:xfrm>
        </p:spPr>
        <p:txBody>
          <a:bodyPr/>
          <a:lstStyle>
            <a:lvl1pPr>
              <a:spcBef>
                <a:spcPts val="1200"/>
              </a:spcBef>
              <a:spcAft>
                <a:spcPts val="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a:lvl2pPr>
            <a:lvl3pPr>
              <a:spcBef>
                <a:spcPts val="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14949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6_Title and 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5170F72-4E7A-332E-245D-CBABD3532914}"/>
              </a:ext>
              <a:ext uri="{C183D7F6-B498-43B3-948B-1728B52AA6E4}">
                <adec:decorative xmlns:adec="http://schemas.microsoft.com/office/drawing/2017/decorative" val="1"/>
              </a:ext>
            </a:extLst>
          </p:cNvPr>
          <p:cNvSpPr/>
          <p:nvPr userDrawn="1"/>
        </p:nvSpPr>
        <p:spPr>
          <a:xfrm>
            <a:off x="584982" y="5155354"/>
            <a:ext cx="11018519" cy="1113683"/>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5422697" cy="1517338"/>
          </a:xfrm>
        </p:spPr>
        <p:txBody>
          <a:bodyPr/>
          <a:lstStyle>
            <a:lvl1pPr>
              <a:spcBef>
                <a:spcPts val="6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6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F988F031-F12D-3282-9504-90401C03997B}"/>
              </a:ext>
            </a:extLst>
          </p:cNvPr>
          <p:cNvSpPr>
            <a:spLocks noGrp="1"/>
          </p:cNvSpPr>
          <p:nvPr>
            <p:ph type="body" sz="quarter" idx="25"/>
          </p:nvPr>
        </p:nvSpPr>
        <p:spPr>
          <a:xfrm>
            <a:off x="531043" y="4819327"/>
            <a:ext cx="4477521" cy="246257"/>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0" name="Text Placeholder 5">
            <a:extLst>
              <a:ext uri="{FF2B5EF4-FFF2-40B4-BE49-F238E27FC236}">
                <a16:creationId xmlns:a16="http://schemas.microsoft.com/office/drawing/2014/main" id="{ECF9C26E-7E7B-E640-B3E0-30BCD29DFA94}"/>
              </a:ext>
            </a:extLst>
          </p:cNvPr>
          <p:cNvSpPr>
            <a:spLocks noGrp="1"/>
          </p:cNvSpPr>
          <p:nvPr>
            <p:ph type="body" sz="quarter" idx="23"/>
          </p:nvPr>
        </p:nvSpPr>
        <p:spPr>
          <a:xfrm>
            <a:off x="7131868" y="4819327"/>
            <a:ext cx="4477521" cy="246257"/>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2" name="Text Placeholder 5">
            <a:extLst>
              <a:ext uri="{FF2B5EF4-FFF2-40B4-BE49-F238E27FC236}">
                <a16:creationId xmlns:a16="http://schemas.microsoft.com/office/drawing/2014/main" id="{B86631DF-0335-477D-4D9C-9609A5ECD5AD}"/>
              </a:ext>
            </a:extLst>
          </p:cNvPr>
          <p:cNvSpPr>
            <a:spLocks noGrp="1"/>
          </p:cNvSpPr>
          <p:nvPr>
            <p:ph type="body" sz="quarter" idx="17"/>
          </p:nvPr>
        </p:nvSpPr>
        <p:spPr>
          <a:xfrm>
            <a:off x="687900"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3" name="Text Placeholder 5">
            <a:extLst>
              <a:ext uri="{FF2B5EF4-FFF2-40B4-BE49-F238E27FC236}">
                <a16:creationId xmlns:a16="http://schemas.microsoft.com/office/drawing/2014/main" id="{5888C40A-9EA8-DFD4-CFCC-9F75A928A961}"/>
              </a:ext>
            </a:extLst>
          </p:cNvPr>
          <p:cNvSpPr>
            <a:spLocks noGrp="1"/>
          </p:cNvSpPr>
          <p:nvPr>
            <p:ph type="body" sz="quarter" idx="18"/>
          </p:nvPr>
        </p:nvSpPr>
        <p:spPr>
          <a:xfrm>
            <a:off x="2229707"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5" name="Text Placeholder 5">
            <a:extLst>
              <a:ext uri="{FF2B5EF4-FFF2-40B4-BE49-F238E27FC236}">
                <a16:creationId xmlns:a16="http://schemas.microsoft.com/office/drawing/2014/main" id="{50C817CB-D1DF-5CC7-72B2-9AF9D47C468A}"/>
              </a:ext>
            </a:extLst>
          </p:cNvPr>
          <p:cNvSpPr>
            <a:spLocks noGrp="1"/>
          </p:cNvSpPr>
          <p:nvPr>
            <p:ph type="body" sz="quarter" idx="19"/>
          </p:nvPr>
        </p:nvSpPr>
        <p:spPr>
          <a:xfrm>
            <a:off x="3771514"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7" name="Text Placeholder 5">
            <a:extLst>
              <a:ext uri="{FF2B5EF4-FFF2-40B4-BE49-F238E27FC236}">
                <a16:creationId xmlns:a16="http://schemas.microsoft.com/office/drawing/2014/main" id="{9B55B239-2DFD-76AE-79D1-4DA8C0E70EC5}"/>
              </a:ext>
            </a:extLst>
          </p:cNvPr>
          <p:cNvSpPr>
            <a:spLocks noGrp="1"/>
          </p:cNvSpPr>
          <p:nvPr>
            <p:ph type="body" sz="quarter" idx="20"/>
          </p:nvPr>
        </p:nvSpPr>
        <p:spPr>
          <a:xfrm>
            <a:off x="5313321"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8" name="Text Placeholder 5">
            <a:extLst>
              <a:ext uri="{FF2B5EF4-FFF2-40B4-BE49-F238E27FC236}">
                <a16:creationId xmlns:a16="http://schemas.microsoft.com/office/drawing/2014/main" id="{8CD4901C-6B87-C319-DC47-E88D17675E7B}"/>
              </a:ext>
            </a:extLst>
          </p:cNvPr>
          <p:cNvSpPr>
            <a:spLocks noGrp="1"/>
          </p:cNvSpPr>
          <p:nvPr>
            <p:ph type="body" sz="quarter" idx="21"/>
          </p:nvPr>
        </p:nvSpPr>
        <p:spPr>
          <a:xfrm>
            <a:off x="6855128"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9" name="Text Placeholder 5">
            <a:extLst>
              <a:ext uri="{FF2B5EF4-FFF2-40B4-BE49-F238E27FC236}">
                <a16:creationId xmlns:a16="http://schemas.microsoft.com/office/drawing/2014/main" id="{FFDD0D33-31CD-1C73-750B-8F738864CCD7}"/>
              </a:ext>
            </a:extLst>
          </p:cNvPr>
          <p:cNvSpPr>
            <a:spLocks noGrp="1"/>
          </p:cNvSpPr>
          <p:nvPr>
            <p:ph type="body" sz="quarter" idx="22"/>
          </p:nvPr>
        </p:nvSpPr>
        <p:spPr>
          <a:xfrm>
            <a:off x="8396935"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1" name="Text Placeholder 5">
            <a:extLst>
              <a:ext uri="{FF2B5EF4-FFF2-40B4-BE49-F238E27FC236}">
                <a16:creationId xmlns:a16="http://schemas.microsoft.com/office/drawing/2014/main" id="{7D85350C-7D5F-CAA4-8131-391171436C96}"/>
              </a:ext>
            </a:extLst>
          </p:cNvPr>
          <p:cNvSpPr>
            <a:spLocks noGrp="1"/>
          </p:cNvSpPr>
          <p:nvPr>
            <p:ph type="body" sz="quarter" idx="24"/>
          </p:nvPr>
        </p:nvSpPr>
        <p:spPr>
          <a:xfrm>
            <a:off x="9938742" y="5389030"/>
            <a:ext cx="1565359" cy="43090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7331067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19547" y="5028931"/>
            <a:ext cx="4154168"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5672414" y="5028931"/>
            <a:ext cx="6017360"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10389368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87573" y="1562717"/>
            <a:ext cx="5263965"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7185024" y="1562717"/>
            <a:ext cx="4596897"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39059547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7" name="Text Placeholder 6">
            <a:extLst>
              <a:ext uri="{FF2B5EF4-FFF2-40B4-BE49-F238E27FC236}">
                <a16:creationId xmlns:a16="http://schemas.microsoft.com/office/drawing/2014/main" id="{7A9E8526-36C6-C40C-938F-90EAADA21DAB}"/>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2" name="Text Placeholder 5">
            <a:extLst>
              <a:ext uri="{FF2B5EF4-FFF2-40B4-BE49-F238E27FC236}">
                <a16:creationId xmlns:a16="http://schemas.microsoft.com/office/drawing/2014/main" id="{C06156F7-8D32-C0D4-9EA6-803D982B1A72}"/>
              </a:ext>
            </a:extLst>
          </p:cNvPr>
          <p:cNvSpPr>
            <a:spLocks noGrp="1"/>
          </p:cNvSpPr>
          <p:nvPr>
            <p:ph type="body" sz="quarter" idx="16"/>
          </p:nvPr>
        </p:nvSpPr>
        <p:spPr>
          <a:xfrm>
            <a:off x="607614" y="1433513"/>
            <a:ext cx="3659587" cy="2211654"/>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F0685450-8476-7260-1420-A24F6B03E38F}"/>
              </a:ext>
            </a:extLst>
          </p:cNvPr>
          <p:cNvSpPr>
            <a:spLocks noGrp="1"/>
          </p:cNvSpPr>
          <p:nvPr>
            <p:ph type="body" sz="quarter" idx="17"/>
          </p:nvPr>
        </p:nvSpPr>
        <p:spPr>
          <a:xfrm>
            <a:off x="7744145" y="1433513"/>
            <a:ext cx="4154168"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457112" indent="-457112">
              <a:buFont typeface="+mj-lt"/>
              <a:buAutoNum type="arabicPeriod"/>
              <a:defRPr/>
            </a:lvl2pPr>
            <a:lvl3pPr marL="342834" indent="-342834">
              <a:buFont typeface="+mj-lt"/>
              <a:buAutoNum type="arabicPeriod"/>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9155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Horizontal">
    <p:spTree>
      <p:nvGrpSpPr>
        <p:cNvPr id="1" name=""/>
        <p:cNvGrpSpPr/>
        <p:nvPr/>
      </p:nvGrpSpPr>
      <p:grpSpPr>
        <a:xfrm>
          <a:off x="0" y="0"/>
          <a:ext cx="0" cy="0"/>
          <a:chOff x="0" y="0"/>
          <a:chExt cx="0" cy="0"/>
        </a:xfrm>
      </p:grpSpPr>
      <p:sp>
        <p:nvSpPr>
          <p:cNvPr id="24" name="Picture Placeholder 6">
            <a:extLst>
              <a:ext uri="{FF2B5EF4-FFF2-40B4-BE49-F238E27FC236}">
                <a16:creationId xmlns:a16="http://schemas.microsoft.com/office/drawing/2014/main" id="{3C57D4FA-1216-4944-BBF6-C83155F9ED20}"/>
              </a:ext>
              <a:ext uri="{C183D7F6-B498-43B3-948B-1728B52AA6E4}">
                <adec:decorative xmlns:adec="http://schemas.microsoft.com/office/drawing/2017/decorative" val="1"/>
              </a:ext>
            </a:extLst>
          </p:cNvPr>
          <p:cNvSpPr>
            <a:spLocks noGrp="1" noChangeAspect="1"/>
          </p:cNvSpPr>
          <p:nvPr>
            <p:ph type="pic" sz="quarter" idx="24" hasCustomPrompt="1"/>
          </p:nvPr>
        </p:nvSpPr>
        <p:spPr>
          <a:xfrm>
            <a:off x="2989354" y="0"/>
            <a:ext cx="9206773" cy="430901"/>
          </a:xfrm>
          <a:prstGeom prst="rect">
            <a:avLst/>
          </a:prstGeom>
        </p:spPr>
        <p:txBody>
          <a:bodyPr/>
          <a:lstStyle>
            <a:lvl1pPr marL="0" indent="0">
              <a:buNone/>
              <a:defRPr/>
            </a:lvl1pPr>
          </a:lstStyle>
          <a:p>
            <a:r>
              <a:rPr lang="en-US"/>
              <a:t>Horizontal banner image</a:t>
            </a:r>
          </a:p>
        </p:txBody>
      </p:sp>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2" y="3291776"/>
            <a:ext cx="9230589" cy="141495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chemeClr val="accent1">
                  <a:lumMod val="60000"/>
                  <a:lumOff val="40000"/>
                </a:schemeClr>
              </a:solidFill>
              <a:cs typeface="Segoe UI" pitchFamily="34" charset="0"/>
            </a:endParaRPr>
          </a:p>
        </p:txBody>
      </p:sp>
      <p:sp>
        <p:nvSpPr>
          <p:cNvPr id="8" name="Title 7">
            <a:extLst>
              <a:ext uri="{FF2B5EF4-FFF2-40B4-BE49-F238E27FC236}">
                <a16:creationId xmlns:a16="http://schemas.microsoft.com/office/drawing/2014/main" id="{EF1935CA-9360-EC0E-2C41-5922364460F5}"/>
              </a:ext>
              <a:ext uri="{C183D7F6-B498-43B3-948B-1728B52AA6E4}">
                <adec:decorative xmlns:adec="http://schemas.microsoft.com/office/drawing/2017/decorative" val="1"/>
              </a:ext>
            </a:extLst>
          </p:cNvPr>
          <p:cNvSpPr>
            <a:spLocks noGrp="1"/>
          </p:cNvSpPr>
          <p:nvPr>
            <p:ph type="title"/>
          </p:nvPr>
        </p:nvSpPr>
        <p:spPr>
          <a:xfrm>
            <a:off x="401737" y="-882853"/>
            <a:ext cx="11018520" cy="492443"/>
          </a:xfrm>
        </p:spPr>
        <p:txBody>
          <a:bodyPr/>
          <a:lstStyle>
            <a:lvl1pPr algn="l">
              <a:defRPr/>
            </a:lvl1pPr>
          </a:lstStyle>
          <a:p>
            <a:r>
              <a:rPr lang="en-US"/>
              <a:t>Click to edit Master title style</a:t>
            </a:r>
          </a:p>
        </p:txBody>
      </p:sp>
      <p:sp>
        <p:nvSpPr>
          <p:cNvPr id="9" name="Rectangle 8">
            <a:extLst>
              <a:ext uri="{FF2B5EF4-FFF2-40B4-BE49-F238E27FC236}">
                <a16:creationId xmlns:a16="http://schemas.microsoft.com/office/drawing/2014/main" id="{B1F3EAF0-868F-A4A4-1458-8AC94735D27E}"/>
              </a:ext>
              <a:ext uri="{C183D7F6-B498-43B3-948B-1728B52AA6E4}">
                <adec:decorative xmlns:adec="http://schemas.microsoft.com/office/drawing/2017/decorative" val="1"/>
              </a:ext>
            </a:extLst>
          </p:cNvPr>
          <p:cNvSpPr/>
          <p:nvPr userDrawn="1"/>
        </p:nvSpPr>
        <p:spPr>
          <a:xfrm>
            <a:off x="2870483" y="0"/>
            <a:ext cx="1188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4">
            <a:extLst>
              <a:ext uri="{FF2B5EF4-FFF2-40B4-BE49-F238E27FC236}">
                <a16:creationId xmlns:a16="http://schemas.microsoft.com/office/drawing/2014/main" id="{3D70BBFF-3B0B-644F-878A-E178AF5B45E4}"/>
              </a:ext>
              <a:ext uri="{C183D7F6-B498-43B3-948B-1728B52AA6E4}">
                <adec:decorative xmlns:adec="http://schemas.microsoft.com/office/drawing/2017/decorative" val="1"/>
              </a:ext>
            </a:extLst>
          </p:cNvPr>
          <p:cNvSpPr>
            <a:spLocks noGrp="1" noChangeAspect="1"/>
          </p:cNvSpPr>
          <p:nvPr>
            <p:ph type="pic" sz="quarter" idx="23" hasCustomPrompt="1"/>
          </p:nvPr>
        </p:nvSpPr>
        <p:spPr>
          <a:xfrm>
            <a:off x="401737" y="436246"/>
            <a:ext cx="2103120" cy="430901"/>
          </a:xfrm>
          <a:prstGeom prst="rect">
            <a:avLst/>
          </a:prstGeom>
        </p:spPr>
        <p:txBody>
          <a:bodyPr/>
          <a:lstStyle>
            <a:lvl1pPr marL="0" indent="0">
              <a:buNone/>
              <a:defRPr/>
            </a:lvl1pPr>
          </a:lstStyle>
          <a:p>
            <a:r>
              <a:rPr lang="en-US"/>
              <a:t>Logo	</a:t>
            </a:r>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1" y="6299345"/>
            <a:ext cx="1554480" cy="333103"/>
          </a:xfrm>
          <a:prstGeom prst="rect">
            <a:avLst/>
          </a:prstGeom>
        </p:spPr>
      </p:pic>
      <p:sp>
        <p:nvSpPr>
          <p:cNvPr id="3" name="Specification">
            <a:extLst>
              <a:ext uri="{FF2B5EF4-FFF2-40B4-BE49-F238E27FC236}">
                <a16:creationId xmlns:a16="http://schemas.microsoft.com/office/drawing/2014/main" id="{26EADB41-5AB5-EC2C-E76C-A94A5A6ADDC5}"/>
              </a:ext>
            </a:extLst>
          </p:cNvPr>
          <p:cNvSpPr>
            <a:spLocks noGrp="1"/>
          </p:cNvSpPr>
          <p:nvPr>
            <p:ph type="body" sz="quarter" idx="25"/>
          </p:nvPr>
        </p:nvSpPr>
        <p:spPr>
          <a:xfrm>
            <a:off x="610513" y="5592745"/>
            <a:ext cx="2181900" cy="3046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spcAft>
                <a:spcPts val="216"/>
              </a:spcAft>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a:t>Click to edit Master text</a:t>
            </a:r>
          </a:p>
          <a:p>
            <a:pPr lvl="1"/>
            <a:r>
              <a:rPr lang="en-US"/>
              <a:t>Second level</a:t>
            </a:r>
          </a:p>
        </p:txBody>
      </p:sp>
      <p:sp>
        <p:nvSpPr>
          <p:cNvPr id="27" name="Quote">
            <a:extLst>
              <a:ext uri="{FF2B5EF4-FFF2-40B4-BE49-F238E27FC236}">
                <a16:creationId xmlns:a16="http://schemas.microsoft.com/office/drawing/2014/main" id="{CEABE899-10A3-484A-9A5F-6B1D4CB09EA4}"/>
              </a:ext>
            </a:extLst>
          </p:cNvPr>
          <p:cNvSpPr>
            <a:spLocks noGrp="1"/>
          </p:cNvSpPr>
          <p:nvPr>
            <p:ph type="body" sz="quarter" idx="10" hasCustomPrompt="1"/>
          </p:nvPr>
        </p:nvSpPr>
        <p:spPr>
          <a:xfrm>
            <a:off x="3268759" y="4013488"/>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vl2pPr>
              <a:defRPr sz="1600"/>
            </a:lvl2pPr>
            <a:lvl3pPr>
              <a:defRPr sz="1400"/>
            </a:lvl3pPr>
            <a:lvl4pPr>
              <a:defRPr lang="en-US" sz="12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vl5pPr>
              <a:defRPr sz="2000"/>
            </a:lvl5pPr>
          </a:lstStyle>
          <a:p>
            <a:pPr lvl="0"/>
            <a:r>
              <a:rPr lang="en-US"/>
              <a:t>Quote</a:t>
            </a:r>
          </a:p>
        </p:txBody>
      </p:sp>
      <p:sp>
        <p:nvSpPr>
          <p:cNvPr id="37" name="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8"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 name="Situation">
            <a:extLst>
              <a:ext uri="{FF2B5EF4-FFF2-40B4-BE49-F238E27FC236}">
                <a16:creationId xmlns:a16="http://schemas.microsoft.com/office/drawing/2014/main" id="{59539FF9-4A05-E1E9-46FF-2A69E8F95CBE}"/>
              </a:ext>
            </a:extLst>
          </p:cNvPr>
          <p:cNvSpPr>
            <a:spLocks noGrp="1"/>
          </p:cNvSpPr>
          <p:nvPr>
            <p:ph type="body" sz="quarter" idx="26" hasCustomPrompt="1"/>
          </p:nvPr>
        </p:nvSpPr>
        <p:spPr>
          <a:xfrm>
            <a:off x="3281939" y="4820173"/>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Situation</a:t>
            </a:r>
            <a:endParaRPr lang="en-US"/>
          </a:p>
        </p:txBody>
      </p:sp>
      <p:sp>
        <p:nvSpPr>
          <p:cNvPr id="28" name="Situation text">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4976985"/>
            <a:ext cx="2560320"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6" name="Solution">
            <a:extLst>
              <a:ext uri="{FF2B5EF4-FFF2-40B4-BE49-F238E27FC236}">
                <a16:creationId xmlns:a16="http://schemas.microsoft.com/office/drawing/2014/main" id="{918FC46A-5586-1DC1-6812-A9D9598CFD15}"/>
              </a:ext>
            </a:extLst>
          </p:cNvPr>
          <p:cNvSpPr>
            <a:spLocks noGrp="1"/>
          </p:cNvSpPr>
          <p:nvPr>
            <p:ph type="body" sz="quarter" idx="27" hasCustomPrompt="1"/>
          </p:nvPr>
        </p:nvSpPr>
        <p:spPr>
          <a:xfrm>
            <a:off x="6096000" y="4820173"/>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Solution</a:t>
            </a:r>
            <a:endParaRPr lang="en-US"/>
          </a:p>
        </p:txBody>
      </p:sp>
      <p:sp>
        <p:nvSpPr>
          <p:cNvPr id="43" name="Solution text">
            <a:extLst>
              <a:ext uri="{FF2B5EF4-FFF2-40B4-BE49-F238E27FC236}">
                <a16:creationId xmlns:a16="http://schemas.microsoft.com/office/drawing/2014/main" id="{847B54F4-C98A-7F4F-8633-A67212D37E3D}"/>
              </a:ext>
            </a:extLst>
          </p:cNvPr>
          <p:cNvSpPr>
            <a:spLocks noGrp="1"/>
          </p:cNvSpPr>
          <p:nvPr>
            <p:ph type="body" sz="quarter" idx="21"/>
          </p:nvPr>
        </p:nvSpPr>
        <p:spPr>
          <a:xfrm>
            <a:off x="6096000" y="4976985"/>
            <a:ext cx="2942063"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7" name="Impact">
            <a:extLst>
              <a:ext uri="{FF2B5EF4-FFF2-40B4-BE49-F238E27FC236}">
                <a16:creationId xmlns:a16="http://schemas.microsoft.com/office/drawing/2014/main" id="{90282A99-33A9-11F3-6920-B2B4932AF786}"/>
              </a:ext>
            </a:extLst>
          </p:cNvPr>
          <p:cNvSpPr>
            <a:spLocks noGrp="1"/>
          </p:cNvSpPr>
          <p:nvPr>
            <p:ph type="body" sz="quarter" idx="28" hasCustomPrompt="1"/>
          </p:nvPr>
        </p:nvSpPr>
        <p:spPr>
          <a:xfrm>
            <a:off x="9225092" y="4820173"/>
            <a:ext cx="1943275"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Impact</a:t>
            </a:r>
            <a:endParaRPr lang="en-US"/>
          </a:p>
        </p:txBody>
      </p:sp>
      <p:sp>
        <p:nvSpPr>
          <p:cNvPr id="45" name="Impact text">
            <a:extLst>
              <a:ext uri="{FF2B5EF4-FFF2-40B4-BE49-F238E27FC236}">
                <a16:creationId xmlns:a16="http://schemas.microsoft.com/office/drawing/2014/main" id="{817B977B-57E9-154C-AA12-E0B3A70688DF}"/>
              </a:ext>
            </a:extLst>
          </p:cNvPr>
          <p:cNvSpPr>
            <a:spLocks noGrp="1"/>
          </p:cNvSpPr>
          <p:nvPr>
            <p:ph type="body" sz="quarter" idx="22"/>
          </p:nvPr>
        </p:nvSpPr>
        <p:spPr>
          <a:xfrm>
            <a:off x="9225092" y="4976985"/>
            <a:ext cx="2687507"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Tree>
    <p:extLst>
      <p:ext uri="{BB962C8B-B14F-4D97-AF65-F5344CB8AC3E}">
        <p14:creationId xmlns:p14="http://schemas.microsoft.com/office/powerpoint/2010/main" val="287053385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AE1C090-5F0E-4594-11DF-BE536201CA8D}"/>
              </a:ext>
            </a:extLst>
          </p:cNvPr>
          <p:cNvSpPr>
            <a:spLocks noGrp="1"/>
          </p:cNvSpPr>
          <p:nvPr>
            <p:ph type="title"/>
          </p:nvPr>
        </p:nvSpPr>
        <p:spPr>
          <a:xfrm>
            <a:off x="1200653" y="2638290"/>
            <a:ext cx="3938616" cy="1477328"/>
          </a:xfrm>
        </p:spPr>
        <p:txBody>
          <a:bodyPr/>
          <a:lstStyle>
            <a:lvl1pPr algn="l">
              <a:defRPr kumimoji="0" lang="en-US" sz="4800" b="0" i="0" u="none" strike="noStrike" kern="1200" cap="none" spc="-50" normalizeH="0" baseline="0" dirty="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r>
              <a:rPr lang="en-US"/>
              <a:t>Click to edit Master title</a:t>
            </a:r>
          </a:p>
        </p:txBody>
      </p:sp>
      <p:sp>
        <p:nvSpPr>
          <p:cNvPr id="13" name="Text Placeholder 12">
            <a:extLst>
              <a:ext uri="{FF2B5EF4-FFF2-40B4-BE49-F238E27FC236}">
                <a16:creationId xmlns:a16="http://schemas.microsoft.com/office/drawing/2014/main" id="{2FC8B7C9-A777-4764-F527-E7A0F7A3BB43}"/>
              </a:ext>
            </a:extLst>
          </p:cNvPr>
          <p:cNvSpPr>
            <a:spLocks noGrp="1"/>
          </p:cNvSpPr>
          <p:nvPr>
            <p:ph type="body" sz="quarter" idx="10"/>
          </p:nvPr>
        </p:nvSpPr>
        <p:spPr>
          <a:xfrm>
            <a:off x="6424641" y="1513200"/>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8874C5B-6FEE-D16D-FA28-8329A46C0562}"/>
              </a:ext>
            </a:extLst>
          </p:cNvPr>
          <p:cNvSpPr>
            <a:spLocks noGrp="1"/>
          </p:cNvSpPr>
          <p:nvPr>
            <p:ph type="body" sz="quarter" idx="11"/>
          </p:nvPr>
        </p:nvSpPr>
        <p:spPr>
          <a:xfrm>
            <a:off x="6424640" y="3242679"/>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5" name="Text Placeholder 12">
            <a:extLst>
              <a:ext uri="{FF2B5EF4-FFF2-40B4-BE49-F238E27FC236}">
                <a16:creationId xmlns:a16="http://schemas.microsoft.com/office/drawing/2014/main" id="{C382931F-412B-91C7-8859-E52809365D8B}"/>
              </a:ext>
            </a:extLst>
          </p:cNvPr>
          <p:cNvSpPr>
            <a:spLocks noGrp="1"/>
          </p:cNvSpPr>
          <p:nvPr>
            <p:ph type="body" sz="quarter" idx="12"/>
          </p:nvPr>
        </p:nvSpPr>
        <p:spPr>
          <a:xfrm>
            <a:off x="6424640" y="4707502"/>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Tree>
    <p:extLst>
      <p:ext uri="{BB962C8B-B14F-4D97-AF65-F5344CB8AC3E}">
        <p14:creationId xmlns:p14="http://schemas.microsoft.com/office/powerpoint/2010/main" val="24883633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76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8"/>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5" y="3429000"/>
            <a:ext cx="4043371" cy="1465341"/>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9336391"/>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32841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1828407"/>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6891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0_TITLE &amp; SUB">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DB7C14D-4BCE-C6FB-73BC-7CC9541EEB68}"/>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a:alphaModFix amt="55000"/>
            <a:extLst>
              <a:ext uri="{28A0092B-C50C-407E-A947-70E740481C1C}">
                <a14:useLocalDpi xmlns:a14="http://schemas.microsoft.com/office/drawing/2010/main" val="0"/>
              </a:ext>
            </a:extLst>
          </a:blip>
          <a:srcRect l="-3" t="9326" r="50" b="15915"/>
          <a:stretch/>
        </p:blipFill>
        <p:spPr bwMode="auto">
          <a:xfrm>
            <a:off x="-28209" y="1"/>
            <a:ext cx="12225674" cy="65656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79A690D-B40A-DE7F-646A-BB3363789F74}"/>
              </a:ext>
              <a:ext uri="{C183D7F6-B498-43B3-948B-1728B52AA6E4}">
                <adec:decorative xmlns:adec="http://schemas.microsoft.com/office/drawing/2017/decorative" val="1"/>
              </a:ext>
            </a:extLst>
          </p:cNvPr>
          <p:cNvSpPr/>
          <p:nvPr userDrawn="1"/>
        </p:nvSpPr>
        <p:spPr bwMode="auto">
          <a:xfrm>
            <a:off x="0" y="403930"/>
            <a:ext cx="12235873" cy="5891349"/>
          </a:xfrm>
          <a:prstGeom prst="rect">
            <a:avLst/>
          </a:prstGeom>
          <a:solidFill>
            <a:schemeClr val="dk1">
              <a:alpha val="4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CE53CC27-C833-E269-F0CC-F0875BFD890D}"/>
              </a:ext>
              <a:ext uri="{C183D7F6-B498-43B3-948B-1728B52AA6E4}">
                <adec:decorative xmlns:adec="http://schemas.microsoft.com/office/drawing/2017/decorative" val="1"/>
              </a:ext>
            </a:extLst>
          </p:cNvPr>
          <p:cNvGrpSpPr/>
          <p:nvPr userDrawn="1"/>
        </p:nvGrpSpPr>
        <p:grpSpPr>
          <a:xfrm>
            <a:off x="503519" y="1449473"/>
            <a:ext cx="2743200" cy="4653435"/>
            <a:chOff x="3153066" y="1685024"/>
            <a:chExt cx="5872022" cy="4153830"/>
          </a:xfrm>
        </p:grpSpPr>
        <p:sp>
          <p:nvSpPr>
            <p:cNvPr id="23" name="Rectangle 22">
              <a:extLst>
                <a:ext uri="{FF2B5EF4-FFF2-40B4-BE49-F238E27FC236}">
                  <a16:creationId xmlns:a16="http://schemas.microsoft.com/office/drawing/2014/main" id="{1B063FBD-90EC-7F07-8E10-F034B050DC0B}"/>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4" name="Rectangle 23">
              <a:extLst>
                <a:ext uri="{FF2B5EF4-FFF2-40B4-BE49-F238E27FC236}">
                  <a16:creationId xmlns:a16="http://schemas.microsoft.com/office/drawing/2014/main" id="{96743226-0D20-E861-1F7A-8B7323129D86}"/>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5" name="Group 24">
            <a:extLst>
              <a:ext uri="{FF2B5EF4-FFF2-40B4-BE49-F238E27FC236}">
                <a16:creationId xmlns:a16="http://schemas.microsoft.com/office/drawing/2014/main" id="{BB95203E-355E-6FF4-45D1-ACFF8BF464CC}"/>
              </a:ext>
              <a:ext uri="{C183D7F6-B498-43B3-948B-1728B52AA6E4}">
                <adec:decorative xmlns:adec="http://schemas.microsoft.com/office/drawing/2017/decorative" val="1"/>
              </a:ext>
            </a:extLst>
          </p:cNvPr>
          <p:cNvGrpSpPr/>
          <p:nvPr userDrawn="1"/>
        </p:nvGrpSpPr>
        <p:grpSpPr>
          <a:xfrm>
            <a:off x="3322393" y="1449473"/>
            <a:ext cx="2743200" cy="4653435"/>
            <a:chOff x="3153066" y="1685024"/>
            <a:chExt cx="5872022" cy="4153830"/>
          </a:xfrm>
        </p:grpSpPr>
        <p:sp>
          <p:nvSpPr>
            <p:cNvPr id="26" name="Rectangle 25">
              <a:extLst>
                <a:ext uri="{FF2B5EF4-FFF2-40B4-BE49-F238E27FC236}">
                  <a16:creationId xmlns:a16="http://schemas.microsoft.com/office/drawing/2014/main" id="{F89D454B-8558-1A94-B52F-3267592642AE}"/>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7" name="Rectangle 26">
              <a:extLst>
                <a:ext uri="{FF2B5EF4-FFF2-40B4-BE49-F238E27FC236}">
                  <a16:creationId xmlns:a16="http://schemas.microsoft.com/office/drawing/2014/main" id="{C2DF5F0B-35E8-B2DE-53A4-B8F3226CFCEB}"/>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8" name="Group 27">
            <a:extLst>
              <a:ext uri="{FF2B5EF4-FFF2-40B4-BE49-F238E27FC236}">
                <a16:creationId xmlns:a16="http://schemas.microsoft.com/office/drawing/2014/main" id="{566CCC1A-9ACD-13E7-4EBF-C842A2923758}"/>
              </a:ext>
              <a:ext uri="{C183D7F6-B498-43B3-948B-1728B52AA6E4}">
                <adec:decorative xmlns:adec="http://schemas.microsoft.com/office/drawing/2017/decorative" val="1"/>
              </a:ext>
            </a:extLst>
          </p:cNvPr>
          <p:cNvGrpSpPr/>
          <p:nvPr userDrawn="1"/>
        </p:nvGrpSpPr>
        <p:grpSpPr>
          <a:xfrm>
            <a:off x="6141266" y="1449473"/>
            <a:ext cx="2743200" cy="4653435"/>
            <a:chOff x="3153066" y="1685024"/>
            <a:chExt cx="5872022" cy="4153830"/>
          </a:xfrm>
        </p:grpSpPr>
        <p:sp>
          <p:nvSpPr>
            <p:cNvPr id="32" name="Rectangle 31">
              <a:extLst>
                <a:ext uri="{FF2B5EF4-FFF2-40B4-BE49-F238E27FC236}">
                  <a16:creationId xmlns:a16="http://schemas.microsoft.com/office/drawing/2014/main" id="{0EAD7A8F-2D61-A7AF-4860-09E717313D56}"/>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38" name="Rectangle 37">
              <a:extLst>
                <a:ext uri="{FF2B5EF4-FFF2-40B4-BE49-F238E27FC236}">
                  <a16:creationId xmlns:a16="http://schemas.microsoft.com/office/drawing/2014/main" id="{D9F2CB8D-E8F3-AE12-96C2-530747CFE318}"/>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39" name="Group 38">
            <a:extLst>
              <a:ext uri="{FF2B5EF4-FFF2-40B4-BE49-F238E27FC236}">
                <a16:creationId xmlns:a16="http://schemas.microsoft.com/office/drawing/2014/main" id="{D266C45A-C430-E7B2-FC54-0CC25348F481}"/>
              </a:ext>
              <a:ext uri="{C183D7F6-B498-43B3-948B-1728B52AA6E4}">
                <adec:decorative xmlns:adec="http://schemas.microsoft.com/office/drawing/2017/decorative" val="1"/>
              </a:ext>
            </a:extLst>
          </p:cNvPr>
          <p:cNvGrpSpPr/>
          <p:nvPr userDrawn="1"/>
        </p:nvGrpSpPr>
        <p:grpSpPr>
          <a:xfrm>
            <a:off x="8960139" y="1449473"/>
            <a:ext cx="2743200" cy="4653435"/>
            <a:chOff x="3153066" y="1685024"/>
            <a:chExt cx="5872022" cy="4153830"/>
          </a:xfrm>
        </p:grpSpPr>
        <p:sp>
          <p:nvSpPr>
            <p:cNvPr id="40" name="Rectangle 39">
              <a:extLst>
                <a:ext uri="{FF2B5EF4-FFF2-40B4-BE49-F238E27FC236}">
                  <a16:creationId xmlns:a16="http://schemas.microsoft.com/office/drawing/2014/main" id="{E4C02781-D19A-D3B3-B666-7A79733C8174}"/>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41" name="Rectangle 40">
              <a:extLst>
                <a:ext uri="{FF2B5EF4-FFF2-40B4-BE49-F238E27FC236}">
                  <a16:creationId xmlns:a16="http://schemas.microsoft.com/office/drawing/2014/main" id="{70E95DDD-2F02-0214-3837-3C23467ED712}"/>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sp>
        <p:nvSpPr>
          <p:cNvPr id="6" name="Title 5">
            <a:extLst>
              <a:ext uri="{FF2B5EF4-FFF2-40B4-BE49-F238E27FC236}">
                <a16:creationId xmlns:a16="http://schemas.microsoft.com/office/drawing/2014/main" id="{A6A88CCA-CF1B-2217-4FF6-45FAC257166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BB2D1D95-65AC-46A1-A67B-514678A8ACB5}"/>
              </a:ext>
            </a:extLst>
          </p:cNvPr>
          <p:cNvSpPr>
            <a:spLocks noGrp="1"/>
          </p:cNvSpPr>
          <p:nvPr>
            <p:ph type="body" sz="quarter" idx="10"/>
          </p:nvPr>
        </p:nvSpPr>
        <p:spPr>
          <a:xfrm>
            <a:off x="588964" y="949325"/>
            <a:ext cx="11014075" cy="307777"/>
          </a:xfrm>
        </p:spPr>
        <p:txBody>
          <a:bodyPr/>
          <a:lstStyle>
            <a:lvl1pPr algn="ctr">
              <a:defRPr sz="2000">
                <a:solidFill>
                  <a:schemeClr val="accent1"/>
                </a:solidFill>
              </a:defRPr>
            </a:lvl1pPr>
            <a:lvl2pPr algn="ctr">
              <a:defRPr/>
            </a:lvl2pPr>
            <a:lvl3pPr algn="ctr">
              <a:defRPr/>
            </a:lvl3pPr>
            <a:lvl4pPr algn="ctr">
              <a:defRPr/>
            </a:lvl4pPr>
            <a:lvl5pPr algn="ctr">
              <a:defRPr/>
            </a:lvl5pPr>
          </a:lstStyle>
          <a:p>
            <a:pPr lvl="0"/>
            <a:r>
              <a:rPr lang="en-US"/>
              <a:t>Click to edit Master text styles</a:t>
            </a:r>
          </a:p>
        </p:txBody>
      </p:sp>
      <p:sp>
        <p:nvSpPr>
          <p:cNvPr id="8" name="Text Placeholder 6">
            <a:extLst>
              <a:ext uri="{FF2B5EF4-FFF2-40B4-BE49-F238E27FC236}">
                <a16:creationId xmlns:a16="http://schemas.microsoft.com/office/drawing/2014/main" id="{8A82CF4F-3224-D43A-06D7-811842F7ABEC}"/>
              </a:ext>
            </a:extLst>
          </p:cNvPr>
          <p:cNvSpPr>
            <a:spLocks noGrp="1"/>
          </p:cNvSpPr>
          <p:nvPr>
            <p:ph type="body" sz="quarter" idx="14"/>
          </p:nvPr>
        </p:nvSpPr>
        <p:spPr>
          <a:xfrm>
            <a:off x="686399"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29" name="Text Placeholder 4">
            <a:extLst>
              <a:ext uri="{FF2B5EF4-FFF2-40B4-BE49-F238E27FC236}">
                <a16:creationId xmlns:a16="http://schemas.microsoft.com/office/drawing/2014/main" id="{EA9A8C56-994E-3B63-53FF-2C408B0891DB}"/>
              </a:ext>
            </a:extLst>
          </p:cNvPr>
          <p:cNvSpPr>
            <a:spLocks noGrp="1"/>
          </p:cNvSpPr>
          <p:nvPr>
            <p:ph type="body" sz="quarter" idx="11"/>
          </p:nvPr>
        </p:nvSpPr>
        <p:spPr>
          <a:xfrm>
            <a:off x="732118" y="2743236"/>
            <a:ext cx="2350388"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0" name="Text Placeholder 4">
            <a:extLst>
              <a:ext uri="{FF2B5EF4-FFF2-40B4-BE49-F238E27FC236}">
                <a16:creationId xmlns:a16="http://schemas.microsoft.com/office/drawing/2014/main" id="{A2286590-B64A-1C57-4114-0FD80F8A9F65}"/>
              </a:ext>
            </a:extLst>
          </p:cNvPr>
          <p:cNvSpPr>
            <a:spLocks noGrp="1"/>
          </p:cNvSpPr>
          <p:nvPr>
            <p:ph type="body" sz="quarter" idx="26"/>
          </p:nvPr>
        </p:nvSpPr>
        <p:spPr>
          <a:xfrm>
            <a:off x="73211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0" name="Text Placeholder 6">
            <a:extLst>
              <a:ext uri="{FF2B5EF4-FFF2-40B4-BE49-F238E27FC236}">
                <a16:creationId xmlns:a16="http://schemas.microsoft.com/office/drawing/2014/main" id="{E4F07104-8EDF-E13F-D2E0-7092F76A9F79}"/>
              </a:ext>
            </a:extLst>
          </p:cNvPr>
          <p:cNvSpPr>
            <a:spLocks noGrp="1"/>
          </p:cNvSpPr>
          <p:nvPr>
            <p:ph type="body" sz="quarter" idx="16"/>
          </p:nvPr>
        </p:nvSpPr>
        <p:spPr>
          <a:xfrm>
            <a:off x="3505273"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1" name="Text Placeholder 4">
            <a:extLst>
              <a:ext uri="{FF2B5EF4-FFF2-40B4-BE49-F238E27FC236}">
                <a16:creationId xmlns:a16="http://schemas.microsoft.com/office/drawing/2014/main" id="{05A66053-2E13-1FCC-F222-642A9234B3E2}"/>
              </a:ext>
            </a:extLst>
          </p:cNvPr>
          <p:cNvSpPr>
            <a:spLocks noGrp="1"/>
          </p:cNvSpPr>
          <p:nvPr>
            <p:ph type="body" sz="quarter" idx="27"/>
          </p:nvPr>
        </p:nvSpPr>
        <p:spPr>
          <a:xfrm>
            <a:off x="3550993" y="2743236"/>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5" name="Text Placeholder 4">
            <a:extLst>
              <a:ext uri="{FF2B5EF4-FFF2-40B4-BE49-F238E27FC236}">
                <a16:creationId xmlns:a16="http://schemas.microsoft.com/office/drawing/2014/main" id="{DB1DE814-1EC2-7644-6AAA-C983C6FCA7B6}"/>
              </a:ext>
            </a:extLst>
          </p:cNvPr>
          <p:cNvSpPr>
            <a:spLocks noGrp="1"/>
          </p:cNvSpPr>
          <p:nvPr>
            <p:ph type="body" sz="quarter" idx="30"/>
          </p:nvPr>
        </p:nvSpPr>
        <p:spPr>
          <a:xfrm>
            <a:off x="3550993"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5" name="Text Placeholder 6">
            <a:extLst>
              <a:ext uri="{FF2B5EF4-FFF2-40B4-BE49-F238E27FC236}">
                <a16:creationId xmlns:a16="http://schemas.microsoft.com/office/drawing/2014/main" id="{2FFEE02D-658B-F7EE-3149-5E2BF0C21B42}"/>
              </a:ext>
            </a:extLst>
          </p:cNvPr>
          <p:cNvSpPr>
            <a:spLocks noGrp="1"/>
          </p:cNvSpPr>
          <p:nvPr>
            <p:ph type="body" sz="quarter" idx="18"/>
          </p:nvPr>
        </p:nvSpPr>
        <p:spPr>
          <a:xfrm>
            <a:off x="6324146"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3" name="Text Placeholder 4">
            <a:extLst>
              <a:ext uri="{FF2B5EF4-FFF2-40B4-BE49-F238E27FC236}">
                <a16:creationId xmlns:a16="http://schemas.microsoft.com/office/drawing/2014/main" id="{D641A7C7-FC4F-CFA2-704B-A7F7EE6F5D60}"/>
              </a:ext>
            </a:extLst>
          </p:cNvPr>
          <p:cNvSpPr>
            <a:spLocks noGrp="1"/>
          </p:cNvSpPr>
          <p:nvPr>
            <p:ph type="body" sz="quarter" idx="28"/>
          </p:nvPr>
        </p:nvSpPr>
        <p:spPr>
          <a:xfrm>
            <a:off x="6369866" y="2720070"/>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6" name="Text Placeholder 4">
            <a:extLst>
              <a:ext uri="{FF2B5EF4-FFF2-40B4-BE49-F238E27FC236}">
                <a16:creationId xmlns:a16="http://schemas.microsoft.com/office/drawing/2014/main" id="{8090F45E-0286-A06D-BE02-014EE8D8E18A}"/>
              </a:ext>
            </a:extLst>
          </p:cNvPr>
          <p:cNvSpPr>
            <a:spLocks noGrp="1"/>
          </p:cNvSpPr>
          <p:nvPr>
            <p:ph type="body" sz="quarter" idx="31"/>
          </p:nvPr>
        </p:nvSpPr>
        <p:spPr>
          <a:xfrm>
            <a:off x="6369866"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7" name="Text Placeholder 6">
            <a:extLst>
              <a:ext uri="{FF2B5EF4-FFF2-40B4-BE49-F238E27FC236}">
                <a16:creationId xmlns:a16="http://schemas.microsoft.com/office/drawing/2014/main" id="{C7E9D703-5CA2-9140-8FAC-105F10CB837C}"/>
              </a:ext>
            </a:extLst>
          </p:cNvPr>
          <p:cNvSpPr>
            <a:spLocks noGrp="1"/>
          </p:cNvSpPr>
          <p:nvPr>
            <p:ph type="body" sz="quarter" idx="20"/>
          </p:nvPr>
        </p:nvSpPr>
        <p:spPr>
          <a:xfrm>
            <a:off x="9143019"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4" name="Text Placeholder 4">
            <a:extLst>
              <a:ext uri="{FF2B5EF4-FFF2-40B4-BE49-F238E27FC236}">
                <a16:creationId xmlns:a16="http://schemas.microsoft.com/office/drawing/2014/main" id="{3B7752E9-F95E-D327-792E-46BF4F4EC09A}"/>
              </a:ext>
            </a:extLst>
          </p:cNvPr>
          <p:cNvSpPr>
            <a:spLocks noGrp="1"/>
          </p:cNvSpPr>
          <p:nvPr>
            <p:ph type="body" sz="quarter" idx="29"/>
          </p:nvPr>
        </p:nvSpPr>
        <p:spPr>
          <a:xfrm>
            <a:off x="9188739" y="2720070"/>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7" name="Text Placeholder 4">
            <a:extLst>
              <a:ext uri="{FF2B5EF4-FFF2-40B4-BE49-F238E27FC236}">
                <a16:creationId xmlns:a16="http://schemas.microsoft.com/office/drawing/2014/main" id="{CD83B2AA-83D9-0001-89F6-B601D9BE44D9}"/>
              </a:ext>
            </a:extLst>
          </p:cNvPr>
          <p:cNvSpPr>
            <a:spLocks noGrp="1"/>
          </p:cNvSpPr>
          <p:nvPr>
            <p:ph type="body" sz="quarter" idx="32"/>
          </p:nvPr>
        </p:nvSpPr>
        <p:spPr>
          <a:xfrm>
            <a:off x="918873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857714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06732"/>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159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7"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1"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40"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9"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8" y="3993254"/>
            <a:ext cx="2011680"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6"/>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65287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80"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4"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6"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2"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8"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 uri="{C183D7F6-B498-43B3-948B-1728B52AA6E4}">
                <adec:decorative xmlns:adec="http://schemas.microsoft.com/office/drawing/2017/decorative" val="1"/>
              </a:ext>
            </a:extLst>
          </p:cNvPr>
          <p:cNvCxnSpPr>
            <a:cxnSpLocks/>
          </p:cNvCxnSpPr>
          <p:nvPr userDrawn="1"/>
        </p:nvCxnSpPr>
        <p:spPr>
          <a:xfrm flipH="1">
            <a:off x="5181365"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 uri="{C183D7F6-B498-43B3-948B-1728B52AA6E4}">
                <adec:decorative xmlns:adec="http://schemas.microsoft.com/office/drawing/2017/decorative" val="1"/>
              </a:ext>
            </a:extLst>
          </p:cNvPr>
          <p:cNvCxnSpPr>
            <a:cxnSpLocks/>
          </p:cNvCxnSpPr>
          <p:nvPr userDrawn="1"/>
        </p:nvCxnSpPr>
        <p:spPr>
          <a:xfrm flipH="1">
            <a:off x="8981133"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 uri="{C183D7F6-B498-43B3-948B-1728B52AA6E4}">
                <adec:decorative xmlns:adec="http://schemas.microsoft.com/office/drawing/2017/decorative" val="1"/>
              </a:ext>
            </a:extLst>
          </p:cNvPr>
          <p:cNvCxnSpPr>
            <a:cxnSpLocks/>
          </p:cNvCxnSpPr>
          <p:nvPr userDrawn="1"/>
        </p:nvCxnSpPr>
        <p:spPr>
          <a:xfrm flipH="1">
            <a:off x="7081249"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 uri="{C183D7F6-B498-43B3-948B-1728B52AA6E4}">
                <adec:decorative xmlns:adec="http://schemas.microsoft.com/office/drawing/2017/decorative" val="1"/>
              </a:ext>
            </a:extLst>
          </p:cNvPr>
          <p:cNvCxnSpPr>
            <a:cxnSpLocks/>
          </p:cNvCxnSpPr>
          <p:nvPr userDrawn="1"/>
        </p:nvCxnSpPr>
        <p:spPr>
          <a:xfrm flipH="1">
            <a:off x="3281481"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1524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5" name="Text Placeholder 16">
            <a:extLst>
              <a:ext uri="{FF2B5EF4-FFF2-40B4-BE49-F238E27FC236}">
                <a16:creationId xmlns:a16="http://schemas.microsoft.com/office/drawing/2014/main" id="{A3B54949-70D5-73D1-09AD-8C5CA75354F1}"/>
              </a:ext>
            </a:extLst>
          </p:cNvPr>
          <p:cNvSpPr>
            <a:spLocks noGrp="1"/>
          </p:cNvSpPr>
          <p:nvPr>
            <p:ph type="body" sz="quarter" idx="43"/>
          </p:nvPr>
        </p:nvSpPr>
        <p:spPr>
          <a:xfrm>
            <a:off x="4684862" y="6208981"/>
            <a:ext cx="2822276" cy="369332"/>
          </a:xfrm>
        </p:spPr>
        <p:txBody>
          <a:bodyPr anchor="ctr"/>
          <a:lstStyle>
            <a:lvl1pPr algn="ctr">
              <a:spcBef>
                <a:spcPts val="0"/>
              </a:spcBef>
              <a:spcAft>
                <a:spcPts val="0"/>
              </a:spcAft>
              <a:defRPr lang="en-US" sz="2400" b="0" kern="1200" cap="none" spc="-50" baseline="0" dirty="0">
                <a:ln w="3175">
                  <a:noFill/>
                </a:ln>
                <a:gradFill flip="none" rotWithShape="1">
                  <a:gsLst>
                    <a:gs pos="36000">
                      <a:schemeClr val="accent1"/>
                    </a:gs>
                    <a:gs pos="74000">
                      <a:srgbClr val="D59DFF"/>
                    </a:gs>
                  </a:gsLst>
                  <a:lin ang="2700000" scaled="1"/>
                  <a:tileRect/>
                </a:gradFill>
                <a:effectLst/>
                <a:latin typeface="Segoe UI Semibold"/>
                <a:ea typeface="+mj-lt"/>
                <a:cs typeface="Segoe UI Semibold"/>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7261339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968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Blank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2020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60208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54528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0148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722DA1-E48A-0989-FE5F-F9DCC94C78C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6018827"/>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3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2" y="3291776"/>
            <a:ext cx="9230589" cy="1414956"/>
          </a:xfrm>
          <a:prstGeom prst="rect">
            <a:avLst/>
          </a:prstGeom>
          <a:solidFill>
            <a:schemeClr val="bg1">
              <a:lumMod val="8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1" y="6299345"/>
            <a:ext cx="1554480" cy="333103"/>
          </a:xfrm>
          <a:prstGeom prst="rect">
            <a:avLst/>
          </a:prstGeom>
        </p:spPr>
      </p:pic>
      <p:sp>
        <p:nvSpPr>
          <p:cNvPr id="5" name="CUSTOMER LOGO">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430901"/>
          </a:xfrm>
          <a:prstGeom prst="rect">
            <a:avLst/>
          </a:prstGeom>
        </p:spPr>
        <p:txBody>
          <a:bodyPr/>
          <a:lstStyle>
            <a:lvl1pPr marL="0" indent="0">
              <a:buNone/>
              <a:defRPr/>
            </a:lvl1pPr>
          </a:lstStyle>
          <a:p>
            <a:r>
              <a:rPr lang="en-US"/>
              <a:t>Logo</a:t>
            </a:r>
          </a:p>
        </p:txBody>
      </p:sp>
      <p:sp>
        <p:nvSpPr>
          <p:cNvPr id="24" name="BANNER IMAGE">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430901"/>
          </a:xfrm>
          <a:prstGeom prst="rect">
            <a:avLst/>
          </a:prstGeom>
        </p:spPr>
        <p:txBody>
          <a:bodyPr/>
          <a:lstStyle>
            <a:lvl1pPr marL="0" indent="0">
              <a:buNone/>
              <a:defRPr/>
            </a:lvl1pPr>
          </a:lstStyle>
          <a:p>
            <a:r>
              <a:rPr lang="en-US"/>
              <a:t>Horizontal banner image</a:t>
            </a:r>
          </a:p>
        </p:txBody>
      </p:sp>
      <p:sp>
        <p:nvSpPr>
          <p:cNvPr id="27" name="QUOTE" descr="quote">
            <a:extLst>
              <a:ext uri="{FF2B5EF4-FFF2-40B4-BE49-F238E27FC236}">
                <a16:creationId xmlns:a16="http://schemas.microsoft.com/office/drawing/2014/main" id="{CEABE899-10A3-484A-9A5F-6B1D4CB09EA4}"/>
              </a:ext>
            </a:extLst>
          </p:cNvPr>
          <p:cNvSpPr>
            <a:spLocks noGrp="1"/>
          </p:cNvSpPr>
          <p:nvPr>
            <p:ph type="body" sz="quarter" idx="10"/>
          </p:nvPr>
        </p:nvSpPr>
        <p:spPr>
          <a:xfrm>
            <a:off x="3268759" y="4013487"/>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37" name="QUOTE AUTHOR" descr="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8"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25" name="Situation" descr="Situation">
            <a:extLst>
              <a:ext uri="{FF2B5EF4-FFF2-40B4-BE49-F238E27FC236}">
                <a16:creationId xmlns:a16="http://schemas.microsoft.com/office/drawing/2014/main" id="{F5F6FC98-BF54-8E4B-ADCE-416C088B5FD5}"/>
              </a:ext>
            </a:extLst>
          </p:cNvPr>
          <p:cNvSpPr txBox="1"/>
          <p:nvPr userDrawn="1"/>
        </p:nvSpPr>
        <p:spPr>
          <a:xfrm>
            <a:off x="3268758" y="4875181"/>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Situation:</a:t>
            </a:r>
          </a:p>
        </p:txBody>
      </p:sp>
      <p:sp>
        <p:nvSpPr>
          <p:cNvPr id="28" name="SITUATION COPY">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422594"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2" name="Solution" descr="Solution">
            <a:extLst>
              <a:ext uri="{FF2B5EF4-FFF2-40B4-BE49-F238E27FC236}">
                <a16:creationId xmlns:a16="http://schemas.microsoft.com/office/drawing/2014/main" id="{B59E8476-D4FE-3D4F-9EC9-5DA909E29651}"/>
              </a:ext>
            </a:extLst>
          </p:cNvPr>
          <p:cNvSpPr txBox="1"/>
          <p:nvPr userDrawn="1"/>
        </p:nvSpPr>
        <p:spPr>
          <a:xfrm>
            <a:off x="5829078" y="4875181"/>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Solution:</a:t>
            </a:r>
          </a:p>
        </p:txBody>
      </p:sp>
      <p:sp>
        <p:nvSpPr>
          <p:cNvPr id="43" name="Solution COPY">
            <a:extLst>
              <a:ext uri="{FF2B5EF4-FFF2-40B4-BE49-F238E27FC236}">
                <a16:creationId xmlns:a16="http://schemas.microsoft.com/office/drawing/2014/main" id="{847B54F4-C98A-7F4F-8633-A67212D37E3D}"/>
              </a:ext>
            </a:extLst>
          </p:cNvPr>
          <p:cNvSpPr>
            <a:spLocks noGrp="1"/>
          </p:cNvSpPr>
          <p:nvPr>
            <p:ph type="body" sz="quarter" idx="21"/>
          </p:nvPr>
        </p:nvSpPr>
        <p:spPr>
          <a:xfrm>
            <a:off x="5829079" y="5162439"/>
            <a:ext cx="2592785"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Impact" descr="Impact">
            <a:extLst>
              <a:ext uri="{FF2B5EF4-FFF2-40B4-BE49-F238E27FC236}">
                <a16:creationId xmlns:a16="http://schemas.microsoft.com/office/drawing/2014/main" id="{B1EBCCF4-5394-C04F-AA62-05007544FC0C}"/>
              </a:ext>
            </a:extLst>
          </p:cNvPr>
          <p:cNvSpPr txBox="1"/>
          <p:nvPr userDrawn="1"/>
        </p:nvSpPr>
        <p:spPr>
          <a:xfrm>
            <a:off x="8797789" y="4858823"/>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Impact:</a:t>
            </a:r>
          </a:p>
        </p:txBody>
      </p:sp>
      <p:sp>
        <p:nvSpPr>
          <p:cNvPr id="45" name="Impact COPY">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SPECIFICATIONS'">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5840513"/>
            <a:ext cx="2286000" cy="153888"/>
          </a:xfrm>
          <a:prstGeom prst="rect">
            <a:avLst/>
          </a:prstGeom>
        </p:spPr>
        <p:txBody>
          <a:bodyPr lIns="0" tIns="0" rIns="0" bIns="0" anchor="b" anchorCtr="0"/>
          <a:lstStyle>
            <a:lvl1pPr marL="0" indent="0">
              <a:lnSpc>
                <a:spcPct val="100000"/>
              </a:lnSpc>
              <a:buNone/>
              <a:defRPr sz="1000" b="1" i="0">
                <a:solidFill>
                  <a:schemeClr val="tx1"/>
                </a:solidFill>
                <a:latin typeface="Segoe UI Semibold" panose="020B0502040204020203" pitchFamily="34" charset="0"/>
                <a:cs typeface="Segoe UI Semibold" panose="020B0502040204020203" pitchFamily="34" charset="0"/>
              </a:defRPr>
            </a:lvl1pPr>
          </a:lstStyle>
          <a:p>
            <a:pPr lvl="0"/>
            <a:endParaRPr lang="en-US"/>
          </a:p>
        </p:txBody>
      </p:sp>
    </p:spTree>
    <p:extLst>
      <p:ext uri="{BB962C8B-B14F-4D97-AF65-F5344CB8AC3E}">
        <p14:creationId xmlns:p14="http://schemas.microsoft.com/office/powerpoint/2010/main" val="3006505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Stats - 4 stat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993681" y="2293816"/>
            <a:ext cx="3502562" cy="2154436"/>
          </a:xfrm>
          <a:noFill/>
        </p:spPr>
        <p:txBody>
          <a:bodyPr wrap="none" lIns="0" tIns="0" rIns="0" bIns="0">
            <a:spAutoFit/>
          </a:bodyPr>
          <a:lstStyle>
            <a:lvl1pPr marL="0" indent="0">
              <a:spcBef>
                <a:spcPts val="0"/>
              </a:spcBef>
              <a:buNone/>
              <a:defRPr sz="139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4" name="Text Placeholder 3">
            <a:extLst>
              <a:ext uri="{FF2B5EF4-FFF2-40B4-BE49-F238E27FC236}">
                <a16:creationId xmlns:a16="http://schemas.microsoft.com/office/drawing/2014/main" id="{AB0ED395-3598-DBA8-1B82-A33D6388C6E4}"/>
              </a:ext>
            </a:extLst>
          </p:cNvPr>
          <p:cNvSpPr>
            <a:spLocks noGrp="1"/>
          </p:cNvSpPr>
          <p:nvPr>
            <p:ph type="body" sz="quarter" idx="15"/>
          </p:nvPr>
        </p:nvSpPr>
        <p:spPr>
          <a:xfrm>
            <a:off x="4828503" y="3213557"/>
            <a:ext cx="6632575" cy="430887"/>
          </a:xfrm>
        </p:spPr>
        <p:txBody>
          <a:bodyPr anchor="ctr"/>
          <a:lstStyle>
            <a:lvl1pPr>
              <a:defRPr kumimoji="0" lang="en-US" sz="28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377289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9" name="Title 1"/>
          <p:cNvSpPr>
            <a:spLocks noGrp="1"/>
          </p:cNvSpPr>
          <p:nvPr userDrawn="1">
            <p:ph type="title" hasCustomPrompt="1"/>
          </p:nvPr>
        </p:nvSpPr>
        <p:spPr>
          <a:xfrm>
            <a:off x="584200" y="2340434"/>
            <a:ext cx="5644590" cy="2031325"/>
          </a:xfrm>
          <a:noFill/>
        </p:spPr>
        <p:txBody>
          <a:bodyPr vert="horz" wrap="square" lIns="0" tIns="0" rIns="0" bIns="0" rtlCol="0" anchor="ctr" anchorCtr="0">
            <a:spAutoFit/>
          </a:bodyPr>
          <a:lstStyle>
            <a:lvl1pPr algn="l">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Number 1">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4" y="1660630"/>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5" name="Text Placeholder 1"/>
          <p:cNvSpPr>
            <a:spLocks noGrp="1"/>
          </p:cNvSpPr>
          <p:nvPr>
            <p:ph type="body" sz="quarter" idx="12" hasCustomPrompt="1"/>
          </p:nvPr>
        </p:nvSpPr>
        <p:spPr>
          <a:xfrm>
            <a:off x="6408263" y="2757464"/>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Number 2">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4" y="1660630"/>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62%</a:t>
            </a:r>
          </a:p>
        </p:txBody>
      </p:sp>
      <p:sp>
        <p:nvSpPr>
          <p:cNvPr id="25" name="Text Placeholder 2">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757464"/>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Number 3">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4" y="3799017"/>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98%</a:t>
            </a:r>
          </a:p>
        </p:txBody>
      </p:sp>
      <p:sp>
        <p:nvSpPr>
          <p:cNvPr id="27" name="Text Placeholder 3">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89585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Numb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4" y="3799017"/>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35%</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89585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source">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62031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9"/>
            <a:ext cx="11018838" cy="2400950"/>
          </a:xfrm>
        </p:spPr>
        <p:txBody>
          <a:bodyPr>
            <a:spAutoFit/>
          </a:bodyPr>
          <a:lstStyle>
            <a:lvl1pPr>
              <a:defRPr sz="36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3229996"/>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12675758"/>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56343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248253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020718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3931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22865264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3029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34716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273976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530781"/>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1220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5669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822773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9512583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0520502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03949961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529237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18005019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8602631"/>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4451114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6113324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6393806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5949932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8597691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6029710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71135959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4245584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442264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106047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186607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780673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725365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5710543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2997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0617588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01297434"/>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457049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9096753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54760140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248921606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333163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8270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28709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09253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66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483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2095093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64761606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pPr defTabSz="914225">
              <a:defRPr/>
            </a:pPr>
            <a:fld id="{DB8F75B8-0206-4047-A67E-213EEEB5FDEC}" type="datetimeFigureOut">
              <a:rPr lang="en-US" smtClean="0">
                <a:solidFill>
                  <a:srgbClr val="FFFFFF"/>
                </a:solidFill>
              </a:rPr>
              <a:pPr defTabSz="914225">
                <a:defRPr/>
              </a:pPr>
              <a:t>9/28/2026</a:t>
            </a:fld>
            <a:endParaRPr lang="en-US">
              <a:solidFill>
                <a:srgbClr val="FFFFFF"/>
              </a:solidFill>
            </a:endParaRPr>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pPr defTabSz="914225">
              <a:defRPr/>
            </a:pPr>
            <a:endParaRPr lang="en-US">
              <a:solidFill>
                <a:srgbClr val="FFFFFF"/>
              </a:solidFill>
            </a:endParaRPr>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pPr defTabSz="914225">
              <a:defRPr/>
            </a:pPr>
            <a:fld id="{0A44C6BE-DF8D-4FD8-8300-CB623C48072B}" type="slidenum">
              <a:rPr lang="en-US" smtClean="0">
                <a:solidFill>
                  <a:srgbClr val="FFFFFF"/>
                </a:solidFill>
              </a:rPr>
              <a:pPr defTabSz="914225">
                <a:defRPr/>
              </a:pPr>
              <a:t>‹#›</a:t>
            </a:fld>
            <a:endParaRPr lang="en-US">
              <a:solidFill>
                <a:srgbClr val="FFFFFF"/>
              </a:solidFill>
            </a:endParaRPr>
          </a:p>
        </p:txBody>
      </p:sp>
    </p:spTree>
    <p:extLst>
      <p:ext uri="{BB962C8B-B14F-4D97-AF65-F5344CB8AC3E}">
        <p14:creationId xmlns:p14="http://schemas.microsoft.com/office/powerpoint/2010/main" val="72102290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plain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543805"/>
      </p:ext>
    </p:extLst>
  </p:cSld>
  <p:clrMapOvr>
    <a:overrideClrMapping bg1="dk1" tx1="lt1" bg2="dk2" tx2="lt2" accent1="accent1" accent2="accent2" accent3="accent3" accent4="accent4" accent5="accent5" accent6="accent6" hlink="hlink" folHlink="folHlink"/>
  </p:clrMapOvr>
  <p:transition spd="slow">
    <p:fade/>
  </p:transition>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3954546350"/>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1"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4" y="1497079"/>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4" y="1497079"/>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29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4" y="3635466"/>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29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4" y="3635466"/>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260783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1_Title and text side by sid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8A973F1-C54B-4D68-8CD3-42603664BB73}"/>
              </a:ext>
            </a:extLst>
          </p:cNvPr>
          <p:cNvSpPr>
            <a:spLocks noGrp="1"/>
          </p:cNvSpPr>
          <p:nvPr>
            <p:ph type="title"/>
          </p:nvPr>
        </p:nvSpPr>
        <p:spPr>
          <a:xfrm>
            <a:off x="584201" y="1878182"/>
            <a:ext cx="3701553" cy="1108121"/>
          </a:xfrm>
        </p:spPr>
        <p:txBody>
          <a:bodyPr anchor="b"/>
          <a:lstStyle>
            <a:lvl1pPr algn="l">
              <a:defRPr>
                <a:solidFill>
                  <a:schemeClr val="tx1"/>
                </a:solidFill>
              </a:defRPr>
            </a:lvl1pPr>
          </a:lstStyle>
          <a:p>
            <a:r>
              <a:rPr lang="en-US"/>
              <a:t>Click to edit Master</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Text Placeholder 6">
            <a:extLst>
              <a:ext uri="{FF2B5EF4-FFF2-40B4-BE49-F238E27FC236}">
                <a16:creationId xmlns:a16="http://schemas.microsoft.com/office/drawing/2014/main" id="{F0A611E8-C659-47FB-BDFD-0961C0B8A0E4}"/>
              </a:ext>
            </a:extLst>
          </p:cNvPr>
          <p:cNvSpPr>
            <a:spLocks noGrp="1"/>
          </p:cNvSpPr>
          <p:nvPr>
            <p:ph type="body" sz="quarter" idx="12"/>
          </p:nvPr>
        </p:nvSpPr>
        <p:spPr>
          <a:xfrm>
            <a:off x="4941889" y="2548710"/>
            <a:ext cx="6667497" cy="1757404"/>
          </a:xfrm>
        </p:spPr>
        <p:txBody>
          <a:bodyPr anchor="ctr"/>
          <a:lstStyle>
            <a:lvl1pPr>
              <a:spcBef>
                <a:spcPts val="1200"/>
              </a:spcBef>
              <a:defRPr sz="2000">
                <a:solidFill>
                  <a:schemeClr val="accent2">
                    <a:lumMod val="60000"/>
                    <a:lumOff val="40000"/>
                  </a:schemeClr>
                </a:solidFill>
              </a:defRPr>
            </a:lvl1pPr>
            <a:lvl2pPr>
              <a:spcBef>
                <a:spcPts val="0"/>
              </a:spcBef>
              <a:spcAft>
                <a:spcPts val="600"/>
              </a:spcAft>
              <a:defRPr sz="1400">
                <a:solidFill>
                  <a:schemeClr val="tx1"/>
                </a:solidFill>
              </a:defRPr>
            </a:lvl2pPr>
            <a:lvl3pPr marL="173004" indent="-173004">
              <a:spcBef>
                <a:spcPts val="600"/>
              </a:spcBef>
              <a:spcAft>
                <a:spcPts val="600"/>
              </a:spcAft>
              <a:buFont typeface="Arial" panose="020B0604020202020204" pitchFamily="34" charset="0"/>
              <a:buChar char="•"/>
              <a:defRPr sz="1400">
                <a:solidFill>
                  <a:schemeClr val="tx1"/>
                </a:solidFill>
              </a:defRPr>
            </a:lvl3pPr>
            <a:lvl4pPr>
              <a:spcBef>
                <a:spcPts val="2400"/>
              </a:spcBef>
              <a:defRPr sz="1400">
                <a:solidFill>
                  <a:schemeClr val="accent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5007963"/>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8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0" y="1435101"/>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58810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0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0"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2864088"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5143976"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3" name="Text Placeholder 6">
            <a:extLst>
              <a:ext uri="{FF2B5EF4-FFF2-40B4-BE49-F238E27FC236}">
                <a16:creationId xmlns:a16="http://schemas.microsoft.com/office/drawing/2014/main" id="{C65CE251-3C30-41D1-8C74-AA8184A83456}"/>
              </a:ext>
            </a:extLst>
          </p:cNvPr>
          <p:cNvSpPr>
            <a:spLocks noGrp="1"/>
          </p:cNvSpPr>
          <p:nvPr>
            <p:ph type="body" sz="quarter" idx="15"/>
          </p:nvPr>
        </p:nvSpPr>
        <p:spPr>
          <a:xfrm>
            <a:off x="7423864"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4" name="Text Placeholder 6">
            <a:extLst>
              <a:ext uri="{FF2B5EF4-FFF2-40B4-BE49-F238E27FC236}">
                <a16:creationId xmlns:a16="http://schemas.microsoft.com/office/drawing/2014/main" id="{94987D1C-B243-4EEE-BC02-A9A9C27512FD}"/>
              </a:ext>
            </a:extLst>
          </p:cNvPr>
          <p:cNvSpPr>
            <a:spLocks noGrp="1"/>
          </p:cNvSpPr>
          <p:nvPr>
            <p:ph type="body" sz="quarter" idx="16"/>
          </p:nvPr>
        </p:nvSpPr>
        <p:spPr>
          <a:xfrm>
            <a:off x="9703753"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584200" y="4283298"/>
            <a:ext cx="219456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2864088"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5143976"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C38AD36D-F42B-4960-B8C3-82F03DD1A7EF}"/>
              </a:ext>
            </a:extLst>
          </p:cNvPr>
          <p:cNvSpPr>
            <a:spLocks noGrp="1"/>
          </p:cNvSpPr>
          <p:nvPr>
            <p:ph type="body" sz="quarter" idx="20" hasCustomPrompt="1"/>
          </p:nvPr>
        </p:nvSpPr>
        <p:spPr>
          <a:xfrm>
            <a:off x="7423864"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4E50405A-2C8C-47E8-9370-4506359CEB39}"/>
              </a:ext>
            </a:extLst>
          </p:cNvPr>
          <p:cNvSpPr>
            <a:spLocks noGrp="1"/>
          </p:cNvSpPr>
          <p:nvPr>
            <p:ph type="body" sz="quarter" idx="21" hasCustomPrompt="1"/>
          </p:nvPr>
        </p:nvSpPr>
        <p:spPr>
          <a:xfrm>
            <a:off x="9703753"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31893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2"/>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495685"/>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6"/>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489200"/>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9147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E2C6CB3-A022-6DCF-CEF5-184BE5C2A919}"/>
              </a:ext>
            </a:extLst>
          </p:cNvPr>
          <p:cNvSpPr>
            <a:spLocks noGrp="1"/>
          </p:cNvSpPr>
          <p:nvPr>
            <p:ph type="body" sz="quarter" idx="10"/>
          </p:nvPr>
        </p:nvSpPr>
        <p:spPr>
          <a:xfrm>
            <a:off x="585787" y="1110472"/>
            <a:ext cx="11020426" cy="307777"/>
          </a:xfrm>
        </p:spPr>
        <p:txBody>
          <a:bodyPr/>
          <a:lstStyle>
            <a:lvl1pPr marL="0" indent="0">
              <a:buNone/>
              <a:defRPr sz="1961">
                <a:latin typeface="+mj-lt"/>
              </a:defRPr>
            </a:lvl1pPr>
          </a:lstStyle>
          <a:p>
            <a:pPr lvl="0"/>
            <a:r>
              <a:rPr lang="en-US"/>
              <a:t>Click to edit Master text styles</a:t>
            </a:r>
          </a:p>
        </p:txBody>
      </p:sp>
      <p:sp>
        <p:nvSpPr>
          <p:cNvPr id="5" name="Title 4">
            <a:extLst>
              <a:ext uri="{FF2B5EF4-FFF2-40B4-BE49-F238E27FC236}">
                <a16:creationId xmlns:a16="http://schemas.microsoft.com/office/drawing/2014/main" id="{53CDC6AC-8A67-9408-2214-BBCAC1D189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93813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cSld name="1_">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178588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3" y="585217"/>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1095737"/>
          </a:xfrm>
          <a:prstGeom prst="rect">
            <a:avLst/>
          </a:prstGeom>
        </p:spPr>
        <p:txBody>
          <a:bodyPr wrap="square">
            <a:spAutoFit/>
          </a:bodyPr>
          <a:lstStyle>
            <a:lvl1pPr marL="137133" indent="-137133">
              <a:spcAft>
                <a:spcPts val="0"/>
              </a:spcAft>
              <a:buFont typeface="Arial" panose="020B0604020202020204" pitchFamily="34" charset="0"/>
              <a:buChar char="•"/>
              <a:defRPr>
                <a:solidFill>
                  <a:schemeClr val="tx1"/>
                </a:solidFill>
              </a:defRPr>
            </a:lvl1pPr>
            <a:lvl2pPr marL="265125" indent="-127992">
              <a:spcAft>
                <a:spcPts val="0"/>
              </a:spcAft>
              <a:buFont typeface="Arial" panose="020B0604020202020204" pitchFamily="34" charset="0"/>
              <a:buChar char="•"/>
              <a:defRPr>
                <a:solidFill>
                  <a:schemeClr val="tx1"/>
                </a:solidFill>
              </a:defRPr>
            </a:lvl2pPr>
            <a:lvl3pPr marL="383975" indent="-118850">
              <a:spcAft>
                <a:spcPts val="0"/>
              </a:spcAft>
              <a:buFont typeface="Arial" panose="020B0604020202020204" pitchFamily="34" charset="0"/>
              <a:buChar char="•"/>
              <a:defRPr>
                <a:solidFill>
                  <a:schemeClr val="tx1"/>
                </a:solidFill>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786523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39249969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138B-812C-4AE5-8E0D-7F240113019F}"/>
              </a:ext>
            </a:extLst>
          </p:cNvPr>
          <p:cNvSpPr>
            <a:spLocks noGrp="1"/>
          </p:cNvSpPr>
          <p:nvPr>
            <p:ph type="title"/>
          </p:nvPr>
        </p:nvSpPr>
        <p:spPr>
          <a:xfrm>
            <a:off x="839790" y="1072515"/>
            <a:ext cx="3932237" cy="98488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F410AD-45D8-4D39-B669-C9CB9B02D5C2}"/>
              </a:ext>
            </a:extLst>
          </p:cNvPr>
          <p:cNvSpPr>
            <a:spLocks noGrp="1"/>
          </p:cNvSpPr>
          <p:nvPr>
            <p:ph type="pic" idx="1"/>
          </p:nvPr>
        </p:nvSpPr>
        <p:spPr>
          <a:xfrm>
            <a:off x="5183190" y="987427"/>
            <a:ext cx="6172200" cy="492443"/>
          </a:xfrm>
        </p:spPr>
        <p:txBody>
          <a:bodyPr/>
          <a:lstStyle>
            <a:lvl1pPr marL="0" indent="0">
              <a:buNone/>
              <a:defRPr sz="3200"/>
            </a:lvl1pPr>
            <a:lvl2pPr marL="457025" indent="0">
              <a:buNone/>
              <a:defRPr sz="2800"/>
            </a:lvl2pPr>
            <a:lvl3pPr marL="914049" indent="0">
              <a:buNone/>
              <a:defRPr sz="2400"/>
            </a:lvl3pPr>
            <a:lvl4pPr marL="1371074" indent="0">
              <a:buNone/>
              <a:defRPr sz="2000"/>
            </a:lvl4pPr>
            <a:lvl5pPr marL="1828098" indent="0">
              <a:buNone/>
              <a:defRPr sz="2000"/>
            </a:lvl5pPr>
            <a:lvl6pPr marL="2285122" indent="0">
              <a:buNone/>
              <a:defRPr sz="2000"/>
            </a:lvl6pPr>
            <a:lvl7pPr marL="2742147" indent="0">
              <a:buNone/>
              <a:defRPr sz="2000"/>
            </a:lvl7pPr>
            <a:lvl8pPr marL="3199171" indent="0">
              <a:buNone/>
              <a:defRPr sz="2000"/>
            </a:lvl8pPr>
            <a:lvl9pPr marL="3656195" indent="0">
              <a:buNone/>
              <a:defRPr sz="2000"/>
            </a:lvl9pPr>
          </a:lstStyle>
          <a:p>
            <a:endParaRPr lang="en-US"/>
          </a:p>
        </p:txBody>
      </p:sp>
      <p:sp>
        <p:nvSpPr>
          <p:cNvPr id="4" name="Text Placeholder 3">
            <a:extLst>
              <a:ext uri="{FF2B5EF4-FFF2-40B4-BE49-F238E27FC236}">
                <a16:creationId xmlns:a16="http://schemas.microsoft.com/office/drawing/2014/main" id="{2F1EEAA1-B0CE-4D77-A850-D9A87D90D860}"/>
              </a:ext>
            </a:extLst>
          </p:cNvPr>
          <p:cNvSpPr>
            <a:spLocks noGrp="1"/>
          </p:cNvSpPr>
          <p:nvPr>
            <p:ph type="body" sz="half" idx="2"/>
          </p:nvPr>
        </p:nvSpPr>
        <p:spPr>
          <a:xfrm>
            <a:off x="839790" y="2057401"/>
            <a:ext cx="3932237" cy="246221"/>
          </a:xfrm>
        </p:spPr>
        <p:txBody>
          <a:bodyPr/>
          <a:lstStyle>
            <a:lvl1pPr marL="0" indent="0">
              <a:buNone/>
              <a:defRPr sz="1600"/>
            </a:lvl1pPr>
            <a:lvl2pPr marL="457025" indent="0">
              <a:buNone/>
              <a:defRPr sz="1400"/>
            </a:lvl2pPr>
            <a:lvl3pPr marL="914049" indent="0">
              <a:buNone/>
              <a:defRPr sz="1200"/>
            </a:lvl3pPr>
            <a:lvl4pPr marL="1371074" indent="0">
              <a:buNone/>
              <a:defRPr sz="1000"/>
            </a:lvl4pPr>
            <a:lvl5pPr marL="1828098" indent="0">
              <a:buNone/>
              <a:defRPr sz="1000"/>
            </a:lvl5pPr>
            <a:lvl6pPr marL="2285122" indent="0">
              <a:buNone/>
              <a:defRPr sz="1000"/>
            </a:lvl6pPr>
            <a:lvl7pPr marL="2742147" indent="0">
              <a:buNone/>
              <a:defRPr sz="1000"/>
            </a:lvl7pPr>
            <a:lvl8pPr marL="3199171" indent="0">
              <a:buNone/>
              <a:defRPr sz="1000"/>
            </a:lvl8pPr>
            <a:lvl9pPr marL="3656195"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9A7B72-DBB1-4AA1-9012-2AE9681A2AF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3A4EC6D-A116-4F5D-92CF-BE0B0F6B9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F9E84-6821-4814-A5DA-B421FE337506}"/>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240693660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26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4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1" y="1435102"/>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1DFB55-1377-4F2A-BD23-AF83214009C2}"/>
              </a:ext>
            </a:extLst>
          </p:cNvPr>
          <p:cNvSpPr>
            <a:spLocks noGrp="1"/>
          </p:cNvSpPr>
          <p:nvPr>
            <p:ph sz="quarter" idx="13"/>
          </p:nvPr>
        </p:nvSpPr>
        <p:spPr>
          <a:xfrm>
            <a:off x="6527800" y="4635501"/>
            <a:ext cx="711200" cy="148163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C57B0727-AF70-4F28-9937-A4D5B83B2D81}"/>
              </a:ext>
            </a:extLst>
          </p:cNvPr>
          <p:cNvSpPr>
            <a:spLocks noGrp="1"/>
          </p:cNvSpPr>
          <p:nvPr>
            <p:ph type="body" sz="quarter" idx="14"/>
          </p:nvPr>
        </p:nvSpPr>
        <p:spPr>
          <a:xfrm>
            <a:off x="8432800" y="2603501"/>
            <a:ext cx="1485900" cy="4321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996DC9-1A99-40BA-91EB-BEEE4ED8108B}"/>
              </a:ext>
            </a:extLst>
          </p:cNvPr>
          <p:cNvSpPr>
            <a:spLocks noGrp="1"/>
          </p:cNvSpPr>
          <p:nvPr>
            <p:ph type="body" sz="quarter" idx="15"/>
          </p:nvPr>
        </p:nvSpPr>
        <p:spPr>
          <a:xfrm>
            <a:off x="1579565" y="3706813"/>
            <a:ext cx="2763837" cy="2474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517404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644B162-36BD-4C9E-96EE-3EEFBE3AD8F1}"/>
              </a:ext>
            </a:extLst>
          </p:cNvPr>
          <p:cNvSpPr/>
          <p:nvPr userDrawn="1"/>
        </p:nvSpPr>
        <p:spPr bwMode="auto">
          <a:xfrm>
            <a:off x="6095999" y="604838"/>
            <a:ext cx="5773737" cy="5978525"/>
          </a:xfrm>
          <a:prstGeom prst="roundRect">
            <a:avLst>
              <a:gd name="adj" fmla="val 1345"/>
            </a:avLst>
          </a:prstGeom>
          <a:solidFill>
            <a:srgbClr val="26262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l" defTabSz="932293"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B1F8BDA0-6722-4B45-AC43-F39680461120}"/>
              </a:ext>
            </a:extLst>
          </p:cNvPr>
          <p:cNvSpPr>
            <a:spLocks noGrp="1"/>
          </p:cNvSpPr>
          <p:nvPr>
            <p:ph type="title"/>
          </p:nvPr>
        </p:nvSpPr>
        <p:spPr>
          <a:xfrm>
            <a:off x="577851" y="819150"/>
            <a:ext cx="8740524" cy="369332"/>
          </a:xfrm>
        </p:spPr>
        <p:txBody>
          <a:bodyPr anchor="ctr"/>
          <a:lstStyle>
            <a:lvl1pPr>
              <a:defRPr sz="2400">
                <a:solidFill>
                  <a:schemeClr val="accent1"/>
                </a:solidFill>
              </a:defRPr>
            </a:lvl1pPr>
          </a:lstStyle>
          <a:p>
            <a:r>
              <a:rPr lang="en-US"/>
              <a:t>Click to edit Master title style</a:t>
            </a:r>
          </a:p>
        </p:txBody>
      </p:sp>
      <p:sp>
        <p:nvSpPr>
          <p:cNvPr id="5" name="Text Placeholder 3">
            <a:extLst>
              <a:ext uri="{FF2B5EF4-FFF2-40B4-BE49-F238E27FC236}">
                <a16:creationId xmlns:a16="http://schemas.microsoft.com/office/drawing/2014/main" id="{68A1B7F0-6D80-417F-828E-279BD5DEF1D4}"/>
              </a:ext>
            </a:extLst>
          </p:cNvPr>
          <p:cNvSpPr>
            <a:spLocks noGrp="1"/>
          </p:cNvSpPr>
          <p:nvPr>
            <p:ph type="body" sz="quarter" idx="10" hasCustomPrompt="1"/>
          </p:nvPr>
        </p:nvSpPr>
        <p:spPr>
          <a:xfrm>
            <a:off x="597788" y="1871889"/>
            <a:ext cx="5336287" cy="1129540"/>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539" indent="0">
              <a:lnSpc>
                <a:spcPct val="90000"/>
              </a:lnSpc>
              <a:spcBef>
                <a:spcPts val="0"/>
              </a:spcBef>
              <a:spcAft>
                <a:spcPts val="600"/>
              </a:spcAft>
              <a:buFont typeface="Arial" panose="020B0604020202020204" pitchFamily="34" charset="0"/>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Business Value text</a:t>
            </a:r>
          </a:p>
        </p:txBody>
      </p:sp>
      <p:sp>
        <p:nvSpPr>
          <p:cNvPr id="6" name="Text Placeholder 8">
            <a:extLst>
              <a:ext uri="{FF2B5EF4-FFF2-40B4-BE49-F238E27FC236}">
                <a16:creationId xmlns:a16="http://schemas.microsoft.com/office/drawing/2014/main" id="{627A17B0-7851-46E8-B34F-9C13DB18AF86}"/>
              </a:ext>
            </a:extLst>
          </p:cNvPr>
          <p:cNvSpPr>
            <a:spLocks noGrp="1"/>
          </p:cNvSpPr>
          <p:nvPr>
            <p:ph type="body" sz="quarter" idx="13" hasCustomPrompt="1"/>
          </p:nvPr>
        </p:nvSpPr>
        <p:spPr>
          <a:xfrm>
            <a:off x="9515476" y="168934"/>
            <a:ext cx="2676525" cy="941726"/>
          </a:xfrm>
          <a:solidFill>
            <a:schemeClr val="accent2"/>
          </a:solidFill>
          <a:effectLst>
            <a:outerShdw blurRad="88900" dist="38100" dir="2700000" sx="101000" sy="101000" algn="ctr" rotWithShape="0">
              <a:srgbClr val="000000">
                <a:alpha val="15000"/>
              </a:srgbClr>
            </a:outerShdw>
          </a:effectLst>
        </p:spPr>
        <p:txBody>
          <a:bodyPr wrap="square" lIns="182880" rIns="548640" anchor="ctr" anchorCtr="0">
            <a:noAutofit/>
          </a:bodyPr>
          <a:lstStyle>
            <a:lvl1pPr marL="0" indent="0">
              <a:lnSpc>
                <a:spcPct val="90000"/>
              </a:lnSpc>
              <a:spcBef>
                <a:spcPts val="0"/>
              </a:spcBef>
              <a:spcAft>
                <a:spcPts val="600"/>
              </a:spcAft>
              <a:buNone/>
              <a:defRPr lang="en-US" sz="1200" smtClean="0">
                <a:solidFill>
                  <a:schemeClr val="tx1"/>
                </a:solidFill>
                <a:latin typeface="Segoe UI Semibold"/>
                <a:cs typeface="Segoe UI Semilight" panose="020B0402040204020203" pitchFamily="34" charset="0"/>
              </a:defRPr>
            </a:lvl1pPr>
            <a:lvl2pPr marL="228539" indent="0">
              <a:buNone/>
              <a:defRPr lang="en-US" sz="1765" smtClean="0">
                <a:solidFill>
                  <a:schemeClr val="bg1"/>
                </a:solidFill>
              </a:defRPr>
            </a:lvl2pPr>
            <a:lvl3pPr marL="714204" indent="0">
              <a:buNone/>
              <a:defRPr lang="en-US" sz="1765" smtClean="0">
                <a:solidFill>
                  <a:schemeClr val="bg1"/>
                </a:solidFill>
              </a:defRPr>
            </a:lvl3pPr>
            <a:lvl4pPr marL="1190346" indent="0">
              <a:buNone/>
              <a:defRPr lang="en-US" sz="1765" smtClean="0">
                <a:solidFill>
                  <a:schemeClr val="bg1"/>
                </a:solidFill>
              </a:defRPr>
            </a:lvl4pPr>
            <a:lvl5pPr marL="1660140" indent="0">
              <a:buNone/>
              <a:defRPr lang="en-US" sz="1765">
                <a:solidFill>
                  <a:schemeClr val="bg1"/>
                </a:solidFill>
              </a:defRPr>
            </a:lvl5pPr>
          </a:lstStyle>
          <a:p>
            <a:pPr marL="0" lvl="0" defTabSz="932384"/>
            <a:r>
              <a:rPr lang="en-US"/>
              <a:t>Click to Add Cycle Information</a:t>
            </a:r>
          </a:p>
        </p:txBody>
      </p:sp>
      <p:sp>
        <p:nvSpPr>
          <p:cNvPr id="7" name="Content Placeholder 5">
            <a:extLst>
              <a:ext uri="{FF2B5EF4-FFF2-40B4-BE49-F238E27FC236}">
                <a16:creationId xmlns:a16="http://schemas.microsoft.com/office/drawing/2014/main" id="{04C43695-5495-4F79-BD5C-717B00E4679B}"/>
              </a:ext>
              <a:ext uri="{C183D7F6-B498-43B3-948B-1728B52AA6E4}">
                <adec:decorative xmlns:adec="http://schemas.microsoft.com/office/drawing/2017/decorative" val="1"/>
              </a:ext>
            </a:extLst>
          </p:cNvPr>
          <p:cNvSpPr txBox="1">
            <a:spLocks/>
          </p:cNvSpPr>
          <p:nvPr userDrawn="1"/>
        </p:nvSpPr>
        <p:spPr>
          <a:xfrm>
            <a:off x="9424036" y="168828"/>
            <a:ext cx="91440" cy="941832"/>
          </a:xfrm>
          <a:prstGeom prst="rect">
            <a:avLst/>
          </a:prstGeom>
          <a:solidFill>
            <a:srgbClr val="50E6FF"/>
          </a:solidFill>
        </p:spPr>
        <p:txBody>
          <a:bodyPr vert="horz" wrap="non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1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p:sp>
        <p:nvSpPr>
          <p:cNvPr id="2" name="TextBox 1">
            <a:extLst>
              <a:ext uri="{FF2B5EF4-FFF2-40B4-BE49-F238E27FC236}">
                <a16:creationId xmlns:a16="http://schemas.microsoft.com/office/drawing/2014/main" id="{D3FD6168-5A8D-4594-A26D-98E88432C94F}"/>
              </a:ext>
            </a:extLst>
          </p:cNvPr>
          <p:cNvSpPr txBox="1"/>
          <p:nvPr userDrawn="1"/>
        </p:nvSpPr>
        <p:spPr>
          <a:xfrm>
            <a:off x="6662739" y="1352550"/>
            <a:ext cx="5111748"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ED7D31"/>
                </a:solidFill>
                <a:effectLst/>
                <a:uLnTx/>
                <a:uFillTx/>
                <a:latin typeface="Segoe UI Semibold" panose="020B0702040204020203" pitchFamily="34" charset="0"/>
                <a:ea typeface="+mn-ea"/>
                <a:cs typeface="Segoe UI Semibold" panose="020B0702040204020203" pitchFamily="34" charset="0"/>
              </a:rPr>
              <a:t>Key user benefits</a:t>
            </a:r>
          </a:p>
        </p:txBody>
      </p:sp>
      <p:sp>
        <p:nvSpPr>
          <p:cNvPr id="16" name="Picture Placeholder 15">
            <a:extLst>
              <a:ext uri="{FF2B5EF4-FFF2-40B4-BE49-F238E27FC236}">
                <a16:creationId xmlns:a16="http://schemas.microsoft.com/office/drawing/2014/main" id="{FAF2E327-D386-4821-B6D2-8C12A55C5ED7}"/>
              </a:ext>
            </a:extLst>
          </p:cNvPr>
          <p:cNvSpPr>
            <a:spLocks noGrp="1"/>
          </p:cNvSpPr>
          <p:nvPr>
            <p:ph type="pic" sz="quarter" idx="14"/>
          </p:nvPr>
        </p:nvSpPr>
        <p:spPr>
          <a:xfrm>
            <a:off x="6765924" y="3156165"/>
            <a:ext cx="4848225" cy="430901"/>
          </a:xfrm>
        </p:spPr>
        <p:txBody>
          <a:bodyPr/>
          <a:lstStyle/>
          <a:p>
            <a:endParaRPr lang="en-US"/>
          </a:p>
        </p:txBody>
      </p:sp>
      <p:sp>
        <p:nvSpPr>
          <p:cNvPr id="18" name="Text Placeholder 17">
            <a:extLst>
              <a:ext uri="{FF2B5EF4-FFF2-40B4-BE49-F238E27FC236}">
                <a16:creationId xmlns:a16="http://schemas.microsoft.com/office/drawing/2014/main" id="{7CF5198F-91B0-4BEE-A74B-C38CC7C15FA0}"/>
              </a:ext>
            </a:extLst>
          </p:cNvPr>
          <p:cNvSpPr>
            <a:spLocks noGrp="1"/>
          </p:cNvSpPr>
          <p:nvPr>
            <p:ph type="body" sz="quarter" idx="15" hasCustomPrompt="1"/>
          </p:nvPr>
        </p:nvSpPr>
        <p:spPr>
          <a:xfrm>
            <a:off x="6765924" y="1878159"/>
            <a:ext cx="4845050" cy="627864"/>
          </a:xfrm>
        </p:spPr>
        <p:txBody>
          <a:bodyPr/>
          <a:lstStyle>
            <a:lvl1pPr marL="285695" indent="-285695">
              <a:lnSpc>
                <a:spcPct val="150000"/>
              </a:lnSpc>
              <a:buFont typeface="Arial" panose="020B0604020202020204" pitchFamily="34" charset="0"/>
              <a:buChar char="•"/>
              <a:defRPr sz="1200">
                <a:latin typeface="+mj-lt"/>
              </a:defRPr>
            </a:lvl1pPr>
          </a:lstStyle>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p:txBody>
      </p:sp>
      <p:sp>
        <p:nvSpPr>
          <p:cNvPr id="20" name="Text Placeholder 19">
            <a:extLst>
              <a:ext uri="{FF2B5EF4-FFF2-40B4-BE49-F238E27FC236}">
                <a16:creationId xmlns:a16="http://schemas.microsoft.com/office/drawing/2014/main" id="{B6DE0899-B184-4EE0-92B1-D6CBEE6C224A}"/>
              </a:ext>
            </a:extLst>
          </p:cNvPr>
          <p:cNvSpPr>
            <a:spLocks noGrp="1"/>
          </p:cNvSpPr>
          <p:nvPr>
            <p:ph type="body" sz="quarter" idx="16" hasCustomPrompt="1"/>
          </p:nvPr>
        </p:nvSpPr>
        <p:spPr>
          <a:xfrm>
            <a:off x="577852" y="6343154"/>
            <a:ext cx="5336287" cy="184708"/>
          </a:xfrm>
        </p:spPr>
        <p:txBody>
          <a:bodyPr/>
          <a:lstStyle>
            <a:lvl1pPr marL="0" indent="0">
              <a:buNone/>
              <a:defRPr sz="1200">
                <a:latin typeface="+mj-lt"/>
              </a:defRPr>
            </a:lvl1pPr>
            <a:lvl2pPr marL="228556" indent="0">
              <a:buNone/>
              <a:defRPr/>
            </a:lvl2pPr>
          </a:lstStyle>
          <a:p>
            <a:pPr lvl="0"/>
            <a:r>
              <a:rPr lang="en-US"/>
              <a:t>Click to edit for more information and add hyperlink</a:t>
            </a:r>
          </a:p>
        </p:txBody>
      </p:sp>
      <p:sp>
        <p:nvSpPr>
          <p:cNvPr id="22" name="TextBox 21">
            <a:extLst>
              <a:ext uri="{FF2B5EF4-FFF2-40B4-BE49-F238E27FC236}">
                <a16:creationId xmlns:a16="http://schemas.microsoft.com/office/drawing/2014/main" id="{71CFA4E4-8C23-4D4E-9646-507AF8229040}"/>
              </a:ext>
            </a:extLst>
          </p:cNvPr>
          <p:cNvSpPr txBox="1"/>
          <p:nvPr userDrawn="1"/>
        </p:nvSpPr>
        <p:spPr>
          <a:xfrm>
            <a:off x="506414" y="1352550"/>
            <a:ext cx="5427660"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Business Value</a:t>
            </a:r>
          </a:p>
        </p:txBody>
      </p:sp>
      <p:sp>
        <p:nvSpPr>
          <p:cNvPr id="23" name="Text Placeholder 3">
            <a:extLst>
              <a:ext uri="{FF2B5EF4-FFF2-40B4-BE49-F238E27FC236}">
                <a16:creationId xmlns:a16="http://schemas.microsoft.com/office/drawing/2014/main" id="{D334FFF1-A3F5-4EAE-9012-ADCB865FE601}"/>
              </a:ext>
            </a:extLst>
          </p:cNvPr>
          <p:cNvSpPr>
            <a:spLocks noGrp="1"/>
          </p:cNvSpPr>
          <p:nvPr>
            <p:ph type="body" sz="quarter" idx="17" hasCustomPrompt="1"/>
          </p:nvPr>
        </p:nvSpPr>
        <p:spPr>
          <a:xfrm>
            <a:off x="597788" y="3707469"/>
            <a:ext cx="5336287" cy="2417106"/>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539" indent="0">
              <a:lnSpc>
                <a:spcPct val="90000"/>
              </a:lnSpc>
              <a:spcBef>
                <a:spcPts val="0"/>
              </a:spcBef>
              <a:spcAft>
                <a:spcPts val="600"/>
              </a:spcAft>
              <a:buFont typeface="Arial" panose="020B0604020202020204" pitchFamily="34" charset="0"/>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Feature details text</a:t>
            </a:r>
          </a:p>
        </p:txBody>
      </p:sp>
      <p:sp>
        <p:nvSpPr>
          <p:cNvPr id="24" name="TextBox 23">
            <a:extLst>
              <a:ext uri="{FF2B5EF4-FFF2-40B4-BE49-F238E27FC236}">
                <a16:creationId xmlns:a16="http://schemas.microsoft.com/office/drawing/2014/main" id="{065AEF95-A022-479E-B613-4D8D833BDF79}"/>
              </a:ext>
            </a:extLst>
          </p:cNvPr>
          <p:cNvSpPr txBox="1"/>
          <p:nvPr userDrawn="1"/>
        </p:nvSpPr>
        <p:spPr>
          <a:xfrm>
            <a:off x="506414" y="3188130"/>
            <a:ext cx="5427660"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Feature Details</a:t>
            </a:r>
          </a:p>
        </p:txBody>
      </p:sp>
      <p:sp>
        <p:nvSpPr>
          <p:cNvPr id="27" name="TextBox 26">
            <a:extLst>
              <a:ext uri="{FF2B5EF4-FFF2-40B4-BE49-F238E27FC236}">
                <a16:creationId xmlns:a16="http://schemas.microsoft.com/office/drawing/2014/main" id="{D9E67C3B-74EB-46FC-8479-075AB1F56FDE}"/>
              </a:ext>
            </a:extLst>
          </p:cNvPr>
          <p:cNvSpPr txBox="1"/>
          <p:nvPr userDrawn="1"/>
        </p:nvSpPr>
        <p:spPr>
          <a:xfrm>
            <a:off x="492216" y="295930"/>
            <a:ext cx="6762750" cy="531812"/>
          </a:xfrm>
          <a:prstGeom prst="rect">
            <a:avLst/>
          </a:prstGeom>
          <a:noFill/>
        </p:spPr>
        <p:txBody>
          <a:bodyPr wrap="square">
            <a:spAutoFit/>
          </a:bodyPr>
          <a:lstStyle/>
          <a:p>
            <a:r>
              <a:rPr lang="en-US" sz="2800">
                <a:latin typeface="+mj-lt"/>
              </a:rPr>
              <a:t>Azure Machine Learning </a:t>
            </a:r>
          </a:p>
        </p:txBody>
      </p:sp>
      <p:sp>
        <p:nvSpPr>
          <p:cNvPr id="8" name="Rectangle 7">
            <a:extLst>
              <a:ext uri="{FF2B5EF4-FFF2-40B4-BE49-F238E27FC236}">
                <a16:creationId xmlns:a16="http://schemas.microsoft.com/office/drawing/2014/main" id="{A73C90A6-726A-413C-88CC-AD25EA772416}"/>
              </a:ext>
            </a:extLst>
          </p:cNvPr>
          <p:cNvSpPr/>
          <p:nvPr userDrawn="1"/>
        </p:nvSpPr>
        <p:spPr>
          <a:xfrm>
            <a:off x="3800575" y="1"/>
            <a:ext cx="4590853" cy="19579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MICROSOFT CONFIDENTIAL</a:t>
            </a:r>
          </a:p>
        </p:txBody>
      </p:sp>
    </p:spTree>
    <p:extLst>
      <p:ext uri="{BB962C8B-B14F-4D97-AF65-F5344CB8AC3E}">
        <p14:creationId xmlns:p14="http://schemas.microsoft.com/office/powerpoint/2010/main" val="1666299359"/>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6536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print">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4680734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p:nvPicPr>
        <p:blipFill rotWithShape="1">
          <a:blip r:embed="rId3" cstate="print">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029509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p:nvPicPr>
        <p:blipFill rotWithShape="1">
          <a:blip r:embed="rId2" cstate="print">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86346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2925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0649670"/>
      </p:ext>
    </p:extLst>
  </p:cSld>
  <p:clrMapOvr>
    <a:masterClrMapping/>
  </p:clrMapOvr>
  <p:transition>
    <p:fade/>
  </p:transition>
  <p:hf sldNum="0" hdr="0" ftr="0" dt="0"/>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0374163"/>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3970108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722121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3794793"/>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94333838"/>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115527"/>
      </p:ext>
    </p:extLst>
  </p:cSld>
  <p:clrMapOvr>
    <a:masterClrMapping/>
  </p:clrMapOvr>
  <p:transition>
    <p:fade/>
  </p:transition>
  <p:hf sldNum="0" hdr="0" ftr="0" dt="0"/>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8982228"/>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9553128"/>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90868" y="585788"/>
            <a:ext cx="11018520" cy="615553"/>
          </a:xfrm>
        </p:spPr>
        <p:txBody>
          <a:bodyPr/>
          <a:lstStyle>
            <a:lvl1pPr algn="ctr">
              <a:defRPr lang="en-US" sz="4000" b="1" kern="1200" cap="none" spc="-10" baseline="0" dirty="0" smtClean="0">
                <a:ln w="3175">
                  <a:noFill/>
                </a:ln>
                <a:gradFill>
                  <a:gsLst>
                    <a:gs pos="15000">
                      <a:srgbClr val="8DC8E8"/>
                    </a:gs>
                    <a:gs pos="85000">
                      <a:srgbClr val="D59ED7"/>
                    </a:gs>
                  </a:gsLst>
                  <a:lin ang="2700000" scaled="1"/>
                </a:gra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23441564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391786873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5574114"/>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555685098"/>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589930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97440631"/>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82819990"/>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7365177"/>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17475141"/>
      </p:ext>
    </p:extLst>
  </p:cSld>
  <p:clrMapOvr>
    <a:masterClrMapping/>
  </p:clrMapOvr>
  <p:transition>
    <p:fade/>
  </p:transition>
  <p:hf sldNum="0" hdr="0" ftr="0" dt="0"/>
  <p:extLst>
    <p:ext uri="{DCECCB84-F9BA-43D5-87BE-67443E8EF086}">
      <p15:sldGuideLst xmlns:p15="http://schemas.microsoft.com/office/powerpoint/2012/main">
        <p15:guide id="1" orient="horz" pos="2304">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073924"/>
      </p:ext>
    </p:extLst>
  </p:cSld>
  <p:clrMapOvr>
    <a:masterClrMapping/>
  </p:clrMapOvr>
  <p:transition>
    <p:fade/>
  </p:transition>
  <p:hf sldNum="0" hdr="0" ftr="0" dt="0"/>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2600106"/>
      </p:ext>
    </p:extLst>
  </p:cSld>
  <p:clrMapOvr>
    <a:masterClrMapping/>
  </p:clrMapOvr>
  <p:transition>
    <p:fade/>
  </p:transition>
  <p:hf sldNum="0" hdr="0" ftr="0" dt="0"/>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4969498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39142756"/>
      </p:ext>
    </p:extLst>
  </p:cSld>
  <p:clrMapOvr>
    <a:masterClrMapping/>
  </p:clrMapOvr>
  <p:transition>
    <p:fade/>
  </p:transition>
  <p:hf sldNum="0" hdr="0" ftr="0" dt="0"/>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73801566"/>
      </p:ext>
    </p:extLst>
  </p:cSld>
  <p:clrMapOvr>
    <a:masterClrMapping/>
  </p:clrMapOvr>
  <p:transition>
    <p:fade/>
  </p:transition>
  <p:hf sldNum="0" hdr="0" ftr="0" dt="0"/>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51817645"/>
      </p:ext>
    </p:extLst>
  </p:cSld>
  <p:clrMapOvr>
    <a:masterClrMapping/>
  </p:clrMapOvr>
  <p:transition>
    <p:fade/>
  </p:transition>
  <p:hf sldNum="0" hdr="0" ftr="0" dt="0"/>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1814582"/>
      </p:ext>
    </p:extLst>
  </p:cSld>
  <p:clrMapOvr>
    <a:masterClrMapping/>
  </p:clrMapOvr>
  <p:transition>
    <p:fade/>
  </p:transition>
  <p:hf sldNum="0" hdr="0" ftr="0" dt="0"/>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39883208"/>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30697819"/>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518299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589744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70956761"/>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771860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68385246"/>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164728"/>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8552606"/>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611022637"/>
      </p:ext>
    </p:extLst>
  </p:cSld>
  <p:clrMapOvr>
    <a:masterClrMapping/>
  </p:clrMapOvr>
  <p:transition>
    <p:fade/>
  </p:transition>
  <p:hf sldNum="0" hdr="0" ftr="0" dt="0"/>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4044684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98037052"/>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7739697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685273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97049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0265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437763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21116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1587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255316"/>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Text Box 3" descr="This is a copyright notice that should be included on the final slide.">
            <a:extLst>
              <a:ext uri="{FF2B5EF4-FFF2-40B4-BE49-F238E27FC236}">
                <a16:creationId xmlns:a16="http://schemas.microsoft.com/office/drawing/2014/main" id="{E477E949-E0D8-4538-8203-867BA736F0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4" name="MS logo white - EMF" descr="Microsoft logo white text version">
            <a:extLst>
              <a:ext uri="{FF2B5EF4-FFF2-40B4-BE49-F238E27FC236}">
                <a16:creationId xmlns:a16="http://schemas.microsoft.com/office/drawing/2014/main" id="{3807006D-60BB-144E-88AB-6D7B739CC6C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660716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21321903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3_4-column">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97E917-311C-BB3D-94F2-AA5130473419}"/>
              </a:ext>
            </a:extLst>
          </p:cNvPr>
          <p:cNvSpPr/>
          <p:nvPr userDrawn="1"/>
        </p:nvSpPr>
        <p:spPr bwMode="auto">
          <a:xfrm>
            <a:off x="534766" y="1532928"/>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062C8756-582A-4F6F-DE9B-CB2F82807E4D}"/>
              </a:ext>
            </a:extLst>
          </p:cNvPr>
          <p:cNvSpPr/>
          <p:nvPr userDrawn="1"/>
        </p:nvSpPr>
        <p:spPr bwMode="auto">
          <a:xfrm>
            <a:off x="2730627" y="3780280"/>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7" name="Rectangle: Rounded Corners 16">
            <a:extLst>
              <a:ext uri="{FF2B5EF4-FFF2-40B4-BE49-F238E27FC236}">
                <a16:creationId xmlns:a16="http://schemas.microsoft.com/office/drawing/2014/main" id="{2A75024A-DC8A-96CC-3E2D-532860231693}"/>
              </a:ext>
            </a:extLst>
          </p:cNvPr>
          <p:cNvSpPr/>
          <p:nvPr userDrawn="1"/>
        </p:nvSpPr>
        <p:spPr bwMode="auto">
          <a:xfrm>
            <a:off x="5333487"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A69F027A-8BBB-CB06-DAC2-355FB811D38C}"/>
              </a:ext>
            </a:extLst>
          </p:cNvPr>
          <p:cNvSpPr/>
          <p:nvPr userDrawn="1"/>
        </p:nvSpPr>
        <p:spPr bwMode="auto">
          <a:xfrm>
            <a:off x="6282037" y="1574897"/>
            <a:ext cx="500081" cy="500081"/>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01CD05F5-37AD-BBE8-73AD-24112FB38B0B}"/>
              </a:ext>
            </a:extLst>
          </p:cNvPr>
          <p:cNvSpPr/>
          <p:nvPr userDrawn="1"/>
        </p:nvSpPr>
        <p:spPr bwMode="auto">
          <a:xfrm>
            <a:off x="9060815"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CEE2DF28-679D-AE21-255B-5E387917616F}"/>
              </a:ext>
            </a:extLst>
          </p:cNvPr>
          <p:cNvSpPr/>
          <p:nvPr userDrawn="1"/>
        </p:nvSpPr>
        <p:spPr bwMode="auto">
          <a:xfrm>
            <a:off x="11234158" y="1646122"/>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774200"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360312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noChangeAspect="1"/>
          </p:cNvSpPr>
          <p:nvPr>
            <p:ph type="pic" sz="quarter" idx="25"/>
          </p:nvPr>
        </p:nvSpPr>
        <p:spPr>
          <a:xfrm>
            <a:off x="64288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noChangeAspect="1"/>
          </p:cNvSpPr>
          <p:nvPr>
            <p:ph type="pic" sz="quarter" idx="26"/>
          </p:nvPr>
        </p:nvSpPr>
        <p:spPr>
          <a:xfrm>
            <a:off x="92609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Tree>
    <p:extLst>
      <p:ext uri="{BB962C8B-B14F-4D97-AF65-F5344CB8AC3E}">
        <p14:creationId xmlns:p14="http://schemas.microsoft.com/office/powerpoint/2010/main" val="3088386221"/>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Stats - 4 stats">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85221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2288059"/>
            <a:ext cx="5273648" cy="2031325"/>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85221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59279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59279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85221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85221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59279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59279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1399764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Topic List">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pic>
        <p:nvPicPr>
          <p:cNvPr id="21" name="Picture 20" descr="Background pattern&#10;&#10;Description automatically generated">
            <a:extLst>
              <a:ext uri="{FF2B5EF4-FFF2-40B4-BE49-F238E27FC236}">
                <a16:creationId xmlns:a16="http://schemas.microsoft.com/office/drawing/2014/main" id="{706E1277-0ECA-DB28-1918-BB1A87D2ABB1}"/>
              </a:ext>
            </a:extLst>
          </p:cNvPr>
          <p:cNvPicPr>
            <a:picLocks noChangeAspect="1"/>
          </p:cNvPicPr>
          <p:nvPr userDrawn="1"/>
        </p:nvPicPr>
        <p:blipFill>
          <a:blip r:embed="rId2"/>
          <a:stretch>
            <a:fillRect/>
          </a:stretch>
        </p:blipFill>
        <p:spPr>
          <a:xfrm>
            <a:off x="3770290" y="585787"/>
            <a:ext cx="7746520" cy="5683249"/>
          </a:xfrm>
          <a:prstGeom prst="roundRect">
            <a:avLst>
              <a:gd name="adj" fmla="val 1791"/>
            </a:avLst>
          </a:prstGeom>
          <a:effectLst>
            <a:outerShdw blurRad="279400" dist="38100" dir="2700000" algn="tl" rotWithShape="0">
              <a:prstClr val="black">
                <a:alpha val="67000"/>
              </a:prstClr>
            </a:outerShdw>
          </a:effectLst>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2629499" cy="5683250"/>
          </a:xfrm>
        </p:spPr>
        <p:txBody>
          <a:bodyPr anchor="ctr">
            <a:noAutofit/>
          </a:bodyPr>
          <a:lstStyle>
            <a:lvl1pPr algn="l">
              <a:defRPr sz="3600">
                <a:gradFill flip="none" rotWithShape="1">
                  <a:gsLst>
                    <a:gs pos="0">
                      <a:schemeClr val="accent2"/>
                    </a:gs>
                    <a:gs pos="100000">
                      <a:schemeClr val="accent3"/>
                    </a:gs>
                  </a:gsLst>
                  <a:lin ang="0" scaled="1"/>
                  <a:tileRect/>
                </a:gradFill>
              </a:defRPr>
            </a:lvl1pPr>
          </a:lstStyle>
          <a:p>
            <a:r>
              <a:rPr lang="en-US"/>
              <a:t>Subheading</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5282311" y="1299377"/>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2">
            <a:extLst>
              <a:ext uri="{FF2B5EF4-FFF2-40B4-BE49-F238E27FC236}">
                <a16:creationId xmlns:a16="http://schemas.microsoft.com/office/drawing/2014/main" id="{3EF51500-7F31-99F7-4E08-706B57C7B9B5}"/>
              </a:ext>
            </a:extLst>
          </p:cNvPr>
          <p:cNvSpPr>
            <a:spLocks noGrp="1"/>
          </p:cNvSpPr>
          <p:nvPr>
            <p:ph type="body" sz="quarter" idx="12"/>
          </p:nvPr>
        </p:nvSpPr>
        <p:spPr>
          <a:xfrm>
            <a:off x="5282311" y="2504069"/>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5" name="Text Placeholder 2">
            <a:extLst>
              <a:ext uri="{FF2B5EF4-FFF2-40B4-BE49-F238E27FC236}">
                <a16:creationId xmlns:a16="http://schemas.microsoft.com/office/drawing/2014/main" id="{7EB930E5-4B0E-6780-ADDA-04A29A46287E}"/>
              </a:ext>
            </a:extLst>
          </p:cNvPr>
          <p:cNvSpPr>
            <a:spLocks noGrp="1"/>
          </p:cNvSpPr>
          <p:nvPr>
            <p:ph type="body" sz="quarter" idx="13"/>
          </p:nvPr>
        </p:nvSpPr>
        <p:spPr>
          <a:xfrm>
            <a:off x="5282311" y="3708761"/>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1C192156-0C90-14D8-779B-222D86A9A401}"/>
              </a:ext>
            </a:extLst>
          </p:cNvPr>
          <p:cNvSpPr>
            <a:spLocks noGrp="1"/>
          </p:cNvSpPr>
          <p:nvPr>
            <p:ph type="body" sz="quarter" idx="14"/>
          </p:nvPr>
        </p:nvSpPr>
        <p:spPr>
          <a:xfrm>
            <a:off x="5282311" y="4913452"/>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02699876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4_4-colum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90868" y="585788"/>
            <a:ext cx="11018520" cy="553998"/>
          </a:xfrm>
        </p:spPr>
        <p:txBody>
          <a:bodyPr>
            <a:spAutoFit/>
          </a:bodyPr>
          <a:lstStyle>
            <a:lvl1pPr algn="ct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3413125" y="4408341"/>
            <a:ext cx="2520950" cy="276999"/>
          </a:xfrm>
        </p:spPr>
        <p:txBody>
          <a:bodyPr/>
          <a:lstStyle>
            <a:lvl1pPr marL="0" indent="0">
              <a:buNone/>
              <a:defRPr sz="1800">
                <a:gradFill>
                  <a:gsLst>
                    <a:gs pos="0">
                      <a:schemeClr val="accent3">
                        <a:lumMod val="20000"/>
                        <a:lumOff val="80000"/>
                      </a:schemeClr>
                    </a:gs>
                    <a:gs pos="100000">
                      <a:schemeClr val="accent1"/>
                    </a:gs>
                  </a:gsLst>
                  <a:lin ang="2400000" scaled="0"/>
                </a:gra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3413125"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6224586" y="4400550"/>
            <a:ext cx="2520950" cy="276999"/>
          </a:xfrm>
        </p:spPr>
        <p:txBody>
          <a:bodyPr/>
          <a:lstStyle>
            <a:lvl1pPr marL="0" indent="0">
              <a:buNone/>
              <a:defRPr lang="en-US" sz="1800" kern="1200" spc="0" baseline="0" dirty="0">
                <a:gradFill>
                  <a:gsLst>
                    <a:gs pos="0">
                      <a:schemeClr val="accent3">
                        <a:lumMod val="20000"/>
                        <a:lumOff val="80000"/>
                      </a:schemeClr>
                    </a:gs>
                    <a:gs pos="100000">
                      <a:schemeClr val="accent1"/>
                    </a:gs>
                  </a:gsLst>
                  <a:lin ang="2400000" scaled="0"/>
                </a:gradFill>
                <a:latin typeface="+mj-lt"/>
                <a:ea typeface="+mn-ea"/>
                <a:cs typeface="Segoe UI" panose="020B0502040204020203" pitchFamily="34" charset="0"/>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6224586"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3585661"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6414586"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0" name="Text Placeholder 26">
            <a:extLst>
              <a:ext uri="{FF2B5EF4-FFF2-40B4-BE49-F238E27FC236}">
                <a16:creationId xmlns:a16="http://schemas.microsoft.com/office/drawing/2014/main" id="{7FC7D6E3-A9CE-DB0E-E5EB-C3DDBCED418F}"/>
              </a:ext>
            </a:extLst>
          </p:cNvPr>
          <p:cNvSpPr>
            <a:spLocks noGrp="1"/>
          </p:cNvSpPr>
          <p:nvPr>
            <p:ph type="body" sz="quarter" idx="25" hasCustomPrompt="1"/>
          </p:nvPr>
        </p:nvSpPr>
        <p:spPr>
          <a:xfrm>
            <a:off x="3413125" y="5132690"/>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
        <p:nvSpPr>
          <p:cNvPr id="21" name="Text Placeholder 26">
            <a:extLst>
              <a:ext uri="{FF2B5EF4-FFF2-40B4-BE49-F238E27FC236}">
                <a16:creationId xmlns:a16="http://schemas.microsoft.com/office/drawing/2014/main" id="{114D687C-73D8-E8BE-AFC9-33A255F5390E}"/>
              </a:ext>
            </a:extLst>
          </p:cNvPr>
          <p:cNvSpPr>
            <a:spLocks noGrp="1"/>
          </p:cNvSpPr>
          <p:nvPr>
            <p:ph type="body" sz="quarter" idx="26" hasCustomPrompt="1"/>
          </p:nvPr>
        </p:nvSpPr>
        <p:spPr>
          <a:xfrm>
            <a:off x="6224586" y="5124899"/>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Tree>
    <p:extLst>
      <p:ext uri="{BB962C8B-B14F-4D97-AF65-F5344CB8AC3E}">
        <p14:creationId xmlns:p14="http://schemas.microsoft.com/office/powerpoint/2010/main" val="3872055066"/>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280736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2_Quote 0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B4F08D4-AD89-F67E-4C53-C6B6A6684C50}"/>
              </a:ext>
            </a:extLst>
          </p:cNvPr>
          <p:cNvSpPr/>
          <p:nvPr userDrawn="1"/>
        </p:nvSpPr>
        <p:spPr bwMode="auto">
          <a:xfrm>
            <a:off x="815830" y="857707"/>
            <a:ext cx="10614355" cy="5142585"/>
          </a:xfrm>
          <a:prstGeom prst="roundRect">
            <a:avLst>
              <a:gd name="adj" fmla="val 2016"/>
            </a:avLst>
          </a:prstGeom>
          <a:solidFill>
            <a:schemeClr val="bg1">
              <a:lumMod val="90000"/>
              <a:lumOff val="10000"/>
              <a:alpha val="62000"/>
            </a:schemeClr>
          </a:solidFill>
          <a:ln w="12700">
            <a:gradFill flip="none" rotWithShape="1">
              <a:gsLst>
                <a:gs pos="0">
                  <a:schemeClr val="accent3">
                    <a:lumMod val="60000"/>
                    <a:lumOff val="40000"/>
                  </a:schemeClr>
                </a:gs>
                <a:gs pos="100000">
                  <a:schemeClr val="accent1"/>
                </a:gs>
              </a:gsLst>
              <a:lin ang="27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5" name="Title 1">
            <a:extLst>
              <a:ext uri="{FF2B5EF4-FFF2-40B4-BE49-F238E27FC236}">
                <a16:creationId xmlns:a16="http://schemas.microsoft.com/office/drawing/2014/main" id="{5772E02E-9408-3A16-2204-9A9ECDD48808}"/>
              </a:ext>
            </a:extLst>
          </p:cNvPr>
          <p:cNvSpPr txBox="1">
            <a:spLocks/>
          </p:cNvSpPr>
          <p:nvPr userDrawn="1"/>
        </p:nvSpPr>
        <p:spPr>
          <a:xfrm>
            <a:off x="377443" y="-248761"/>
            <a:ext cx="9866313" cy="3493264"/>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accent2"/>
                </a:solidFill>
                <a:effectLst/>
                <a:latin typeface="Segoe UI Semibold" panose="020B0702040204020203" pitchFamily="34" charset="0"/>
                <a:ea typeface="+mn-ea"/>
                <a:cs typeface="Segoe UI Semibold" panose="020B0702040204020203" pitchFamily="34" charset="0"/>
              </a:defRPr>
            </a:lvl1pPr>
          </a:lstStyle>
          <a:p>
            <a:r>
              <a:rPr lang="en-US" sz="22700">
                <a:gradFill>
                  <a:gsLst>
                    <a:gs pos="0">
                      <a:srgbClr val="50E6FF"/>
                    </a:gs>
                    <a:gs pos="62000">
                      <a:srgbClr val="D59DFF"/>
                    </a:gs>
                  </a:gsLst>
                  <a:lin ang="2400000" scaled="0"/>
                </a:gradFill>
                <a:effectLst>
                  <a:outerShdw blurRad="50800" dist="38100" dir="2700000" algn="tl" rotWithShape="0">
                    <a:prstClr val="black">
                      <a:alpha val="68000"/>
                    </a:prstClr>
                  </a:outerShdw>
                </a:effectLst>
                <a:latin typeface="Arial Black" panose="020B0A04020102020204" pitchFamily="34" charset="0"/>
              </a:rPr>
              <a:t>”</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3248098" y="4456023"/>
            <a:ext cx="3855502" cy="276999"/>
          </a:xfrm>
        </p:spPr>
        <p:txBody>
          <a:bodyPr/>
          <a:lstStyle>
            <a:lvl1pPr marL="0" indent="0" algn="l">
              <a:spcBef>
                <a:spcPts val="0"/>
              </a:spcBef>
              <a:buNone/>
              <a:defRPr sz="1800">
                <a:gradFill>
                  <a:gsLst>
                    <a:gs pos="0">
                      <a:srgbClr val="50E6FF"/>
                    </a:gs>
                    <a:gs pos="100000">
                      <a:srgbClr val="D59DFF"/>
                    </a:gs>
                  </a:gsLst>
                  <a:lin ang="5400000" scaled="1"/>
                </a:gra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3248098" y="4753602"/>
            <a:ext cx="3855502" cy="430887"/>
          </a:xfrm>
        </p:spPr>
        <p:txBody>
          <a:bodyPr/>
          <a:lstStyle>
            <a:lvl1pPr marL="0" indent="0" algn="l">
              <a:spcBef>
                <a:spcPts val="0"/>
              </a:spcBef>
              <a:buNone/>
              <a:defRPr sz="1400">
                <a:solidFill>
                  <a:schemeClr val="tx1"/>
                </a:solidFill>
                <a:latin typeface="+mn-lt"/>
              </a:defRPr>
            </a:lvl1pPr>
          </a:lstStyle>
          <a:p>
            <a:pPr lvl="0"/>
            <a:r>
              <a:rPr lang="en-US"/>
              <a:t>Job title or another attribute</a:t>
            </a:r>
            <a:br>
              <a:rPr lang="en-US"/>
            </a:br>
            <a:r>
              <a:rPr lang="en-US"/>
              <a:t>Company if applicable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82502" y="2820107"/>
            <a:ext cx="8681012" cy="984885"/>
          </a:xfrm>
        </p:spPr>
        <p:txBody>
          <a:bodyPr anchor="b"/>
          <a:lstStyle>
            <a:lvl1pPr>
              <a:defRPr sz="3200">
                <a:solidFill>
                  <a:schemeClr val="tx1"/>
                </a:solidFill>
              </a:defRPr>
            </a:lvl1pPr>
          </a:lstStyle>
          <a:p>
            <a:r>
              <a:rPr lang="en-US"/>
              <a:t>“Add quote text here Add quote text here Add quote text here Add quote text here”</a:t>
            </a:r>
          </a:p>
        </p:txBody>
      </p:sp>
      <p:sp>
        <p:nvSpPr>
          <p:cNvPr id="4" name="Picture Placeholder 9">
            <a:extLst>
              <a:ext uri="{FF2B5EF4-FFF2-40B4-BE49-F238E27FC236}">
                <a16:creationId xmlns:a16="http://schemas.microsoft.com/office/drawing/2014/main" id="{5626D962-E9CD-6F4C-B97E-76DFFBF4EEB7}"/>
              </a:ext>
            </a:extLst>
          </p:cNvPr>
          <p:cNvSpPr>
            <a:spLocks noGrp="1" noChangeAspect="1"/>
          </p:cNvSpPr>
          <p:nvPr>
            <p:ph type="pic" sz="quarter" idx="14" hasCustomPrompt="1"/>
          </p:nvPr>
        </p:nvSpPr>
        <p:spPr>
          <a:xfrm>
            <a:off x="1929747" y="4296113"/>
            <a:ext cx="999276" cy="997527"/>
          </a:xfrm>
          <a:prstGeom prst="roundRect">
            <a:avLst/>
          </a:prstGeom>
          <a:solidFill>
            <a:schemeClr val="bg1"/>
          </a:solidFill>
        </p:spPr>
        <p:txBody>
          <a:bodyPr>
            <a:noAutofit/>
          </a:bodyPr>
          <a:lstStyle>
            <a:lvl1pPr marL="0" indent="0" algn="ctr">
              <a:buNone/>
              <a:defRPr sz="1050">
                <a:solidFill>
                  <a:schemeClr val="tx1"/>
                </a:solidFill>
                <a:latin typeface="+mj-lt"/>
              </a:defRPr>
            </a:lvl1pPr>
          </a:lstStyle>
          <a:p>
            <a:r>
              <a:rPr lang="en-CA"/>
              <a:t>Click to insert picture</a:t>
            </a:r>
          </a:p>
        </p:txBody>
      </p:sp>
    </p:spTree>
    <p:extLst>
      <p:ext uri="{BB962C8B-B14F-4D97-AF65-F5344CB8AC3E}">
        <p14:creationId xmlns:p14="http://schemas.microsoft.com/office/powerpoint/2010/main" val="273018828"/>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1_Topic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3637" cy="5683250"/>
          </a:xfrm>
        </p:spPr>
        <p:txBody>
          <a:bodyPr anchor="ctr">
            <a:noAutofit/>
          </a:bodyPr>
          <a:lstStyle>
            <a:lvl1pPr algn="l">
              <a:defRPr sz="3600">
                <a:gradFill flip="none" rotWithShape="1">
                  <a:gsLst>
                    <a:gs pos="0">
                      <a:schemeClr val="accent3">
                        <a:lumMod val="40000"/>
                        <a:lumOff val="60000"/>
                      </a:schemeClr>
                    </a:gs>
                    <a:gs pos="100000">
                      <a:schemeClr val="accent1"/>
                    </a:gs>
                  </a:gsLst>
                  <a:lin ang="0" scaled="1"/>
                  <a:tileRect/>
                </a:gradFill>
              </a:defRPr>
            </a:lvl1pPr>
          </a:lstStyle>
          <a:p>
            <a:r>
              <a:rPr lang="en-US"/>
              <a:t>Subheading</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6964017" y="1621962"/>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2">
            <a:extLst>
              <a:ext uri="{FF2B5EF4-FFF2-40B4-BE49-F238E27FC236}">
                <a16:creationId xmlns:a16="http://schemas.microsoft.com/office/drawing/2014/main" id="{3EF51500-7F31-99F7-4E08-706B57C7B9B5}"/>
              </a:ext>
            </a:extLst>
          </p:cNvPr>
          <p:cNvSpPr>
            <a:spLocks noGrp="1"/>
          </p:cNvSpPr>
          <p:nvPr>
            <p:ph type="body" sz="quarter" idx="12"/>
          </p:nvPr>
        </p:nvSpPr>
        <p:spPr>
          <a:xfrm>
            <a:off x="6964017" y="3106415"/>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1C192156-0C90-14D8-779B-222D86A9A401}"/>
              </a:ext>
            </a:extLst>
          </p:cNvPr>
          <p:cNvSpPr>
            <a:spLocks noGrp="1"/>
          </p:cNvSpPr>
          <p:nvPr>
            <p:ph type="body" sz="quarter" idx="14"/>
          </p:nvPr>
        </p:nvSpPr>
        <p:spPr>
          <a:xfrm>
            <a:off x="6964017" y="4522513"/>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26613370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82952"/>
            <a:ext cx="9144000" cy="553998"/>
          </a:xfrm>
          <a:noFill/>
        </p:spPr>
        <p:txBody>
          <a:bodyPr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83253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8954"/>
            <a:ext cx="5271593" cy="1107996"/>
          </a:xfrm>
          <a:noFill/>
        </p:spPr>
        <p:txBody>
          <a:bodyPr wrap="square"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575301"/>
            <a:ext cx="5344261"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D91670EB-60AE-453D-9BE5-98C5EC262A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12582" y="1648100"/>
            <a:ext cx="6278047" cy="3965511"/>
          </a:xfrm>
          <a:prstGeom prst="rect">
            <a:avLst/>
          </a:prstGeom>
        </p:spPr>
      </p:pic>
    </p:spTree>
    <p:extLst>
      <p:ext uri="{BB962C8B-B14F-4D97-AF65-F5344CB8AC3E}">
        <p14:creationId xmlns:p14="http://schemas.microsoft.com/office/powerpoint/2010/main" val="405108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a:xfrm>
            <a:off x="588264" y="2886726"/>
            <a:ext cx="3720772" cy="872474"/>
          </a:xfrm>
        </p:spPr>
        <p:txBody>
          <a:bodyPr/>
          <a:lstStyle>
            <a:lvl1pPr algn="l">
              <a:defRPr lang="en-US" sz="3200" b="1" kern="1200" cap="none" spc="-50" baseline="0">
                <a:ln w="3175">
                  <a:noFill/>
                </a:ln>
                <a:gradFill>
                  <a:gsLst>
                    <a:gs pos="0">
                      <a:srgbClr val="50E6FF"/>
                    </a:gs>
                    <a:gs pos="100000">
                      <a:srgbClr val="0078D4"/>
                    </a:gs>
                  </a:gsLst>
                  <a:lin ang="2700000" scaled="1"/>
                </a:gradFill>
                <a:effectLst/>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2" name="Text Placeholder 16">
            <a:extLst>
              <a:ext uri="{FF2B5EF4-FFF2-40B4-BE49-F238E27FC236}">
                <a16:creationId xmlns:a16="http://schemas.microsoft.com/office/drawing/2014/main" id="{AFB395A3-F329-7F43-8109-3016CAA1A145}"/>
              </a:ext>
            </a:extLst>
          </p:cNvPr>
          <p:cNvSpPr>
            <a:spLocks noGrp="1"/>
          </p:cNvSpPr>
          <p:nvPr>
            <p:ph type="body" sz="quarter" idx="21"/>
          </p:nvPr>
        </p:nvSpPr>
        <p:spPr>
          <a:xfrm>
            <a:off x="7425644" y="940440"/>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3" name="Text Placeholder 16">
            <a:extLst>
              <a:ext uri="{FF2B5EF4-FFF2-40B4-BE49-F238E27FC236}">
                <a16:creationId xmlns:a16="http://schemas.microsoft.com/office/drawing/2014/main" id="{1DDAB25F-31CA-A664-667A-6E4EDE149B3A}"/>
              </a:ext>
            </a:extLst>
          </p:cNvPr>
          <p:cNvSpPr>
            <a:spLocks noGrp="1"/>
          </p:cNvSpPr>
          <p:nvPr>
            <p:ph type="body" sz="quarter" idx="22"/>
          </p:nvPr>
        </p:nvSpPr>
        <p:spPr>
          <a:xfrm>
            <a:off x="7425644" y="2428765"/>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4" name="Text Placeholder 16">
            <a:extLst>
              <a:ext uri="{FF2B5EF4-FFF2-40B4-BE49-F238E27FC236}">
                <a16:creationId xmlns:a16="http://schemas.microsoft.com/office/drawing/2014/main" id="{A2F95923-9084-939A-C2FB-70DBC7908BFB}"/>
              </a:ext>
            </a:extLst>
          </p:cNvPr>
          <p:cNvSpPr>
            <a:spLocks noGrp="1"/>
          </p:cNvSpPr>
          <p:nvPr>
            <p:ph type="body" sz="quarter" idx="23"/>
          </p:nvPr>
        </p:nvSpPr>
        <p:spPr>
          <a:xfrm>
            <a:off x="7425644" y="3898441"/>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5" name="Text Placeholder 16">
            <a:extLst>
              <a:ext uri="{FF2B5EF4-FFF2-40B4-BE49-F238E27FC236}">
                <a16:creationId xmlns:a16="http://schemas.microsoft.com/office/drawing/2014/main" id="{9FCA6A62-292B-33D3-2473-67D03C349715}"/>
              </a:ext>
            </a:extLst>
          </p:cNvPr>
          <p:cNvSpPr>
            <a:spLocks noGrp="1"/>
          </p:cNvSpPr>
          <p:nvPr>
            <p:ph type="body" sz="quarter" idx="24"/>
          </p:nvPr>
        </p:nvSpPr>
        <p:spPr>
          <a:xfrm>
            <a:off x="7425644" y="5345874"/>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28404984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59F0-CB7A-EFE1-11B0-AC2110CECD32}"/>
              </a:ext>
            </a:extLst>
          </p:cNvPr>
          <p:cNvSpPr>
            <a:spLocks noGrp="1"/>
          </p:cNvSpPr>
          <p:nvPr>
            <p:ph type="title"/>
          </p:nvPr>
        </p:nvSpPr>
        <p:spPr>
          <a:xfrm>
            <a:off x="745067" y="2627471"/>
            <a:ext cx="4554902"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408600710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63529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3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13258708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8"/>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7013" indent="-227013">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185025" y="1436688"/>
            <a:ext cx="4424363"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75" indent="-231775">
              <a:spcBef>
                <a:spcPts val="600"/>
              </a:spcBef>
              <a:spcAft>
                <a:spcPts val="0"/>
              </a:spcAft>
              <a:buFont typeface="+mj-lt"/>
              <a:buAutoNum type="arabicPeriod"/>
              <a:defRPr sz="1400"/>
            </a:lvl2pPr>
            <a:lvl3pPr marL="398463" indent="-168275">
              <a:spcBef>
                <a:spcPts val="0"/>
              </a:spcBef>
              <a:buFont typeface="Arial" panose="020B0604020202020204" pitchFamily="34" charset="0"/>
              <a:buChar char="•"/>
              <a:defRPr sz="1200"/>
            </a:lvl3pPr>
            <a:lvl4pPr marL="171450" indent="-171450">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67000">
                <a:srgbClr val="9BF00B"/>
              </a:gs>
              <a:gs pos="0">
                <a:srgbClr val="FEF000"/>
              </a:gs>
            </a:gsLst>
            <a:lin ang="0" scaled="1"/>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kumimoji="0" lang="en-US" sz="1050" b="0" i="0" u="none" strike="noStrike" cap="none" spc="300" normalizeH="0" dirty="0" smtClean="0">
                <a:ln>
                  <a:noFill/>
                </a:ln>
                <a:solidFill>
                  <a:schemeClr val="bg1"/>
                </a:solidFill>
                <a:effectLst/>
                <a:uLnTx/>
                <a:uFillTx/>
                <a:latin typeface="+mj-lt"/>
                <a:ea typeface="Segoe UI" pitchFamily="34" charset="0"/>
                <a:cs typeface="Segoe UI" pitchFamily="34" charset="0"/>
              </a:defRPr>
            </a:lvl1pPr>
          </a:lstStyle>
          <a:p>
            <a:pPr lvl="0" algn="ctr" defTabSz="932472" fontAlgn="base">
              <a:spcBef>
                <a:spcPct val="0"/>
              </a:spcBef>
              <a:spcAft>
                <a:spcPct val="0"/>
              </a:spcAft>
              <a:buSzTx/>
              <a:buFontTx/>
            </a:pPr>
            <a:r>
              <a:rPr lang="en-US"/>
              <a:t>Click</a:t>
            </a:r>
          </a:p>
        </p:txBody>
      </p:sp>
      <p:sp>
        <p:nvSpPr>
          <p:cNvPr id="3" name="Title 2">
            <a:extLst>
              <a:ext uri="{FF2B5EF4-FFF2-40B4-BE49-F238E27FC236}">
                <a16:creationId xmlns:a16="http://schemas.microsoft.com/office/drawing/2014/main" id="{45DE5E1E-E5FB-43C8-AA70-F8341E35BDB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81555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8"/>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7013" indent="-227013">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837488" y="1436688"/>
            <a:ext cx="3771900"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75" indent="-231775">
              <a:spcBef>
                <a:spcPts val="600"/>
              </a:spcBef>
              <a:spcAft>
                <a:spcPts val="0"/>
              </a:spcAft>
              <a:buFont typeface="+mj-lt"/>
              <a:buAutoNum type="arabicPeriod"/>
              <a:defRPr sz="1600"/>
            </a:lvl2pPr>
            <a:lvl3pPr marL="398463" indent="-168275">
              <a:spcBef>
                <a:spcPts val="0"/>
              </a:spcBef>
              <a:buFont typeface="Arial" panose="020B0604020202020204" pitchFamily="34" charset="0"/>
              <a:buChar char="•"/>
              <a:defRPr sz="1200"/>
            </a:lvl3pPr>
            <a:lvl4pPr marL="171450" indent="-171450">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100000">
                <a:srgbClr val="FFB900"/>
              </a:gs>
              <a:gs pos="0">
                <a:srgbClr val="FF9349"/>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Click</a:t>
            </a:r>
          </a:p>
        </p:txBody>
      </p:sp>
      <p:sp>
        <p:nvSpPr>
          <p:cNvPr id="9" name="AUTOMATION" descr="AUTOMATION&#10;">
            <a:extLst>
              <a:ext uri="{FF2B5EF4-FFF2-40B4-BE49-F238E27FC236}">
                <a16:creationId xmlns:a16="http://schemas.microsoft.com/office/drawing/2014/main" id="{B07F33C5-7405-111B-4024-F1BDC6126BB0}"/>
              </a:ext>
            </a:extLst>
          </p:cNvPr>
          <p:cNvSpPr>
            <a:spLocks noGrp="1"/>
          </p:cNvSpPr>
          <p:nvPr>
            <p:ph type="body" sz="quarter" idx="13"/>
          </p:nvPr>
        </p:nvSpPr>
        <p:spPr>
          <a:xfrm>
            <a:off x="9388601" y="652224"/>
            <a:ext cx="2212087" cy="297419"/>
          </a:xfrm>
          <a:prstGeom prst="roundRect">
            <a:avLst>
              <a:gd name="adj" fmla="val 50000"/>
            </a:avLst>
          </a:prstGeom>
          <a:gradFill>
            <a:gsLst>
              <a:gs pos="100000">
                <a:schemeClr val="accent1"/>
              </a:gs>
              <a:gs pos="0">
                <a:srgbClr val="0078D4"/>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Click</a:t>
            </a:r>
          </a:p>
        </p:txBody>
      </p:sp>
    </p:spTree>
    <p:extLst>
      <p:ext uri="{BB962C8B-B14F-4D97-AF65-F5344CB8AC3E}">
        <p14:creationId xmlns:p14="http://schemas.microsoft.com/office/powerpoint/2010/main" val="15351847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14" name="Rounded Rectangle 1">
            <a:extLst>
              <a:ext uri="{FF2B5EF4-FFF2-40B4-BE49-F238E27FC236}">
                <a16:creationId xmlns:a16="http://schemas.microsoft.com/office/drawing/2014/main" id="{94EDD22D-53C4-5B0E-3BFF-8785B9BA7013}"/>
              </a:ext>
              <a:ext uri="{C183D7F6-B498-43B3-948B-1728B52AA6E4}">
                <adec:decorative xmlns:adec="http://schemas.microsoft.com/office/drawing/2017/decorative" val="1"/>
              </a:ext>
            </a:extLst>
          </p:cNvPr>
          <p:cNvSpPr/>
          <p:nvPr userDrawn="1"/>
        </p:nvSpPr>
        <p:spPr bwMode="auto">
          <a:xfrm>
            <a:off x="0" y="-1"/>
            <a:ext cx="12192000" cy="6858001"/>
          </a:xfrm>
          <a:prstGeom prst="roundRect">
            <a:avLst>
              <a:gd name="adj" fmla="val 0"/>
            </a:avLst>
          </a:prstGeom>
          <a:blipFill dpi="0" rotWithShape="1">
            <a:blip>
              <a:alphaModFix amt="20000"/>
              <a:extLst>
                <a:ext uri="{96DAC541-7B7A-43D3-8B79-37D633B846F1}">
                  <asvg:svgBlip xmlns:asvg="http://schemas.microsoft.com/office/drawing/2016/SVG/main" r:embed="rId2"/>
                </a:ext>
              </a:extLst>
            </a:blip>
            <a:srcRect/>
            <a:tile tx="0" ty="0" sx="90000" sy="9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Top Corners Rounded 14">
            <a:extLst>
              <a:ext uri="{FF2B5EF4-FFF2-40B4-BE49-F238E27FC236}">
                <a16:creationId xmlns:a16="http://schemas.microsoft.com/office/drawing/2014/main" id="{CABA273B-81D4-C66C-747D-DA93C5FF6584}"/>
              </a:ext>
              <a:ext uri="{C183D7F6-B498-43B3-948B-1728B52AA6E4}">
                <adec:decorative xmlns:adec="http://schemas.microsoft.com/office/drawing/2017/decorative" val="1"/>
              </a:ext>
            </a:extLst>
          </p:cNvPr>
          <p:cNvSpPr/>
          <p:nvPr userDrawn="1"/>
        </p:nvSpPr>
        <p:spPr bwMode="auto">
          <a:xfrm>
            <a:off x="-151001" y="-1"/>
            <a:ext cx="12188952" cy="6858000"/>
          </a:xfrm>
          <a:prstGeom prst="rect">
            <a:avLst/>
          </a:prstGeom>
          <a:solidFill>
            <a:srgbClr val="091F2C"/>
          </a:solidFill>
          <a:ln w="12700" cap="flat" cmpd="sng" algn="ctr">
            <a:noFill/>
            <a:prstDash val="solid"/>
            <a:headEnd type="none" w="med" len="med"/>
            <a:tailEnd type="none" w="med" len="med"/>
          </a:ln>
          <a:effectLst>
            <a:outerShdw blurRad="76200" dist="63500" dir="16200000" sx="99000" sy="99000" rotWithShape="0">
              <a:srgbClr val="000000">
                <a:alpha val="50000"/>
              </a:srgbClr>
            </a:outerShdw>
          </a:effectLst>
          <a:scene3d>
            <a:camera prst="perspectiveRight" fov="2700000">
              <a:rot lat="0" lon="21594000" rev="0"/>
            </a:camera>
            <a:lightRig rig="flat" dir="t"/>
          </a:scene3d>
          <a:sp3d>
            <a:bevelT w="0" h="38100"/>
            <a:bevelB w="0" h="0"/>
            <a:contourClr>
              <a:srgbClr val="000000"/>
            </a:contourClr>
          </a:sp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1"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3"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6"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Tree>
    <p:extLst>
      <p:ext uri="{BB962C8B-B14F-4D97-AF65-F5344CB8AC3E}">
        <p14:creationId xmlns:p14="http://schemas.microsoft.com/office/powerpoint/2010/main" val="2968846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20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2" y="2667000"/>
            <a:ext cx="4593337" cy="1185333"/>
          </a:xfrm>
        </p:spPr>
        <p:txBody>
          <a:bodyPr/>
          <a:lstStyle>
            <a:lvl1pPr algn="l">
              <a:defRPr/>
            </a:lvl1pPr>
          </a:lstStyle>
          <a:p>
            <a:r>
              <a:rPr lang="en-US"/>
              <a:t>Click to edit Master title style</a:t>
            </a: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Tree>
    <p:extLst>
      <p:ext uri="{BB962C8B-B14F-4D97-AF65-F5344CB8AC3E}">
        <p14:creationId xmlns:p14="http://schemas.microsoft.com/office/powerpoint/2010/main" val="38815734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8595585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8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82957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8" name="Text Placeholder 5">
            <a:extLst>
              <a:ext uri="{FF2B5EF4-FFF2-40B4-BE49-F238E27FC236}">
                <a16:creationId xmlns:a16="http://schemas.microsoft.com/office/drawing/2014/main" id="{85E8476A-0CDF-EF95-ACB2-CD2278F4DCF8}"/>
              </a:ext>
            </a:extLst>
          </p:cNvPr>
          <p:cNvSpPr>
            <a:spLocks noGrp="1"/>
          </p:cNvSpPr>
          <p:nvPr>
            <p:ph type="body" sz="quarter" idx="18"/>
          </p:nvPr>
        </p:nvSpPr>
        <p:spPr>
          <a:xfrm>
            <a:off x="1104265" y="3320578"/>
            <a:ext cx="1796590" cy="1431161"/>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9" name="Text Placeholder 5">
            <a:extLst>
              <a:ext uri="{FF2B5EF4-FFF2-40B4-BE49-F238E27FC236}">
                <a16:creationId xmlns:a16="http://schemas.microsoft.com/office/drawing/2014/main" id="{4E718DB4-156F-40E4-0B8A-54D04C5C6EB3}"/>
              </a:ext>
            </a:extLst>
          </p:cNvPr>
          <p:cNvSpPr>
            <a:spLocks noGrp="1"/>
          </p:cNvSpPr>
          <p:nvPr>
            <p:ph type="body" sz="quarter" idx="19"/>
          </p:nvPr>
        </p:nvSpPr>
        <p:spPr>
          <a:xfrm>
            <a:off x="4110268" y="3320578"/>
            <a:ext cx="1796590" cy="1461939"/>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6819462" y="2051872"/>
            <a:ext cx="4377716" cy="692497"/>
          </a:xfrm>
        </p:spPr>
        <p:txBody>
          <a:bodyPr/>
          <a:lstStyle>
            <a:lvl1pPr algn="l">
              <a:spcBef>
                <a:spcPts val="600"/>
              </a:spcBef>
              <a:spcAft>
                <a:spcPts val="600"/>
              </a:spcAft>
              <a:defRPr lang="en-US" sz="2000" kern="1200" spc="0" baseline="0" dirty="0" smtClean="0">
                <a:solidFill>
                  <a:schemeClr val="tx1"/>
                </a:solidFill>
                <a:latin typeface="+mn-lt"/>
                <a:ea typeface="+mn-ea"/>
                <a:cs typeface="Segoe UI Light" panose="020B0502040204020203" pitchFamily="34" charset="0"/>
              </a:defRPr>
            </a:lvl1pPr>
            <a:lvl2pPr algn="l">
              <a:spcBef>
                <a:spcPts val="0"/>
              </a:spcBef>
              <a:defRPr sz="20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04988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2050B4F7-98B5-FA97-659F-3232A62B7771}"/>
              </a:ext>
            </a:extLst>
          </p:cNvPr>
          <p:cNvSpPr>
            <a:spLocks noGrp="1"/>
          </p:cNvSpPr>
          <p:nvPr>
            <p:ph type="body" sz="quarter" idx="10"/>
          </p:nvPr>
        </p:nvSpPr>
        <p:spPr>
          <a:xfrm>
            <a:off x="564032"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0" name="Text Placeholder 11">
            <a:extLst>
              <a:ext uri="{FF2B5EF4-FFF2-40B4-BE49-F238E27FC236}">
                <a16:creationId xmlns:a16="http://schemas.microsoft.com/office/drawing/2014/main" id="{110D064E-4467-2864-63B3-DAB2CBEB80D6}"/>
              </a:ext>
            </a:extLst>
          </p:cNvPr>
          <p:cNvSpPr>
            <a:spLocks noGrp="1"/>
          </p:cNvSpPr>
          <p:nvPr>
            <p:ph type="body" sz="quarter" idx="18"/>
          </p:nvPr>
        </p:nvSpPr>
        <p:spPr>
          <a:xfrm>
            <a:off x="2746470"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1" name="Text Placeholder 11">
            <a:extLst>
              <a:ext uri="{FF2B5EF4-FFF2-40B4-BE49-F238E27FC236}">
                <a16:creationId xmlns:a16="http://schemas.microsoft.com/office/drawing/2014/main" id="{A325F300-2128-61DD-1DCF-36523C961111}"/>
              </a:ext>
            </a:extLst>
          </p:cNvPr>
          <p:cNvSpPr>
            <a:spLocks noGrp="1"/>
          </p:cNvSpPr>
          <p:nvPr>
            <p:ph type="body" sz="quarter" idx="19"/>
          </p:nvPr>
        </p:nvSpPr>
        <p:spPr>
          <a:xfrm>
            <a:off x="4991538"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2" name="Text Placeholder 11">
            <a:extLst>
              <a:ext uri="{FF2B5EF4-FFF2-40B4-BE49-F238E27FC236}">
                <a16:creationId xmlns:a16="http://schemas.microsoft.com/office/drawing/2014/main" id="{5AFA632C-E293-EE49-CCC1-B866576F1FE5}"/>
              </a:ext>
            </a:extLst>
          </p:cNvPr>
          <p:cNvSpPr>
            <a:spLocks noGrp="1"/>
          </p:cNvSpPr>
          <p:nvPr>
            <p:ph type="body" sz="quarter" idx="20"/>
          </p:nvPr>
        </p:nvSpPr>
        <p:spPr>
          <a:xfrm>
            <a:off x="7185025"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3" name="Text Placeholder 11">
            <a:extLst>
              <a:ext uri="{FF2B5EF4-FFF2-40B4-BE49-F238E27FC236}">
                <a16:creationId xmlns:a16="http://schemas.microsoft.com/office/drawing/2014/main" id="{06C1CFEA-5A60-5E02-DA12-C41FEF5EF19B}"/>
              </a:ext>
            </a:extLst>
          </p:cNvPr>
          <p:cNvSpPr>
            <a:spLocks noGrp="1"/>
          </p:cNvSpPr>
          <p:nvPr>
            <p:ph type="body" sz="quarter" idx="21"/>
          </p:nvPr>
        </p:nvSpPr>
        <p:spPr>
          <a:xfrm>
            <a:off x="9378512"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4" name="Text Placeholder 11">
            <a:extLst>
              <a:ext uri="{FF2B5EF4-FFF2-40B4-BE49-F238E27FC236}">
                <a16:creationId xmlns:a16="http://schemas.microsoft.com/office/drawing/2014/main" id="{BB1702A7-ABE8-21E4-9089-E1DECA62C150}"/>
              </a:ext>
            </a:extLst>
          </p:cNvPr>
          <p:cNvSpPr>
            <a:spLocks noGrp="1"/>
          </p:cNvSpPr>
          <p:nvPr>
            <p:ph type="body" sz="quarter" idx="22"/>
          </p:nvPr>
        </p:nvSpPr>
        <p:spPr>
          <a:xfrm>
            <a:off x="4550345" y="4308745"/>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5" name="Text Placeholder 11">
            <a:extLst>
              <a:ext uri="{FF2B5EF4-FFF2-40B4-BE49-F238E27FC236}">
                <a16:creationId xmlns:a16="http://schemas.microsoft.com/office/drawing/2014/main" id="{C553FCC1-75A2-80FF-E7B2-BED43188E39F}"/>
              </a:ext>
            </a:extLst>
          </p:cNvPr>
          <p:cNvSpPr>
            <a:spLocks noGrp="1"/>
          </p:cNvSpPr>
          <p:nvPr>
            <p:ph type="body" sz="quarter" idx="23"/>
          </p:nvPr>
        </p:nvSpPr>
        <p:spPr>
          <a:xfrm>
            <a:off x="4550345" y="4759092"/>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6" name="Text Placeholder 11">
            <a:extLst>
              <a:ext uri="{FF2B5EF4-FFF2-40B4-BE49-F238E27FC236}">
                <a16:creationId xmlns:a16="http://schemas.microsoft.com/office/drawing/2014/main" id="{6F416C17-143D-1A7D-FED5-2C754B084B71}"/>
              </a:ext>
            </a:extLst>
          </p:cNvPr>
          <p:cNvSpPr>
            <a:spLocks noGrp="1"/>
          </p:cNvSpPr>
          <p:nvPr>
            <p:ph type="body" sz="quarter" idx="24"/>
          </p:nvPr>
        </p:nvSpPr>
        <p:spPr>
          <a:xfrm>
            <a:off x="3022582" y="5650109"/>
            <a:ext cx="6146835" cy="215444"/>
          </a:xfrm>
        </p:spPr>
        <p:txBody>
          <a:bodyPr>
            <a:noAutofit/>
          </a:bodyPr>
          <a:lstStyle>
            <a:lvl1pPr algn="ctr">
              <a:defRPr lang="en-US" sz="14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Tree>
    <p:extLst>
      <p:ext uri="{BB962C8B-B14F-4D97-AF65-F5344CB8AC3E}">
        <p14:creationId xmlns:p14="http://schemas.microsoft.com/office/powerpoint/2010/main" val="1298065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par>
                                <p:cTn id="8" presetID="64" presetClass="path" presetSubtype="0" decel="100000" fill="hold" grpId="1" nodeType="withEffect">
                                  <p:stCondLst>
                                    <p:cond delay="0"/>
                                  </p:stCondLst>
                                  <p:childTnLst>
                                    <p:animMotion origin="layout" path="M 3.95833E-6 0.0787 L 3.95833E-6 -7.40741E-7 " pathEditMode="relative" rAng="0" ptsTypes="AA">
                                      <p:cBhvr>
                                        <p:cTn id="9" dur="700" fill="hold"/>
                                        <p:tgtEl>
                                          <p:spTgt spid="12">
                                            <p:txEl>
                                              <p:pRg st="0" end="0"/>
                                            </p:txEl>
                                          </p:spTgt>
                                        </p:tgtEl>
                                        <p:attrNameLst>
                                          <p:attrName>ppt_x</p:attrName>
                                          <p:attrName>ppt_y</p:attrName>
                                        </p:attrNameLst>
                                      </p:cBhvr>
                                      <p:rCtr x="0" y="-3935"/>
                                    </p:animMotion>
                                  </p:childTnLst>
                                </p:cTn>
                              </p:par>
                              <p:par>
                                <p:cTn id="10" presetID="10"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50"/>
                                        <p:tgtEl>
                                          <p:spTgt spid="20">
                                            <p:txEl>
                                              <p:pRg st="0" end="0"/>
                                            </p:txEl>
                                          </p:spTgt>
                                        </p:tgtEl>
                                      </p:cBhvr>
                                    </p:animEffect>
                                  </p:childTnLst>
                                </p:cTn>
                              </p:par>
                              <p:par>
                                <p:cTn id="13" presetID="64" presetClass="path" presetSubtype="0" decel="100000" fill="hold" grpId="1" nodeType="withEffect">
                                  <p:stCondLst>
                                    <p:cond delay="0"/>
                                  </p:stCondLst>
                                  <p:childTnLst>
                                    <p:animMotion origin="layout" path="M 3.95833E-6 0.0787 L 3.95833E-6 -7.40741E-7 " pathEditMode="relative" rAng="0" ptsTypes="AA">
                                      <p:cBhvr>
                                        <p:cTn id="14" dur="700" fill="hold"/>
                                        <p:tgtEl>
                                          <p:spTgt spid="20">
                                            <p:txEl>
                                              <p:pRg st="0" end="0"/>
                                            </p:txEl>
                                          </p:spTgt>
                                        </p:tgtEl>
                                        <p:attrNameLst>
                                          <p:attrName>ppt_x</p:attrName>
                                          <p:attrName>ppt_y</p:attrName>
                                        </p:attrNameLst>
                                      </p:cBhvr>
                                      <p:rCtr x="0" y="-3935"/>
                                    </p:animMotion>
                                  </p:childTnLst>
                                </p:cTn>
                              </p:par>
                              <p:par>
                                <p:cTn id="15" presetID="10" presetClass="entr" presetSubtype="0" fill="hold" grpId="0" nodeType="withEffect">
                                  <p:stCondLst>
                                    <p:cond delay="0"/>
                                  </p:stCondLst>
                                  <p:childTnLst>
                                    <p:set>
                                      <p:cBhvr>
                                        <p:cTn id="16" dur="1" fill="hold">
                                          <p:stCondLst>
                                            <p:cond delay="0"/>
                                          </p:stCondLst>
                                        </p:cTn>
                                        <p:tgtEl>
                                          <p:spTgt spid="21">
                                            <p:txEl>
                                              <p:pRg st="0" end="0"/>
                                            </p:txEl>
                                          </p:spTgt>
                                        </p:tgtEl>
                                        <p:attrNameLst>
                                          <p:attrName>style.visibility</p:attrName>
                                        </p:attrNameLst>
                                      </p:cBhvr>
                                      <p:to>
                                        <p:strVal val="visible"/>
                                      </p:to>
                                    </p:set>
                                    <p:animEffect transition="in" filter="fade">
                                      <p:cBhvr>
                                        <p:cTn id="17" dur="250"/>
                                        <p:tgtEl>
                                          <p:spTgt spid="21">
                                            <p:txEl>
                                              <p:pRg st="0" end="0"/>
                                            </p:txEl>
                                          </p:spTgt>
                                        </p:tgtEl>
                                      </p:cBhvr>
                                    </p:animEffect>
                                  </p:childTnLst>
                                </p:cTn>
                              </p:par>
                              <p:par>
                                <p:cTn id="18" presetID="64" presetClass="path" presetSubtype="0" decel="100000" fill="hold" grpId="1" nodeType="withEffect">
                                  <p:stCondLst>
                                    <p:cond delay="0"/>
                                  </p:stCondLst>
                                  <p:childTnLst>
                                    <p:animMotion origin="layout" path="M 2.91667E-6 0.07871 L 2.91667E-6 -2.59259E-6 " pathEditMode="relative" rAng="0" ptsTypes="AA">
                                      <p:cBhvr>
                                        <p:cTn id="19" dur="700" fill="hold"/>
                                        <p:tgtEl>
                                          <p:spTgt spid="21">
                                            <p:txEl>
                                              <p:pRg st="0" end="0"/>
                                            </p:txEl>
                                          </p:spTgt>
                                        </p:tgtEl>
                                        <p:attrNameLst>
                                          <p:attrName>ppt_x</p:attrName>
                                          <p:attrName>ppt_y</p:attrName>
                                        </p:attrNameLst>
                                      </p:cBhvr>
                                      <p:rCtr x="0" y="-3935"/>
                                    </p:animMotion>
                                  </p:childTnLst>
                                </p:cTn>
                              </p:par>
                              <p:par>
                                <p:cTn id="20" presetID="10" presetClass="entr" presetSubtype="0" fill="hold" grpId="0" nodeType="with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250"/>
                                        <p:tgtEl>
                                          <p:spTgt spid="22">
                                            <p:txEl>
                                              <p:pRg st="0" end="0"/>
                                            </p:txEl>
                                          </p:spTgt>
                                        </p:tgtEl>
                                      </p:cBhvr>
                                    </p:animEffect>
                                  </p:childTnLst>
                                </p:cTn>
                              </p:par>
                              <p:par>
                                <p:cTn id="23" presetID="64" presetClass="path" presetSubtype="0" decel="100000" fill="hold" grpId="1" nodeType="withEffect">
                                  <p:stCondLst>
                                    <p:cond delay="0"/>
                                  </p:stCondLst>
                                  <p:childTnLst>
                                    <p:animMotion origin="layout" path="M 2.91667E-6 0.07871 L 2.91667E-6 -2.59259E-6 " pathEditMode="relative" rAng="0" ptsTypes="AA">
                                      <p:cBhvr>
                                        <p:cTn id="24" dur="700" fill="hold"/>
                                        <p:tgtEl>
                                          <p:spTgt spid="22">
                                            <p:txEl>
                                              <p:pRg st="0" end="0"/>
                                            </p:txEl>
                                          </p:spTgt>
                                        </p:tgtEl>
                                        <p:attrNameLst>
                                          <p:attrName>ppt_x</p:attrName>
                                          <p:attrName>ppt_y</p:attrName>
                                        </p:attrNameLst>
                                      </p:cBhvr>
                                      <p:rCtr x="0" y="-3935"/>
                                    </p:animMotion>
                                  </p:childTnLst>
                                </p:cTn>
                              </p:par>
                              <p:par>
                                <p:cTn id="25" presetID="10" presetClass="entr" presetSubtype="0" fill="hold" grpId="0" nodeType="with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fade">
                                      <p:cBhvr>
                                        <p:cTn id="27" dur="250"/>
                                        <p:tgtEl>
                                          <p:spTgt spid="23">
                                            <p:txEl>
                                              <p:pRg st="0" end="0"/>
                                            </p:txEl>
                                          </p:spTgt>
                                        </p:tgtEl>
                                      </p:cBhvr>
                                    </p:animEffect>
                                  </p:childTnLst>
                                </p:cTn>
                              </p:par>
                              <p:par>
                                <p:cTn id="28" presetID="64" presetClass="path" presetSubtype="0" decel="100000" fill="hold" grpId="1" nodeType="withEffect">
                                  <p:stCondLst>
                                    <p:cond delay="0"/>
                                  </p:stCondLst>
                                  <p:childTnLst>
                                    <p:animMotion origin="layout" path="M 2.91667E-6 0.07871 L 2.91667E-6 -2.59259E-6 " pathEditMode="relative" rAng="0" ptsTypes="AA">
                                      <p:cBhvr>
                                        <p:cTn id="29" dur="700" fill="hold"/>
                                        <p:tgtEl>
                                          <p:spTgt spid="23">
                                            <p:txEl>
                                              <p:pRg st="0" end="0"/>
                                            </p:txEl>
                                          </p:spTgt>
                                        </p:tgtEl>
                                        <p:attrNameLst>
                                          <p:attrName>ppt_x</p:attrName>
                                          <p:attrName>ppt_y</p:attrName>
                                        </p:attrNameLst>
                                      </p:cBhvr>
                                      <p:rCtr x="0" y="-3935"/>
                                    </p:animMotion>
                                  </p:childTnLst>
                                </p:cTn>
                              </p:par>
                              <p:par>
                                <p:cTn id="30" presetID="10" presetClass="entr" presetSubtype="0" fill="hold" grpId="0" nodeType="with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fade">
                                      <p:cBhvr>
                                        <p:cTn id="32" dur="250"/>
                                        <p:tgtEl>
                                          <p:spTgt spid="24">
                                            <p:txEl>
                                              <p:pRg st="0" end="0"/>
                                            </p:txEl>
                                          </p:spTgt>
                                        </p:tgtEl>
                                      </p:cBhvr>
                                    </p:animEffect>
                                  </p:childTnLst>
                                </p:cTn>
                              </p:par>
                              <p:par>
                                <p:cTn id="33" presetID="64" presetClass="path" presetSubtype="0" decel="100000" fill="hold" grpId="1" nodeType="withEffect">
                                  <p:stCondLst>
                                    <p:cond delay="0"/>
                                  </p:stCondLst>
                                  <p:childTnLst>
                                    <p:animMotion origin="layout" path="M 4.79167E-6 0.07871 L 4.79167E-6 -4.44444E-6 " pathEditMode="relative" rAng="0" ptsTypes="AA">
                                      <p:cBhvr>
                                        <p:cTn id="34" dur="700" fill="hold"/>
                                        <p:tgtEl>
                                          <p:spTgt spid="24">
                                            <p:txEl>
                                              <p:pRg st="0" end="0"/>
                                            </p:txEl>
                                          </p:spTgt>
                                        </p:tgtEl>
                                        <p:attrNameLst>
                                          <p:attrName>ppt_x</p:attrName>
                                          <p:attrName>ppt_y</p:attrName>
                                        </p:attrNameLst>
                                      </p:cBhvr>
                                      <p:rCtr x="0" y="-3935"/>
                                    </p:animMotion>
                                  </p:childTnLst>
                                </p:cTn>
                              </p:par>
                              <p:par>
                                <p:cTn id="35" presetID="10" presetClass="entr" presetSubtype="0" fill="hold" grpId="0" nodeType="with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250"/>
                                        <p:tgtEl>
                                          <p:spTgt spid="25">
                                            <p:txEl>
                                              <p:pRg st="0" end="0"/>
                                            </p:txEl>
                                          </p:spTgt>
                                        </p:tgtEl>
                                      </p:cBhvr>
                                    </p:animEffect>
                                  </p:childTnLst>
                                </p:cTn>
                              </p:par>
                              <p:par>
                                <p:cTn id="38" presetID="64" presetClass="path" presetSubtype="0" decel="100000" fill="hold" grpId="1" nodeType="withEffect">
                                  <p:stCondLst>
                                    <p:cond delay="0"/>
                                  </p:stCondLst>
                                  <p:childTnLst>
                                    <p:animMotion origin="layout" path="M 4.79167E-6 0.0787 L 4.79167E-6 4.81481E-6 " pathEditMode="relative" rAng="0" ptsTypes="AA">
                                      <p:cBhvr>
                                        <p:cTn id="39" dur="700" fill="hold"/>
                                        <p:tgtEl>
                                          <p:spTgt spid="25">
                                            <p:txEl>
                                              <p:pRg st="0" end="0"/>
                                            </p:txEl>
                                          </p:spTgt>
                                        </p:tgtEl>
                                        <p:attrNameLst>
                                          <p:attrName>ppt_x</p:attrName>
                                          <p:attrName>ppt_y</p:attrName>
                                        </p:attrNameLst>
                                      </p:cBhvr>
                                      <p:rCtr x="0" y="-3935"/>
                                    </p:animMotion>
                                  </p:childTnLst>
                                </p:cTn>
                              </p:par>
                              <p:par>
                                <p:cTn id="40" presetID="10" presetClass="entr" presetSubtype="0" fill="hold" grpId="0" nodeType="withEffect">
                                  <p:stCondLst>
                                    <p:cond delay="0"/>
                                  </p:stCondLst>
                                  <p:childTnLst>
                                    <p:set>
                                      <p:cBhvr>
                                        <p:cTn id="41" dur="1" fill="hold">
                                          <p:stCondLst>
                                            <p:cond delay="0"/>
                                          </p:stCondLst>
                                        </p:cTn>
                                        <p:tgtEl>
                                          <p:spTgt spid="26">
                                            <p:txEl>
                                              <p:pRg st="0" end="0"/>
                                            </p:txEl>
                                          </p:spTgt>
                                        </p:tgtEl>
                                        <p:attrNameLst>
                                          <p:attrName>style.visibility</p:attrName>
                                        </p:attrNameLst>
                                      </p:cBhvr>
                                      <p:to>
                                        <p:strVal val="visible"/>
                                      </p:to>
                                    </p:set>
                                    <p:animEffect transition="in" filter="fade">
                                      <p:cBhvr>
                                        <p:cTn id="42" dur="250"/>
                                        <p:tgtEl>
                                          <p:spTgt spid="26">
                                            <p:txEl>
                                              <p:pRg st="0" end="0"/>
                                            </p:txEl>
                                          </p:spTgt>
                                        </p:tgtEl>
                                      </p:cBhvr>
                                    </p:animEffect>
                                  </p:childTnLst>
                                </p:cTn>
                              </p:par>
                              <p:par>
                                <p:cTn id="43" presetID="64" presetClass="path" presetSubtype="0" decel="100000" fill="hold" grpId="1" nodeType="withEffect">
                                  <p:stCondLst>
                                    <p:cond delay="0"/>
                                  </p:stCondLst>
                                  <p:childTnLst>
                                    <p:animMotion origin="layout" path="M -3.125E-6 0.07871 L -3.125E-6 -2.96296E-6 " pathEditMode="relative" rAng="0" ptsTypes="AA">
                                      <p:cBhvr>
                                        <p:cTn id="44" dur="700" fill="hold"/>
                                        <p:tgtEl>
                                          <p:spTgt spid="26">
                                            <p:txEl>
                                              <p:pRg st="0" end="0"/>
                                            </p:txEl>
                                          </p:spTgt>
                                        </p:tgtEl>
                                        <p:attrNameLst>
                                          <p:attrName>ppt_x</p:attrName>
                                          <p:attrName>ppt_y</p:attrName>
                                        </p:attrNameLst>
                                      </p:cBhvr>
                                      <p:rCtr x="0" y="-3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250"/>
                        <p:tgtEl>
                          <p:spTgt spid="12"/>
                        </p:tgtEl>
                      </p:cBhvr>
                    </p:animEffect>
                  </p:childTnLst>
                </p:cTn>
              </p:par>
            </p:tnLst>
          </p:tmpl>
        </p:tmplLst>
      </p:bldP>
      <p:bldP spid="12"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12"/>
                        </p:tgtEl>
                        <p:attrNameLst>
                          <p:attrName>ppt_x</p:attrName>
                          <p:attrName>ppt_y</p:attrName>
                        </p:attrNameLst>
                      </p:cBhvr>
                      <p:rCtr x="0" y="-3935"/>
                    </p:animMotion>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20"/>
                        </p:tgtEl>
                        <p:attrNameLst>
                          <p:attrName>ppt_x</p:attrName>
                          <p:attrName>ppt_y</p:attrName>
                        </p:attrNameLst>
                      </p:cBhvr>
                      <p:rCtr x="0" y="-3935"/>
                    </p:animMotion>
                  </p:childTnLst>
                </p:cTn>
              </p:par>
            </p:tnLst>
          </p:tmpl>
        </p:tmplLst>
      </p:bldP>
      <p:bldP spid="21" grpId="0" build="p">
        <p:tmplLst>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250"/>
                        <p:tgtEl>
                          <p:spTgt spid="21"/>
                        </p:tgtEl>
                      </p:cBhvr>
                    </p:animEffect>
                  </p:childTnLst>
                </p:cTn>
              </p:par>
            </p:tnLst>
          </p:tmpl>
        </p:tmplLst>
      </p:bldP>
      <p:bldP spid="21"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1"/>
                        </p:tgtEl>
                        <p:attrNameLst>
                          <p:attrName>ppt_x</p:attrName>
                          <p:attrName>ppt_y</p:attrName>
                        </p:attrNameLst>
                      </p:cBhvr>
                      <p:rCtr x="0" y="-3935"/>
                    </p:animMotion>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250"/>
                        <p:tgtEl>
                          <p:spTgt spid="22"/>
                        </p:tgtEl>
                      </p:cBhvr>
                    </p:animEffect>
                  </p:childTnLst>
                </p:cTn>
              </p:par>
            </p:tnLst>
          </p:tmpl>
        </p:tmplLst>
      </p:bldP>
      <p:bldP spid="22"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2"/>
                        </p:tgtEl>
                        <p:attrNameLst>
                          <p:attrName>ppt_x</p:attrName>
                          <p:attrName>ppt_y</p:attrName>
                        </p:attrNameLst>
                      </p:cBhvr>
                      <p:rCtr x="0" y="-3935"/>
                    </p:animMotion>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250"/>
                        <p:tgtEl>
                          <p:spTgt spid="23"/>
                        </p:tgtEl>
                      </p:cBhvr>
                    </p:animEffect>
                  </p:childTnLst>
                </p:cTn>
              </p:par>
            </p:tnLst>
          </p:tmpl>
        </p:tmplLst>
      </p:bldP>
      <p:bldP spid="23"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3"/>
                        </p:tgtEl>
                        <p:attrNameLst>
                          <p:attrName>ppt_x</p:attrName>
                          <p:attrName>ppt_y</p:attrName>
                        </p:attrNameLst>
                      </p:cBhvr>
                      <p:rCtr x="0" y="-3935"/>
                    </p:animMotion>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build="p">
        <p:tmplLst>
          <p:tmpl lvl="1">
            <p:tnLst>
              <p:par>
                <p:cTn presetID="64" presetClass="path" presetSubtype="0" decel="100000" fill="hold" nodeType="withEffect">
                  <p:stCondLst>
                    <p:cond delay="0"/>
                  </p:stCondLst>
                  <p:childTnLst>
                    <p:animMotion origin="layout" path="M 4.79167E-6 0.07871 L 4.79167E-6 -4.44444E-6 " pathEditMode="relative" rAng="0" ptsTypes="AA">
                      <p:cBhvr>
                        <p:cTn dur="700" fill="hold"/>
                        <p:tgtEl>
                          <p:spTgt spid="24"/>
                        </p:tgtEl>
                        <p:attrNameLst>
                          <p:attrName>ppt_x</p:attrName>
                          <p:attrName>ppt_y</p:attrName>
                        </p:attrNameLst>
                      </p:cBhvr>
                      <p:rCtr x="0" y="-3935"/>
                    </p:animMotion>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250"/>
                        <p:tgtEl>
                          <p:spTgt spid="25"/>
                        </p:tgtEl>
                      </p:cBhvr>
                    </p:animEffect>
                  </p:childTnLst>
                </p:cTn>
              </p:par>
            </p:tnLst>
          </p:tmpl>
        </p:tmplLst>
      </p:bldP>
      <p:bldP spid="25" grpId="1" build="p">
        <p:tmplLst>
          <p:tmpl lvl="1">
            <p:tnLst>
              <p:par>
                <p:cTn presetID="64" presetClass="path" presetSubtype="0" decel="100000" fill="hold" nodeType="withEffect">
                  <p:stCondLst>
                    <p:cond delay="0"/>
                  </p:stCondLst>
                  <p:childTnLst>
                    <p:animMotion origin="layout" path="M 4.79167E-6 0.0787 L 4.79167E-6 4.81481E-6 " pathEditMode="relative" rAng="0" ptsTypes="AA">
                      <p:cBhvr>
                        <p:cTn dur="700" fill="hold"/>
                        <p:tgtEl>
                          <p:spTgt spid="25"/>
                        </p:tgtEl>
                        <p:attrNameLst>
                          <p:attrName>ppt_x</p:attrName>
                          <p:attrName>ppt_y</p:attrName>
                        </p:attrNameLst>
                      </p:cBhvr>
                      <p:rCtr x="0" y="-3935"/>
                    </p:animMotion>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250"/>
                        <p:tgtEl>
                          <p:spTgt spid="26"/>
                        </p:tgtEl>
                      </p:cBhvr>
                    </p:animEffect>
                  </p:childTnLst>
                </p:cTn>
              </p:par>
            </p:tnLst>
          </p:tmpl>
        </p:tmplLst>
      </p:bldP>
      <p:bldP spid="26" grpId="1" build="p">
        <p:tmplLst>
          <p:tmpl lvl="1">
            <p:tnLst>
              <p:par>
                <p:cTn presetID="64" presetClass="path" presetSubtype="0" decel="100000" fill="hold" nodeType="withEffect">
                  <p:stCondLst>
                    <p:cond delay="0"/>
                  </p:stCondLst>
                  <p:childTnLst>
                    <p:animMotion origin="layout" path="M -3.125E-6 0.07871 L -3.125E-6 -2.96296E-6 " pathEditMode="relative" rAng="0" ptsTypes="AA">
                      <p:cBhvr>
                        <p:cTn dur="700" fill="hold"/>
                        <p:tgtEl>
                          <p:spTgt spid="26"/>
                        </p:tgtEl>
                        <p:attrNameLst>
                          <p:attrName>ppt_x</p:attrName>
                          <p:attrName>ppt_y</p:attrName>
                        </p:attrNameLst>
                      </p:cBhvr>
                      <p:rCtr x="0" y="-3935"/>
                    </p:animMotion>
                  </p:childTnLst>
                </p:cTn>
              </p:par>
            </p:tnLst>
          </p:tmpl>
        </p:tmplLst>
      </p:bldP>
    </p:bld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1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567372" y="5137454"/>
            <a:ext cx="1733868"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9" name="Text Placeholder 30">
            <a:extLst>
              <a:ext uri="{FF2B5EF4-FFF2-40B4-BE49-F238E27FC236}">
                <a16:creationId xmlns:a16="http://schemas.microsoft.com/office/drawing/2014/main" id="{D1EE776A-D61A-1A4C-3D22-1C93FB8E3BAF}"/>
              </a:ext>
            </a:extLst>
          </p:cNvPr>
          <p:cNvSpPr>
            <a:spLocks noGrp="1"/>
          </p:cNvSpPr>
          <p:nvPr>
            <p:ph type="body" sz="quarter" idx="18"/>
          </p:nvPr>
        </p:nvSpPr>
        <p:spPr>
          <a:xfrm>
            <a:off x="2546191"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0" name="Text Placeholder 30">
            <a:extLst>
              <a:ext uri="{FF2B5EF4-FFF2-40B4-BE49-F238E27FC236}">
                <a16:creationId xmlns:a16="http://schemas.microsoft.com/office/drawing/2014/main" id="{8C2949D2-FE18-D02B-B814-5F1C99BCC872}"/>
              </a:ext>
            </a:extLst>
          </p:cNvPr>
          <p:cNvSpPr>
            <a:spLocks noGrp="1"/>
          </p:cNvSpPr>
          <p:nvPr>
            <p:ph type="body" sz="quarter" idx="19"/>
          </p:nvPr>
        </p:nvSpPr>
        <p:spPr>
          <a:xfrm>
            <a:off x="5473285"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1" name="Text Placeholder 30">
            <a:extLst>
              <a:ext uri="{FF2B5EF4-FFF2-40B4-BE49-F238E27FC236}">
                <a16:creationId xmlns:a16="http://schemas.microsoft.com/office/drawing/2014/main" id="{B52200C5-EFF4-AF9B-55E0-A1CF58BE907A}"/>
              </a:ext>
            </a:extLst>
          </p:cNvPr>
          <p:cNvSpPr>
            <a:spLocks noGrp="1"/>
          </p:cNvSpPr>
          <p:nvPr>
            <p:ph type="body" sz="quarter" idx="20"/>
          </p:nvPr>
        </p:nvSpPr>
        <p:spPr>
          <a:xfrm>
            <a:off x="8589036"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6771864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1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293688"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3267075" y="1742661"/>
            <a:ext cx="5657850" cy="892552"/>
          </a:xfrm>
        </p:spPr>
        <p:txBody>
          <a:bodyPr/>
          <a:lstStyle>
            <a:lvl1pPr algn="ctr">
              <a:spcBef>
                <a:spcPts val="12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6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 name="Text Placeholder 30">
            <a:extLst>
              <a:ext uri="{FF2B5EF4-FFF2-40B4-BE49-F238E27FC236}">
                <a16:creationId xmlns:a16="http://schemas.microsoft.com/office/drawing/2014/main" id="{2391664C-6420-C6AC-83DE-E5DAF2719BCA}"/>
              </a:ext>
            </a:extLst>
          </p:cNvPr>
          <p:cNvSpPr>
            <a:spLocks noGrp="1"/>
          </p:cNvSpPr>
          <p:nvPr>
            <p:ph type="body" sz="quarter" idx="17"/>
          </p:nvPr>
        </p:nvSpPr>
        <p:spPr>
          <a:xfrm>
            <a:off x="9018104"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1553334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3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806818" y="5336561"/>
            <a:ext cx="10830919" cy="538609"/>
          </a:xfrm>
        </p:spPr>
        <p:txBody>
          <a:bodyPr/>
          <a:lstStyle>
            <a:lvl1pPr algn="ct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4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85411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0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0082426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3128543"/>
            <a:ext cx="3109048" cy="1865126"/>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600"/>
              </a:spcBef>
              <a:spcAft>
                <a:spcPts val="1200"/>
              </a:spcAft>
              <a:defRPr sz="1600" i="0"/>
            </a:lvl2pPr>
            <a:lvl3pPr algn="ctr">
              <a:spcAft>
                <a:spcPts val="1200"/>
              </a:spcAft>
              <a:defRPr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7283582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39112" y="1643270"/>
            <a:ext cx="4691462" cy="1295739"/>
          </a:xfrm>
        </p:spPr>
        <p:txBody>
          <a:bodyPr/>
          <a:lstStyle>
            <a:lvl1pPr>
              <a:spcBef>
                <a:spcPts val="600"/>
              </a:spcBef>
              <a:spcAft>
                <a:spcPts val="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1067394" y="5434533"/>
            <a:ext cx="4691462" cy="834505"/>
          </a:xfrm>
        </p:spPr>
        <p:txBody>
          <a:bodyPr/>
          <a:lstStyle>
            <a:lvl1pP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2875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691462" cy="2810000"/>
          </a:xfrm>
        </p:spPr>
        <p:txBody>
          <a:bodyPr/>
          <a:lstStyle>
            <a:lvl1pPr>
              <a:spcBef>
                <a:spcPts val="600"/>
              </a:spcBef>
              <a:spcAft>
                <a:spcPts val="600"/>
              </a:spcAft>
              <a:defRPr lang="en-US" sz="32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2800"/>
            </a:lvl2pPr>
            <a:lvl3pPr>
              <a:defRPr sz="2000"/>
            </a:lvl3pPr>
            <a:lvl4pPr>
              <a:defRPr sz="1600" cap="none" baseline="0">
                <a:solidFill>
                  <a:schemeClr val="tx1"/>
                </a:solidFill>
              </a:defRPr>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6613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58867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1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1433513"/>
            <a:ext cx="4173518" cy="492443"/>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2504131"/>
            <a:ext cx="4154168" cy="307777"/>
          </a:xfrm>
        </p:spPr>
        <p:txBody>
          <a:bodyPr/>
          <a:lstStyle>
            <a:lvl1pPr>
              <a:spcBef>
                <a:spcPts val="600"/>
              </a:spcBef>
              <a:spcAft>
                <a:spcPts val="600"/>
              </a:spcAft>
              <a:defRPr lang="en-US" sz="20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800"/>
            </a:lvl2pPr>
            <a:lvl3pPr>
              <a:defRPr sz="1400"/>
            </a:lvl3pPr>
            <a:lvl4pPr>
              <a:defRPr sz="1200"/>
            </a:lvl4pPr>
            <a:lvl5pPr>
              <a:defRPr sz="1200"/>
            </a:lvl5pPr>
          </a:lstStyle>
          <a:p>
            <a:pPr lvl="0"/>
            <a:r>
              <a:rPr lang="en-US"/>
              <a:t>Click to edit Master text styles</a:t>
            </a:r>
          </a:p>
        </p:txBody>
      </p:sp>
      <p:sp>
        <p:nvSpPr>
          <p:cNvPr id="2" name="Rectangle 1">
            <a:extLst>
              <a:ext uri="{FF2B5EF4-FFF2-40B4-BE49-F238E27FC236}">
                <a16:creationId xmlns:a16="http://schemas.microsoft.com/office/drawing/2014/main" id="{89C0FEDA-ED43-6092-3916-7DD36839B335}"/>
              </a:ext>
              <a:ext uri="{C183D7F6-B498-43B3-948B-1728B52AA6E4}">
                <adec:decorative xmlns:adec="http://schemas.microsoft.com/office/drawing/2017/decorative" val="1"/>
              </a:ext>
            </a:extLst>
          </p:cNvPr>
          <p:cNvSpPr/>
          <p:nvPr userDrawn="1"/>
        </p:nvSpPr>
        <p:spPr>
          <a:xfrm>
            <a:off x="584200" y="3302000"/>
            <a:ext cx="4902200" cy="295243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35140461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154168" cy="1661993"/>
          </a:xfrm>
        </p:spPr>
        <p:txBody>
          <a:bodyPr/>
          <a:lstStyle>
            <a:lvl1pPr>
              <a:spcBef>
                <a:spcPts val="1200"/>
              </a:spcBef>
              <a:spcAft>
                <a:spcPts val="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a:lvl2pPr>
            <a:lvl3pPr>
              <a:spcBef>
                <a:spcPts val="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8891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16_Title and 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5170F72-4E7A-332E-245D-CBABD3532914}"/>
              </a:ext>
              <a:ext uri="{C183D7F6-B498-43B3-948B-1728B52AA6E4}">
                <adec:decorative xmlns:adec="http://schemas.microsoft.com/office/drawing/2017/decorative" val="1"/>
              </a:ext>
            </a:extLst>
          </p:cNvPr>
          <p:cNvSpPr/>
          <p:nvPr userDrawn="1"/>
        </p:nvSpPr>
        <p:spPr>
          <a:xfrm>
            <a:off x="584981" y="5155354"/>
            <a:ext cx="11018519" cy="1113683"/>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2" y="1433513"/>
            <a:ext cx="5422697" cy="1517338"/>
          </a:xfrm>
        </p:spPr>
        <p:txBody>
          <a:bodyPr/>
          <a:lstStyle>
            <a:lvl1pPr>
              <a:spcBef>
                <a:spcPts val="6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6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F988F031-F12D-3282-9504-90401C03997B}"/>
              </a:ext>
            </a:extLst>
          </p:cNvPr>
          <p:cNvSpPr>
            <a:spLocks noGrp="1"/>
          </p:cNvSpPr>
          <p:nvPr>
            <p:ph type="body" sz="quarter" idx="25"/>
          </p:nvPr>
        </p:nvSpPr>
        <p:spPr>
          <a:xfrm>
            <a:off x="531042" y="4819326"/>
            <a:ext cx="4477521" cy="324778"/>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0" name="Text Placeholder 5">
            <a:extLst>
              <a:ext uri="{FF2B5EF4-FFF2-40B4-BE49-F238E27FC236}">
                <a16:creationId xmlns:a16="http://schemas.microsoft.com/office/drawing/2014/main" id="{ECF9C26E-7E7B-E640-B3E0-30BCD29DFA94}"/>
              </a:ext>
            </a:extLst>
          </p:cNvPr>
          <p:cNvSpPr>
            <a:spLocks noGrp="1"/>
          </p:cNvSpPr>
          <p:nvPr>
            <p:ph type="body" sz="quarter" idx="23"/>
          </p:nvPr>
        </p:nvSpPr>
        <p:spPr>
          <a:xfrm>
            <a:off x="7131867" y="4819326"/>
            <a:ext cx="4477521" cy="324778"/>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2" name="Text Placeholder 5">
            <a:extLst>
              <a:ext uri="{FF2B5EF4-FFF2-40B4-BE49-F238E27FC236}">
                <a16:creationId xmlns:a16="http://schemas.microsoft.com/office/drawing/2014/main" id="{B86631DF-0335-477D-4D9C-9609A5ECD5AD}"/>
              </a:ext>
            </a:extLst>
          </p:cNvPr>
          <p:cNvSpPr>
            <a:spLocks noGrp="1"/>
          </p:cNvSpPr>
          <p:nvPr>
            <p:ph type="body" sz="quarter" idx="17"/>
          </p:nvPr>
        </p:nvSpPr>
        <p:spPr>
          <a:xfrm>
            <a:off x="687900"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3" name="Text Placeholder 5">
            <a:extLst>
              <a:ext uri="{FF2B5EF4-FFF2-40B4-BE49-F238E27FC236}">
                <a16:creationId xmlns:a16="http://schemas.microsoft.com/office/drawing/2014/main" id="{5888C40A-9EA8-DFD4-CFCC-9F75A928A961}"/>
              </a:ext>
            </a:extLst>
          </p:cNvPr>
          <p:cNvSpPr>
            <a:spLocks noGrp="1"/>
          </p:cNvSpPr>
          <p:nvPr>
            <p:ph type="body" sz="quarter" idx="18"/>
          </p:nvPr>
        </p:nvSpPr>
        <p:spPr>
          <a:xfrm>
            <a:off x="2229707"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5" name="Text Placeholder 5">
            <a:extLst>
              <a:ext uri="{FF2B5EF4-FFF2-40B4-BE49-F238E27FC236}">
                <a16:creationId xmlns:a16="http://schemas.microsoft.com/office/drawing/2014/main" id="{50C817CB-D1DF-5CC7-72B2-9AF9D47C468A}"/>
              </a:ext>
            </a:extLst>
          </p:cNvPr>
          <p:cNvSpPr>
            <a:spLocks noGrp="1"/>
          </p:cNvSpPr>
          <p:nvPr>
            <p:ph type="body" sz="quarter" idx="19"/>
          </p:nvPr>
        </p:nvSpPr>
        <p:spPr>
          <a:xfrm>
            <a:off x="3771514"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7" name="Text Placeholder 5">
            <a:extLst>
              <a:ext uri="{FF2B5EF4-FFF2-40B4-BE49-F238E27FC236}">
                <a16:creationId xmlns:a16="http://schemas.microsoft.com/office/drawing/2014/main" id="{9B55B239-2DFD-76AE-79D1-4DA8C0E70EC5}"/>
              </a:ext>
            </a:extLst>
          </p:cNvPr>
          <p:cNvSpPr>
            <a:spLocks noGrp="1"/>
          </p:cNvSpPr>
          <p:nvPr>
            <p:ph type="body" sz="quarter" idx="20"/>
          </p:nvPr>
        </p:nvSpPr>
        <p:spPr>
          <a:xfrm>
            <a:off x="5313321"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8" name="Text Placeholder 5">
            <a:extLst>
              <a:ext uri="{FF2B5EF4-FFF2-40B4-BE49-F238E27FC236}">
                <a16:creationId xmlns:a16="http://schemas.microsoft.com/office/drawing/2014/main" id="{8CD4901C-6B87-C319-DC47-E88D17675E7B}"/>
              </a:ext>
            </a:extLst>
          </p:cNvPr>
          <p:cNvSpPr>
            <a:spLocks noGrp="1"/>
          </p:cNvSpPr>
          <p:nvPr>
            <p:ph type="body" sz="quarter" idx="21"/>
          </p:nvPr>
        </p:nvSpPr>
        <p:spPr>
          <a:xfrm>
            <a:off x="6855128"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9" name="Text Placeholder 5">
            <a:extLst>
              <a:ext uri="{FF2B5EF4-FFF2-40B4-BE49-F238E27FC236}">
                <a16:creationId xmlns:a16="http://schemas.microsoft.com/office/drawing/2014/main" id="{FFDD0D33-31CD-1C73-750B-8F738864CCD7}"/>
              </a:ext>
            </a:extLst>
          </p:cNvPr>
          <p:cNvSpPr>
            <a:spLocks noGrp="1"/>
          </p:cNvSpPr>
          <p:nvPr>
            <p:ph type="body" sz="quarter" idx="22"/>
          </p:nvPr>
        </p:nvSpPr>
        <p:spPr>
          <a:xfrm>
            <a:off x="8396935"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1" name="Text Placeholder 5">
            <a:extLst>
              <a:ext uri="{FF2B5EF4-FFF2-40B4-BE49-F238E27FC236}">
                <a16:creationId xmlns:a16="http://schemas.microsoft.com/office/drawing/2014/main" id="{7D85350C-7D5F-CAA4-8131-391171436C96}"/>
              </a:ext>
            </a:extLst>
          </p:cNvPr>
          <p:cNvSpPr>
            <a:spLocks noGrp="1"/>
          </p:cNvSpPr>
          <p:nvPr>
            <p:ph type="body" sz="quarter" idx="24"/>
          </p:nvPr>
        </p:nvSpPr>
        <p:spPr>
          <a:xfrm>
            <a:off x="9938741" y="5389029"/>
            <a:ext cx="1565359"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8515142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19547" y="5028930"/>
            <a:ext cx="4154168"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5672413" y="5028930"/>
            <a:ext cx="6017360"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3374237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6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87572" y="1562716"/>
            <a:ext cx="5263965"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7185024" y="1562716"/>
            <a:ext cx="4596897"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6975143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8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7" name="Text Placeholder 6">
            <a:extLst>
              <a:ext uri="{FF2B5EF4-FFF2-40B4-BE49-F238E27FC236}">
                <a16:creationId xmlns:a16="http://schemas.microsoft.com/office/drawing/2014/main" id="{7A9E8526-36C6-C40C-938F-90EAADA21DAB}"/>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2" name="Text Placeholder 5">
            <a:extLst>
              <a:ext uri="{FF2B5EF4-FFF2-40B4-BE49-F238E27FC236}">
                <a16:creationId xmlns:a16="http://schemas.microsoft.com/office/drawing/2014/main" id="{C06156F7-8D32-C0D4-9EA6-803D982B1A72}"/>
              </a:ext>
            </a:extLst>
          </p:cNvPr>
          <p:cNvSpPr>
            <a:spLocks noGrp="1"/>
          </p:cNvSpPr>
          <p:nvPr>
            <p:ph type="body" sz="quarter" idx="16"/>
          </p:nvPr>
        </p:nvSpPr>
        <p:spPr>
          <a:xfrm>
            <a:off x="607613" y="1433513"/>
            <a:ext cx="3659587"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F0685450-8476-7260-1420-A24F6B03E38F}"/>
              </a:ext>
            </a:extLst>
          </p:cNvPr>
          <p:cNvSpPr>
            <a:spLocks noGrp="1"/>
          </p:cNvSpPr>
          <p:nvPr>
            <p:ph type="body" sz="quarter" idx="17"/>
          </p:nvPr>
        </p:nvSpPr>
        <p:spPr>
          <a:xfrm>
            <a:off x="7744145" y="1433513"/>
            <a:ext cx="4154168"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457200" indent="-457200">
              <a:buFont typeface="+mj-lt"/>
              <a:buAutoNum type="arabicPeriod"/>
              <a:defRPr/>
            </a:lvl2pPr>
            <a:lvl3pPr marL="342900" indent="-342900">
              <a:buFont typeface="+mj-lt"/>
              <a:buAutoNum type="arabicPeriod"/>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05174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userDrawn="1">
  <p:cSld name="Horizontal">
    <p:spTree>
      <p:nvGrpSpPr>
        <p:cNvPr id="1" name=""/>
        <p:cNvGrpSpPr/>
        <p:nvPr/>
      </p:nvGrpSpPr>
      <p:grpSpPr>
        <a:xfrm>
          <a:off x="0" y="0"/>
          <a:ext cx="0" cy="0"/>
          <a:chOff x="0" y="0"/>
          <a:chExt cx="0" cy="0"/>
        </a:xfrm>
      </p:grpSpPr>
      <p:sp>
        <p:nvSpPr>
          <p:cNvPr id="24" name="Picture Placeholder 6">
            <a:extLst>
              <a:ext uri="{FF2B5EF4-FFF2-40B4-BE49-F238E27FC236}">
                <a16:creationId xmlns:a16="http://schemas.microsoft.com/office/drawing/2014/main" id="{3C57D4FA-1216-4944-BBF6-C83155F9ED20}"/>
              </a:ext>
              <a:ext uri="{C183D7F6-B498-43B3-948B-1728B52AA6E4}">
                <adec:decorative xmlns:adec="http://schemas.microsoft.com/office/drawing/2017/decorative" val="1"/>
              </a:ext>
            </a:extLst>
          </p:cNvPr>
          <p:cNvSpPr>
            <a:spLocks noGrp="1" noChangeAspect="1"/>
          </p:cNvSpPr>
          <p:nvPr>
            <p:ph type="pic" sz="quarter" idx="24" hasCustomPrompt="1"/>
          </p:nvPr>
        </p:nvSpPr>
        <p:spPr>
          <a:xfrm>
            <a:off x="2989354" y="0"/>
            <a:ext cx="9206773" cy="3292475"/>
          </a:xfrm>
          <a:prstGeom prst="rect">
            <a:avLst/>
          </a:prstGeom>
        </p:spPr>
        <p:txBody>
          <a:bodyPr/>
          <a:lstStyle>
            <a:lvl1pPr marL="0" indent="0">
              <a:buNone/>
              <a:defRPr/>
            </a:lvl1pPr>
          </a:lstStyle>
          <a:p>
            <a:r>
              <a:rPr lang="en-US"/>
              <a:t>Horizontal banner image</a:t>
            </a:r>
          </a:p>
        </p:txBody>
      </p:sp>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1" y="3291776"/>
            <a:ext cx="9230589" cy="141495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chemeClr val="accent1">
                  <a:lumMod val="60000"/>
                  <a:lumOff val="40000"/>
                </a:schemeClr>
              </a:solidFill>
              <a:cs typeface="Segoe UI" pitchFamily="34" charset="0"/>
            </a:endParaRPr>
          </a:p>
        </p:txBody>
      </p:sp>
      <p:sp>
        <p:nvSpPr>
          <p:cNvPr id="8" name="Title 7">
            <a:extLst>
              <a:ext uri="{FF2B5EF4-FFF2-40B4-BE49-F238E27FC236}">
                <a16:creationId xmlns:a16="http://schemas.microsoft.com/office/drawing/2014/main" id="{EF1935CA-9360-EC0E-2C41-5922364460F5}"/>
              </a:ext>
              <a:ext uri="{C183D7F6-B498-43B3-948B-1728B52AA6E4}">
                <adec:decorative xmlns:adec="http://schemas.microsoft.com/office/drawing/2017/decorative" val="1"/>
              </a:ext>
            </a:extLst>
          </p:cNvPr>
          <p:cNvSpPr>
            <a:spLocks noGrp="1"/>
          </p:cNvSpPr>
          <p:nvPr>
            <p:ph type="title"/>
          </p:nvPr>
        </p:nvSpPr>
        <p:spPr>
          <a:xfrm>
            <a:off x="401737" y="-882853"/>
            <a:ext cx="11018520" cy="492443"/>
          </a:xfrm>
        </p:spPr>
        <p:txBody>
          <a:bodyPr/>
          <a:lstStyle>
            <a:lvl1pPr algn="l">
              <a:defRPr/>
            </a:lvl1pPr>
          </a:lstStyle>
          <a:p>
            <a:r>
              <a:rPr lang="en-US"/>
              <a:t>Click to edit Master title style</a:t>
            </a:r>
          </a:p>
        </p:txBody>
      </p:sp>
      <p:sp>
        <p:nvSpPr>
          <p:cNvPr id="9" name="Rectangle 8">
            <a:extLst>
              <a:ext uri="{FF2B5EF4-FFF2-40B4-BE49-F238E27FC236}">
                <a16:creationId xmlns:a16="http://schemas.microsoft.com/office/drawing/2014/main" id="{B1F3EAF0-868F-A4A4-1458-8AC94735D27E}"/>
              </a:ext>
              <a:ext uri="{C183D7F6-B498-43B3-948B-1728B52AA6E4}">
                <adec:decorative xmlns:adec="http://schemas.microsoft.com/office/drawing/2017/decorative" val="1"/>
              </a:ext>
            </a:extLst>
          </p:cNvPr>
          <p:cNvSpPr/>
          <p:nvPr userDrawn="1"/>
        </p:nvSpPr>
        <p:spPr>
          <a:xfrm>
            <a:off x="2870483" y="0"/>
            <a:ext cx="1188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3D70BBFF-3B0B-644F-878A-E178AF5B45E4}"/>
              </a:ext>
              <a:ext uri="{C183D7F6-B498-43B3-948B-1728B52AA6E4}">
                <adec:decorative xmlns:adec="http://schemas.microsoft.com/office/drawing/2017/decorative" val="1"/>
              </a:ext>
            </a:extLst>
          </p:cNvPr>
          <p:cNvSpPr>
            <a:spLocks noGrp="1" noChangeAspect="1"/>
          </p:cNvSpPr>
          <p:nvPr>
            <p:ph type="pic" sz="quarter" idx="23" hasCustomPrompt="1"/>
          </p:nvPr>
        </p:nvSpPr>
        <p:spPr>
          <a:xfrm>
            <a:off x="401737" y="436245"/>
            <a:ext cx="2103120" cy="1518061"/>
          </a:xfrm>
          <a:prstGeom prst="rect">
            <a:avLst/>
          </a:prstGeom>
        </p:spPr>
        <p:txBody>
          <a:bodyPr/>
          <a:lstStyle>
            <a:lvl1pPr marL="0" indent="0">
              <a:buNone/>
              <a:defRPr/>
            </a:lvl1pPr>
          </a:lstStyle>
          <a:p>
            <a:r>
              <a:rPr lang="en-US"/>
              <a:t>Logo	</a:t>
            </a:r>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3" name="Specification">
            <a:extLst>
              <a:ext uri="{FF2B5EF4-FFF2-40B4-BE49-F238E27FC236}">
                <a16:creationId xmlns:a16="http://schemas.microsoft.com/office/drawing/2014/main" id="{26EADB41-5AB5-EC2C-E76C-A94A5A6ADDC5}"/>
              </a:ext>
            </a:extLst>
          </p:cNvPr>
          <p:cNvSpPr>
            <a:spLocks noGrp="1"/>
          </p:cNvSpPr>
          <p:nvPr>
            <p:ph type="body" sz="quarter" idx="25"/>
          </p:nvPr>
        </p:nvSpPr>
        <p:spPr>
          <a:xfrm>
            <a:off x="610513" y="5592744"/>
            <a:ext cx="2181900" cy="3046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spcAft>
                <a:spcPts val="216"/>
              </a:spcAft>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a:t>Click to edit Master text</a:t>
            </a:r>
          </a:p>
          <a:p>
            <a:pPr lvl="1"/>
            <a:r>
              <a:rPr lang="en-US"/>
              <a:t>Second level</a:t>
            </a:r>
          </a:p>
        </p:txBody>
      </p:sp>
      <p:sp>
        <p:nvSpPr>
          <p:cNvPr id="27" name="Quote">
            <a:extLst>
              <a:ext uri="{FF2B5EF4-FFF2-40B4-BE49-F238E27FC236}">
                <a16:creationId xmlns:a16="http://schemas.microsoft.com/office/drawing/2014/main" id="{CEABE899-10A3-484A-9A5F-6B1D4CB09EA4}"/>
              </a:ext>
            </a:extLst>
          </p:cNvPr>
          <p:cNvSpPr>
            <a:spLocks noGrp="1"/>
          </p:cNvSpPr>
          <p:nvPr>
            <p:ph type="body" sz="quarter" idx="10" hasCustomPrompt="1"/>
          </p:nvPr>
        </p:nvSpPr>
        <p:spPr>
          <a:xfrm>
            <a:off x="3268758" y="4013487"/>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vl2pPr>
              <a:defRPr sz="1600"/>
            </a:lvl2pPr>
            <a:lvl3pPr>
              <a:defRPr sz="1400"/>
            </a:lvl3pPr>
            <a:lvl4pPr>
              <a:defRPr lang="en-US" sz="12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vl5pPr>
              <a:defRPr sz="2000"/>
            </a:lvl5pPr>
          </a:lstStyle>
          <a:p>
            <a:pPr lvl="0"/>
            <a:r>
              <a:rPr lang="en-US"/>
              <a:t>Quote</a:t>
            </a:r>
          </a:p>
        </p:txBody>
      </p:sp>
      <p:sp>
        <p:nvSpPr>
          <p:cNvPr id="37" name="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 name="Situation">
            <a:extLst>
              <a:ext uri="{FF2B5EF4-FFF2-40B4-BE49-F238E27FC236}">
                <a16:creationId xmlns:a16="http://schemas.microsoft.com/office/drawing/2014/main" id="{59539FF9-4A05-E1E9-46FF-2A69E8F95CBE}"/>
              </a:ext>
            </a:extLst>
          </p:cNvPr>
          <p:cNvSpPr>
            <a:spLocks noGrp="1"/>
          </p:cNvSpPr>
          <p:nvPr>
            <p:ph type="body" sz="quarter" idx="26" hasCustomPrompt="1"/>
          </p:nvPr>
        </p:nvSpPr>
        <p:spPr>
          <a:xfrm>
            <a:off x="3281939" y="4820172"/>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Situation</a:t>
            </a:r>
            <a:endParaRPr lang="en-US"/>
          </a:p>
        </p:txBody>
      </p:sp>
      <p:sp>
        <p:nvSpPr>
          <p:cNvPr id="28" name="Situation text">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4976985"/>
            <a:ext cx="25603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6" name="Solution">
            <a:extLst>
              <a:ext uri="{FF2B5EF4-FFF2-40B4-BE49-F238E27FC236}">
                <a16:creationId xmlns:a16="http://schemas.microsoft.com/office/drawing/2014/main" id="{918FC46A-5586-1DC1-6812-A9D9598CFD15}"/>
              </a:ext>
            </a:extLst>
          </p:cNvPr>
          <p:cNvSpPr>
            <a:spLocks noGrp="1"/>
          </p:cNvSpPr>
          <p:nvPr>
            <p:ph type="body" sz="quarter" idx="27" hasCustomPrompt="1"/>
          </p:nvPr>
        </p:nvSpPr>
        <p:spPr>
          <a:xfrm>
            <a:off x="6096000" y="4820172"/>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Solution</a:t>
            </a:r>
            <a:endParaRPr lang="en-US"/>
          </a:p>
        </p:txBody>
      </p:sp>
      <p:sp>
        <p:nvSpPr>
          <p:cNvPr id="43" name="Solution text">
            <a:extLst>
              <a:ext uri="{FF2B5EF4-FFF2-40B4-BE49-F238E27FC236}">
                <a16:creationId xmlns:a16="http://schemas.microsoft.com/office/drawing/2014/main" id="{847B54F4-C98A-7F4F-8633-A67212D37E3D}"/>
              </a:ext>
            </a:extLst>
          </p:cNvPr>
          <p:cNvSpPr>
            <a:spLocks noGrp="1"/>
          </p:cNvSpPr>
          <p:nvPr>
            <p:ph type="body" sz="quarter" idx="21"/>
          </p:nvPr>
        </p:nvSpPr>
        <p:spPr>
          <a:xfrm>
            <a:off x="6095999" y="4976985"/>
            <a:ext cx="2942063"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7" name="Impact">
            <a:extLst>
              <a:ext uri="{FF2B5EF4-FFF2-40B4-BE49-F238E27FC236}">
                <a16:creationId xmlns:a16="http://schemas.microsoft.com/office/drawing/2014/main" id="{90282A99-33A9-11F3-6920-B2B4932AF786}"/>
              </a:ext>
            </a:extLst>
          </p:cNvPr>
          <p:cNvSpPr>
            <a:spLocks noGrp="1"/>
          </p:cNvSpPr>
          <p:nvPr>
            <p:ph type="body" sz="quarter" idx="28" hasCustomPrompt="1"/>
          </p:nvPr>
        </p:nvSpPr>
        <p:spPr>
          <a:xfrm>
            <a:off x="9225091" y="4820172"/>
            <a:ext cx="1943275"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Impact</a:t>
            </a:r>
            <a:endParaRPr lang="en-US"/>
          </a:p>
        </p:txBody>
      </p:sp>
      <p:sp>
        <p:nvSpPr>
          <p:cNvPr id="45" name="Impact text">
            <a:extLst>
              <a:ext uri="{FF2B5EF4-FFF2-40B4-BE49-F238E27FC236}">
                <a16:creationId xmlns:a16="http://schemas.microsoft.com/office/drawing/2014/main" id="{817B977B-57E9-154C-AA12-E0B3A70688DF}"/>
              </a:ext>
            </a:extLst>
          </p:cNvPr>
          <p:cNvSpPr>
            <a:spLocks noGrp="1"/>
          </p:cNvSpPr>
          <p:nvPr>
            <p:ph type="body" sz="quarter" idx="22"/>
          </p:nvPr>
        </p:nvSpPr>
        <p:spPr>
          <a:xfrm>
            <a:off x="9225091" y="4976985"/>
            <a:ext cx="2687507"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Tree>
    <p:extLst>
      <p:ext uri="{BB962C8B-B14F-4D97-AF65-F5344CB8AC3E}">
        <p14:creationId xmlns:p14="http://schemas.microsoft.com/office/powerpoint/2010/main" val="9666044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AE1C090-5F0E-4594-11DF-BE536201CA8D}"/>
              </a:ext>
            </a:extLst>
          </p:cNvPr>
          <p:cNvSpPr>
            <a:spLocks noGrp="1"/>
          </p:cNvSpPr>
          <p:nvPr>
            <p:ph type="title"/>
          </p:nvPr>
        </p:nvSpPr>
        <p:spPr>
          <a:xfrm>
            <a:off x="1200652" y="2638290"/>
            <a:ext cx="3938616" cy="1477328"/>
          </a:xfrm>
        </p:spPr>
        <p:txBody>
          <a:bodyPr/>
          <a:lstStyle>
            <a:lvl1pPr algn="l">
              <a:defRPr kumimoji="0" lang="en-US" sz="4800" b="0" i="0" u="none" strike="noStrike" kern="1200" cap="none" spc="-50" normalizeH="0" baseline="0" dirty="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r>
              <a:rPr lang="en-US"/>
              <a:t>Click to edit Master title</a:t>
            </a:r>
          </a:p>
        </p:txBody>
      </p:sp>
      <p:sp>
        <p:nvSpPr>
          <p:cNvPr id="13" name="Text Placeholder 12">
            <a:extLst>
              <a:ext uri="{FF2B5EF4-FFF2-40B4-BE49-F238E27FC236}">
                <a16:creationId xmlns:a16="http://schemas.microsoft.com/office/drawing/2014/main" id="{2FC8B7C9-A777-4764-F527-E7A0F7A3BB43}"/>
              </a:ext>
            </a:extLst>
          </p:cNvPr>
          <p:cNvSpPr>
            <a:spLocks noGrp="1"/>
          </p:cNvSpPr>
          <p:nvPr>
            <p:ph type="body" sz="quarter" idx="10"/>
          </p:nvPr>
        </p:nvSpPr>
        <p:spPr>
          <a:xfrm>
            <a:off x="6424641" y="1513200"/>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8874C5B-6FEE-D16D-FA28-8329A46C0562}"/>
              </a:ext>
            </a:extLst>
          </p:cNvPr>
          <p:cNvSpPr>
            <a:spLocks noGrp="1"/>
          </p:cNvSpPr>
          <p:nvPr>
            <p:ph type="body" sz="quarter" idx="11"/>
          </p:nvPr>
        </p:nvSpPr>
        <p:spPr>
          <a:xfrm>
            <a:off x="6424640" y="3242679"/>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5" name="Text Placeholder 12">
            <a:extLst>
              <a:ext uri="{FF2B5EF4-FFF2-40B4-BE49-F238E27FC236}">
                <a16:creationId xmlns:a16="http://schemas.microsoft.com/office/drawing/2014/main" id="{C382931F-412B-91C7-8859-E52809365D8B}"/>
              </a:ext>
            </a:extLst>
          </p:cNvPr>
          <p:cNvSpPr>
            <a:spLocks noGrp="1"/>
          </p:cNvSpPr>
          <p:nvPr>
            <p:ph type="body" sz="quarter" idx="12"/>
          </p:nvPr>
        </p:nvSpPr>
        <p:spPr>
          <a:xfrm>
            <a:off x="6424640" y="4707502"/>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Tree>
    <p:extLst>
      <p:ext uri="{BB962C8B-B14F-4D97-AF65-F5344CB8AC3E}">
        <p14:creationId xmlns:p14="http://schemas.microsoft.com/office/powerpoint/2010/main" val="35917617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768">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1068316"/>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2431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84962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10_TITLE &amp; SUB">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DB7C14D-4BCE-C6FB-73BC-7CC9541EEB68}"/>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a:alphaModFix amt="55000"/>
            <a:extLst>
              <a:ext uri="{28A0092B-C50C-407E-A947-70E740481C1C}">
                <a14:useLocalDpi xmlns:a14="http://schemas.microsoft.com/office/drawing/2010/main" val="0"/>
              </a:ext>
            </a:extLst>
          </a:blip>
          <a:srcRect l="-3" t="9326" r="50" b="15915"/>
          <a:stretch/>
        </p:blipFill>
        <p:spPr bwMode="auto">
          <a:xfrm>
            <a:off x="-28209" y="1"/>
            <a:ext cx="12225674" cy="65656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79A690D-B40A-DE7F-646A-BB3363789F74}"/>
              </a:ext>
              <a:ext uri="{C183D7F6-B498-43B3-948B-1728B52AA6E4}">
                <adec:decorative xmlns:adec="http://schemas.microsoft.com/office/drawing/2017/decorative" val="1"/>
              </a:ext>
            </a:extLst>
          </p:cNvPr>
          <p:cNvSpPr/>
          <p:nvPr userDrawn="1"/>
        </p:nvSpPr>
        <p:spPr bwMode="auto">
          <a:xfrm>
            <a:off x="0" y="403929"/>
            <a:ext cx="12235873" cy="5891349"/>
          </a:xfrm>
          <a:prstGeom prst="rect">
            <a:avLst/>
          </a:prstGeom>
          <a:solidFill>
            <a:schemeClr val="dk1">
              <a:alpha val="4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CE53CC27-C833-E269-F0CC-F0875BFD890D}"/>
              </a:ext>
              <a:ext uri="{C183D7F6-B498-43B3-948B-1728B52AA6E4}">
                <adec:decorative xmlns:adec="http://schemas.microsoft.com/office/drawing/2017/decorative" val="1"/>
              </a:ext>
            </a:extLst>
          </p:cNvPr>
          <p:cNvGrpSpPr/>
          <p:nvPr userDrawn="1"/>
        </p:nvGrpSpPr>
        <p:grpSpPr>
          <a:xfrm>
            <a:off x="503518" y="1449472"/>
            <a:ext cx="2743200" cy="4653435"/>
            <a:chOff x="3153066" y="1685024"/>
            <a:chExt cx="5872022" cy="4153830"/>
          </a:xfrm>
        </p:grpSpPr>
        <p:sp>
          <p:nvSpPr>
            <p:cNvPr id="23" name="Rectangle 22">
              <a:extLst>
                <a:ext uri="{FF2B5EF4-FFF2-40B4-BE49-F238E27FC236}">
                  <a16:creationId xmlns:a16="http://schemas.microsoft.com/office/drawing/2014/main" id="{1B063FBD-90EC-7F07-8E10-F034B050DC0B}"/>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4" name="Rectangle 23">
              <a:extLst>
                <a:ext uri="{FF2B5EF4-FFF2-40B4-BE49-F238E27FC236}">
                  <a16:creationId xmlns:a16="http://schemas.microsoft.com/office/drawing/2014/main" id="{96743226-0D20-E861-1F7A-8B7323129D86}"/>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5" name="Group 24">
            <a:extLst>
              <a:ext uri="{FF2B5EF4-FFF2-40B4-BE49-F238E27FC236}">
                <a16:creationId xmlns:a16="http://schemas.microsoft.com/office/drawing/2014/main" id="{BB95203E-355E-6FF4-45D1-ACFF8BF464CC}"/>
              </a:ext>
              <a:ext uri="{C183D7F6-B498-43B3-948B-1728B52AA6E4}">
                <adec:decorative xmlns:adec="http://schemas.microsoft.com/office/drawing/2017/decorative" val="1"/>
              </a:ext>
            </a:extLst>
          </p:cNvPr>
          <p:cNvGrpSpPr/>
          <p:nvPr userDrawn="1"/>
        </p:nvGrpSpPr>
        <p:grpSpPr>
          <a:xfrm>
            <a:off x="3322392" y="1449472"/>
            <a:ext cx="2743200" cy="4653435"/>
            <a:chOff x="3153066" y="1685024"/>
            <a:chExt cx="5872022" cy="4153830"/>
          </a:xfrm>
        </p:grpSpPr>
        <p:sp>
          <p:nvSpPr>
            <p:cNvPr id="26" name="Rectangle 25">
              <a:extLst>
                <a:ext uri="{FF2B5EF4-FFF2-40B4-BE49-F238E27FC236}">
                  <a16:creationId xmlns:a16="http://schemas.microsoft.com/office/drawing/2014/main" id="{F89D454B-8558-1A94-B52F-3267592642AE}"/>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7" name="Rectangle 26">
              <a:extLst>
                <a:ext uri="{FF2B5EF4-FFF2-40B4-BE49-F238E27FC236}">
                  <a16:creationId xmlns:a16="http://schemas.microsoft.com/office/drawing/2014/main" id="{C2DF5F0B-35E8-B2DE-53A4-B8F3226CFCEB}"/>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8" name="Group 27">
            <a:extLst>
              <a:ext uri="{FF2B5EF4-FFF2-40B4-BE49-F238E27FC236}">
                <a16:creationId xmlns:a16="http://schemas.microsoft.com/office/drawing/2014/main" id="{566CCC1A-9ACD-13E7-4EBF-C842A2923758}"/>
              </a:ext>
              <a:ext uri="{C183D7F6-B498-43B3-948B-1728B52AA6E4}">
                <adec:decorative xmlns:adec="http://schemas.microsoft.com/office/drawing/2017/decorative" val="1"/>
              </a:ext>
            </a:extLst>
          </p:cNvPr>
          <p:cNvGrpSpPr/>
          <p:nvPr userDrawn="1"/>
        </p:nvGrpSpPr>
        <p:grpSpPr>
          <a:xfrm>
            <a:off x="6141266" y="1449472"/>
            <a:ext cx="2743200" cy="4653435"/>
            <a:chOff x="3153066" y="1685024"/>
            <a:chExt cx="5872022" cy="4153830"/>
          </a:xfrm>
        </p:grpSpPr>
        <p:sp>
          <p:nvSpPr>
            <p:cNvPr id="32" name="Rectangle 31">
              <a:extLst>
                <a:ext uri="{FF2B5EF4-FFF2-40B4-BE49-F238E27FC236}">
                  <a16:creationId xmlns:a16="http://schemas.microsoft.com/office/drawing/2014/main" id="{0EAD7A8F-2D61-A7AF-4860-09E717313D56}"/>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38" name="Rectangle 37">
              <a:extLst>
                <a:ext uri="{FF2B5EF4-FFF2-40B4-BE49-F238E27FC236}">
                  <a16:creationId xmlns:a16="http://schemas.microsoft.com/office/drawing/2014/main" id="{D9F2CB8D-E8F3-AE12-96C2-530747CFE318}"/>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39" name="Group 38">
            <a:extLst>
              <a:ext uri="{FF2B5EF4-FFF2-40B4-BE49-F238E27FC236}">
                <a16:creationId xmlns:a16="http://schemas.microsoft.com/office/drawing/2014/main" id="{D266C45A-C430-E7B2-FC54-0CC25348F481}"/>
              </a:ext>
              <a:ext uri="{C183D7F6-B498-43B3-948B-1728B52AA6E4}">
                <adec:decorative xmlns:adec="http://schemas.microsoft.com/office/drawing/2017/decorative" val="1"/>
              </a:ext>
            </a:extLst>
          </p:cNvPr>
          <p:cNvGrpSpPr/>
          <p:nvPr userDrawn="1"/>
        </p:nvGrpSpPr>
        <p:grpSpPr>
          <a:xfrm>
            <a:off x="8960139" y="1449472"/>
            <a:ext cx="2743200" cy="4653435"/>
            <a:chOff x="3153066" y="1685024"/>
            <a:chExt cx="5872022" cy="4153830"/>
          </a:xfrm>
        </p:grpSpPr>
        <p:sp>
          <p:nvSpPr>
            <p:cNvPr id="40" name="Rectangle 39">
              <a:extLst>
                <a:ext uri="{FF2B5EF4-FFF2-40B4-BE49-F238E27FC236}">
                  <a16:creationId xmlns:a16="http://schemas.microsoft.com/office/drawing/2014/main" id="{E4C02781-D19A-D3B3-B666-7A79733C8174}"/>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41" name="Rectangle 40">
              <a:extLst>
                <a:ext uri="{FF2B5EF4-FFF2-40B4-BE49-F238E27FC236}">
                  <a16:creationId xmlns:a16="http://schemas.microsoft.com/office/drawing/2014/main" id="{70E95DDD-2F02-0214-3837-3C23467ED712}"/>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sp>
        <p:nvSpPr>
          <p:cNvPr id="6" name="Title 5">
            <a:extLst>
              <a:ext uri="{FF2B5EF4-FFF2-40B4-BE49-F238E27FC236}">
                <a16:creationId xmlns:a16="http://schemas.microsoft.com/office/drawing/2014/main" id="{A6A88CCA-CF1B-2217-4FF6-45FAC257166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BB2D1D95-65AC-46A1-A67B-514678A8ACB5}"/>
              </a:ext>
            </a:extLst>
          </p:cNvPr>
          <p:cNvSpPr>
            <a:spLocks noGrp="1"/>
          </p:cNvSpPr>
          <p:nvPr>
            <p:ph type="body" sz="quarter" idx="10"/>
          </p:nvPr>
        </p:nvSpPr>
        <p:spPr>
          <a:xfrm>
            <a:off x="588963" y="949325"/>
            <a:ext cx="11014075" cy="307777"/>
          </a:xfrm>
        </p:spPr>
        <p:txBody>
          <a:bodyPr/>
          <a:lstStyle>
            <a:lvl1pPr algn="ctr">
              <a:defRPr sz="2000">
                <a:solidFill>
                  <a:schemeClr val="accent1"/>
                </a:solidFill>
              </a:defRPr>
            </a:lvl1pPr>
            <a:lvl2pPr algn="ctr">
              <a:defRPr/>
            </a:lvl2pPr>
            <a:lvl3pPr algn="ctr">
              <a:defRPr/>
            </a:lvl3pPr>
            <a:lvl4pPr algn="ctr">
              <a:defRPr/>
            </a:lvl4pPr>
            <a:lvl5pPr algn="ctr">
              <a:defRPr/>
            </a:lvl5pPr>
          </a:lstStyle>
          <a:p>
            <a:pPr lvl="0"/>
            <a:r>
              <a:rPr lang="en-US"/>
              <a:t>Click to edit Master text styles</a:t>
            </a:r>
          </a:p>
        </p:txBody>
      </p:sp>
      <p:sp>
        <p:nvSpPr>
          <p:cNvPr id="8" name="Text Placeholder 6">
            <a:extLst>
              <a:ext uri="{FF2B5EF4-FFF2-40B4-BE49-F238E27FC236}">
                <a16:creationId xmlns:a16="http://schemas.microsoft.com/office/drawing/2014/main" id="{8A82CF4F-3224-D43A-06D7-811842F7ABEC}"/>
              </a:ext>
            </a:extLst>
          </p:cNvPr>
          <p:cNvSpPr>
            <a:spLocks noGrp="1"/>
          </p:cNvSpPr>
          <p:nvPr>
            <p:ph type="body" sz="quarter" idx="14"/>
          </p:nvPr>
        </p:nvSpPr>
        <p:spPr>
          <a:xfrm>
            <a:off x="686398"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29" name="Text Placeholder 4">
            <a:extLst>
              <a:ext uri="{FF2B5EF4-FFF2-40B4-BE49-F238E27FC236}">
                <a16:creationId xmlns:a16="http://schemas.microsoft.com/office/drawing/2014/main" id="{EA9A8C56-994E-3B63-53FF-2C408B0891DB}"/>
              </a:ext>
            </a:extLst>
          </p:cNvPr>
          <p:cNvSpPr>
            <a:spLocks noGrp="1"/>
          </p:cNvSpPr>
          <p:nvPr>
            <p:ph type="body" sz="quarter" idx="11"/>
          </p:nvPr>
        </p:nvSpPr>
        <p:spPr>
          <a:xfrm>
            <a:off x="732118" y="2743235"/>
            <a:ext cx="2350388"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0" name="Text Placeholder 4">
            <a:extLst>
              <a:ext uri="{FF2B5EF4-FFF2-40B4-BE49-F238E27FC236}">
                <a16:creationId xmlns:a16="http://schemas.microsoft.com/office/drawing/2014/main" id="{A2286590-B64A-1C57-4114-0FD80F8A9F65}"/>
              </a:ext>
            </a:extLst>
          </p:cNvPr>
          <p:cNvSpPr>
            <a:spLocks noGrp="1"/>
          </p:cNvSpPr>
          <p:nvPr>
            <p:ph type="body" sz="quarter" idx="26"/>
          </p:nvPr>
        </p:nvSpPr>
        <p:spPr>
          <a:xfrm>
            <a:off x="732118"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0" name="Text Placeholder 6">
            <a:extLst>
              <a:ext uri="{FF2B5EF4-FFF2-40B4-BE49-F238E27FC236}">
                <a16:creationId xmlns:a16="http://schemas.microsoft.com/office/drawing/2014/main" id="{E4F07104-8EDF-E13F-D2E0-7092F76A9F79}"/>
              </a:ext>
            </a:extLst>
          </p:cNvPr>
          <p:cNvSpPr>
            <a:spLocks noGrp="1"/>
          </p:cNvSpPr>
          <p:nvPr>
            <p:ph type="body" sz="quarter" idx="16"/>
          </p:nvPr>
        </p:nvSpPr>
        <p:spPr>
          <a:xfrm>
            <a:off x="3505272"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1" name="Text Placeholder 4">
            <a:extLst>
              <a:ext uri="{FF2B5EF4-FFF2-40B4-BE49-F238E27FC236}">
                <a16:creationId xmlns:a16="http://schemas.microsoft.com/office/drawing/2014/main" id="{05A66053-2E13-1FCC-F222-642A9234B3E2}"/>
              </a:ext>
            </a:extLst>
          </p:cNvPr>
          <p:cNvSpPr>
            <a:spLocks noGrp="1"/>
          </p:cNvSpPr>
          <p:nvPr>
            <p:ph type="body" sz="quarter" idx="27"/>
          </p:nvPr>
        </p:nvSpPr>
        <p:spPr>
          <a:xfrm>
            <a:off x="3550992" y="2743235"/>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5" name="Text Placeholder 4">
            <a:extLst>
              <a:ext uri="{FF2B5EF4-FFF2-40B4-BE49-F238E27FC236}">
                <a16:creationId xmlns:a16="http://schemas.microsoft.com/office/drawing/2014/main" id="{DB1DE814-1EC2-7644-6AAA-C983C6FCA7B6}"/>
              </a:ext>
            </a:extLst>
          </p:cNvPr>
          <p:cNvSpPr>
            <a:spLocks noGrp="1"/>
          </p:cNvSpPr>
          <p:nvPr>
            <p:ph type="body" sz="quarter" idx="30"/>
          </p:nvPr>
        </p:nvSpPr>
        <p:spPr>
          <a:xfrm>
            <a:off x="3550992"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5" name="Text Placeholder 6">
            <a:extLst>
              <a:ext uri="{FF2B5EF4-FFF2-40B4-BE49-F238E27FC236}">
                <a16:creationId xmlns:a16="http://schemas.microsoft.com/office/drawing/2014/main" id="{2FFEE02D-658B-F7EE-3149-5E2BF0C21B42}"/>
              </a:ext>
            </a:extLst>
          </p:cNvPr>
          <p:cNvSpPr>
            <a:spLocks noGrp="1"/>
          </p:cNvSpPr>
          <p:nvPr>
            <p:ph type="body" sz="quarter" idx="18"/>
          </p:nvPr>
        </p:nvSpPr>
        <p:spPr>
          <a:xfrm>
            <a:off x="6324146"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3" name="Text Placeholder 4">
            <a:extLst>
              <a:ext uri="{FF2B5EF4-FFF2-40B4-BE49-F238E27FC236}">
                <a16:creationId xmlns:a16="http://schemas.microsoft.com/office/drawing/2014/main" id="{D641A7C7-FC4F-CFA2-704B-A7F7EE6F5D60}"/>
              </a:ext>
            </a:extLst>
          </p:cNvPr>
          <p:cNvSpPr>
            <a:spLocks noGrp="1"/>
          </p:cNvSpPr>
          <p:nvPr>
            <p:ph type="body" sz="quarter" idx="28"/>
          </p:nvPr>
        </p:nvSpPr>
        <p:spPr>
          <a:xfrm>
            <a:off x="6369866" y="2720069"/>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6" name="Text Placeholder 4">
            <a:extLst>
              <a:ext uri="{FF2B5EF4-FFF2-40B4-BE49-F238E27FC236}">
                <a16:creationId xmlns:a16="http://schemas.microsoft.com/office/drawing/2014/main" id="{8090F45E-0286-A06D-BE02-014EE8D8E18A}"/>
              </a:ext>
            </a:extLst>
          </p:cNvPr>
          <p:cNvSpPr>
            <a:spLocks noGrp="1"/>
          </p:cNvSpPr>
          <p:nvPr>
            <p:ph type="body" sz="quarter" idx="31"/>
          </p:nvPr>
        </p:nvSpPr>
        <p:spPr>
          <a:xfrm>
            <a:off x="6369866"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7" name="Text Placeholder 6">
            <a:extLst>
              <a:ext uri="{FF2B5EF4-FFF2-40B4-BE49-F238E27FC236}">
                <a16:creationId xmlns:a16="http://schemas.microsoft.com/office/drawing/2014/main" id="{C7E9D703-5CA2-9140-8FAC-105F10CB837C}"/>
              </a:ext>
            </a:extLst>
          </p:cNvPr>
          <p:cNvSpPr>
            <a:spLocks noGrp="1"/>
          </p:cNvSpPr>
          <p:nvPr>
            <p:ph type="body" sz="quarter" idx="20"/>
          </p:nvPr>
        </p:nvSpPr>
        <p:spPr>
          <a:xfrm>
            <a:off x="9143019"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4" name="Text Placeholder 4">
            <a:extLst>
              <a:ext uri="{FF2B5EF4-FFF2-40B4-BE49-F238E27FC236}">
                <a16:creationId xmlns:a16="http://schemas.microsoft.com/office/drawing/2014/main" id="{3B7752E9-F95E-D327-792E-46BF4F4EC09A}"/>
              </a:ext>
            </a:extLst>
          </p:cNvPr>
          <p:cNvSpPr>
            <a:spLocks noGrp="1"/>
          </p:cNvSpPr>
          <p:nvPr>
            <p:ph type="body" sz="quarter" idx="29"/>
          </p:nvPr>
        </p:nvSpPr>
        <p:spPr>
          <a:xfrm>
            <a:off x="9188739" y="2720069"/>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7" name="Text Placeholder 4">
            <a:extLst>
              <a:ext uri="{FF2B5EF4-FFF2-40B4-BE49-F238E27FC236}">
                <a16:creationId xmlns:a16="http://schemas.microsoft.com/office/drawing/2014/main" id="{CD83B2AA-83D9-0001-89F6-B601D9BE44D9}"/>
              </a:ext>
            </a:extLst>
          </p:cNvPr>
          <p:cNvSpPr>
            <a:spLocks noGrp="1"/>
          </p:cNvSpPr>
          <p:nvPr>
            <p:ph type="body" sz="quarter" idx="32"/>
          </p:nvPr>
        </p:nvSpPr>
        <p:spPr>
          <a:xfrm>
            <a:off x="918873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6225313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userDrawn="1">
  <p:cSld name="3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06731"/>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159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6"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0"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39"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8"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8" y="3993254"/>
            <a:ext cx="2011680"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5"/>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65287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79"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3"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5"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1"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7"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 uri="{C183D7F6-B498-43B3-948B-1728B52AA6E4}">
                <adec:decorative xmlns:adec="http://schemas.microsoft.com/office/drawing/2017/decorative" val="1"/>
              </a:ext>
            </a:extLst>
          </p:cNvPr>
          <p:cNvCxnSpPr>
            <a:cxnSpLocks/>
          </p:cNvCxnSpPr>
          <p:nvPr userDrawn="1"/>
        </p:nvCxnSpPr>
        <p:spPr>
          <a:xfrm flipH="1">
            <a:off x="5181364"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 uri="{C183D7F6-B498-43B3-948B-1728B52AA6E4}">
                <adec:decorative xmlns:adec="http://schemas.microsoft.com/office/drawing/2017/decorative" val="1"/>
              </a:ext>
            </a:extLst>
          </p:cNvPr>
          <p:cNvCxnSpPr>
            <a:cxnSpLocks/>
          </p:cNvCxnSpPr>
          <p:nvPr userDrawn="1"/>
        </p:nvCxnSpPr>
        <p:spPr>
          <a:xfrm flipH="1">
            <a:off x="8981132"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 uri="{C183D7F6-B498-43B3-948B-1728B52AA6E4}">
                <adec:decorative xmlns:adec="http://schemas.microsoft.com/office/drawing/2017/decorative" val="1"/>
              </a:ext>
            </a:extLst>
          </p:cNvPr>
          <p:cNvCxnSpPr>
            <a:cxnSpLocks/>
          </p:cNvCxnSpPr>
          <p:nvPr userDrawn="1"/>
        </p:nvCxnSpPr>
        <p:spPr>
          <a:xfrm flipH="1">
            <a:off x="7081248"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 uri="{C183D7F6-B498-43B3-948B-1728B52AA6E4}">
                <adec:decorative xmlns:adec="http://schemas.microsoft.com/office/drawing/2017/decorative" val="1"/>
              </a:ext>
            </a:extLst>
          </p:cNvPr>
          <p:cNvCxnSpPr>
            <a:cxnSpLocks/>
          </p:cNvCxnSpPr>
          <p:nvPr userDrawn="1"/>
        </p:nvCxnSpPr>
        <p:spPr>
          <a:xfrm flipH="1">
            <a:off x="3281480"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1524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5" name="Text Placeholder 16">
            <a:extLst>
              <a:ext uri="{FF2B5EF4-FFF2-40B4-BE49-F238E27FC236}">
                <a16:creationId xmlns:a16="http://schemas.microsoft.com/office/drawing/2014/main" id="{A3B54949-70D5-73D1-09AD-8C5CA75354F1}"/>
              </a:ext>
            </a:extLst>
          </p:cNvPr>
          <p:cNvSpPr>
            <a:spLocks noGrp="1"/>
          </p:cNvSpPr>
          <p:nvPr>
            <p:ph type="body" sz="quarter" idx="43"/>
          </p:nvPr>
        </p:nvSpPr>
        <p:spPr>
          <a:xfrm>
            <a:off x="4684862" y="6208981"/>
            <a:ext cx="2822276" cy="369332"/>
          </a:xfrm>
        </p:spPr>
        <p:txBody>
          <a:bodyPr anchor="ctr"/>
          <a:lstStyle>
            <a:lvl1pPr algn="ctr">
              <a:spcBef>
                <a:spcPts val="0"/>
              </a:spcBef>
              <a:spcAft>
                <a:spcPts val="0"/>
              </a:spcAft>
              <a:defRPr lang="en-US" sz="2400" b="0" kern="1200" cap="none" spc="-50" baseline="0" dirty="0">
                <a:ln w="3175">
                  <a:noFill/>
                </a:ln>
                <a:gradFill flip="none" rotWithShape="1">
                  <a:gsLst>
                    <a:gs pos="36000">
                      <a:schemeClr val="accent1"/>
                    </a:gs>
                    <a:gs pos="74000">
                      <a:srgbClr val="D59DFF"/>
                    </a:gs>
                  </a:gsLst>
                  <a:lin ang="2700000" scaled="1"/>
                  <a:tileRect/>
                </a:gradFill>
                <a:effectLst/>
                <a:latin typeface="Segoe UI Semibold"/>
                <a:ea typeface="+mj-lt"/>
                <a:cs typeface="Segoe UI Semibold"/>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2300187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6881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userDrawn="1">
  <p:cSld name="Blank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48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2227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27570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4943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722DA1-E48A-0989-FE5F-F9DCC94C78C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41052513"/>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3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1" y="3291776"/>
            <a:ext cx="9230589" cy="1414956"/>
          </a:xfrm>
          <a:prstGeom prst="rect">
            <a:avLst/>
          </a:prstGeom>
          <a:solidFill>
            <a:schemeClr val="bg1">
              <a:lumMod val="8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5" name="CUSTOMER LOGO">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2103120"/>
          </a:xfrm>
          <a:prstGeom prst="rect">
            <a:avLst/>
          </a:prstGeom>
        </p:spPr>
        <p:txBody>
          <a:bodyPr/>
          <a:lstStyle>
            <a:lvl1pPr marL="0" indent="0">
              <a:buNone/>
              <a:defRPr/>
            </a:lvl1pPr>
          </a:lstStyle>
          <a:p>
            <a:r>
              <a:rPr lang="en-US"/>
              <a:t>Logo</a:t>
            </a:r>
          </a:p>
        </p:txBody>
      </p:sp>
      <p:sp>
        <p:nvSpPr>
          <p:cNvPr id="24" name="BANNER IMAGE">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3292475"/>
          </a:xfrm>
          <a:prstGeom prst="rect">
            <a:avLst/>
          </a:prstGeom>
        </p:spPr>
        <p:txBody>
          <a:bodyPr/>
          <a:lstStyle>
            <a:lvl1pPr marL="0" indent="0">
              <a:buNone/>
              <a:defRPr/>
            </a:lvl1pPr>
          </a:lstStyle>
          <a:p>
            <a:r>
              <a:rPr lang="en-US"/>
              <a:t>Horizontal banner image</a:t>
            </a:r>
          </a:p>
        </p:txBody>
      </p:sp>
      <p:sp>
        <p:nvSpPr>
          <p:cNvPr id="27" name="QUOTE" descr="quote">
            <a:extLst>
              <a:ext uri="{FF2B5EF4-FFF2-40B4-BE49-F238E27FC236}">
                <a16:creationId xmlns:a16="http://schemas.microsoft.com/office/drawing/2014/main" id="{CEABE899-10A3-484A-9A5F-6B1D4CB09EA4}"/>
              </a:ext>
            </a:extLst>
          </p:cNvPr>
          <p:cNvSpPr>
            <a:spLocks noGrp="1"/>
          </p:cNvSpPr>
          <p:nvPr>
            <p:ph type="body" sz="quarter" idx="10"/>
          </p:nvPr>
        </p:nvSpPr>
        <p:spPr>
          <a:xfrm>
            <a:off x="3268758" y="3460224"/>
            <a:ext cx="8643841" cy="830262"/>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37" name="QUOTE AUTHOR" descr="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25" name="Situation" descr="Situation">
            <a:extLst>
              <a:ext uri="{FF2B5EF4-FFF2-40B4-BE49-F238E27FC236}">
                <a16:creationId xmlns:a16="http://schemas.microsoft.com/office/drawing/2014/main" id="{F5F6FC98-BF54-8E4B-ADCE-416C088B5FD5}"/>
              </a:ext>
            </a:extLst>
          </p:cNvPr>
          <p:cNvSpPr txBox="1"/>
          <p:nvPr userDrawn="1"/>
        </p:nvSpPr>
        <p:spPr>
          <a:xfrm>
            <a:off x="3268758" y="4875180"/>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Situation:</a:t>
            </a:r>
          </a:p>
        </p:txBody>
      </p:sp>
      <p:sp>
        <p:nvSpPr>
          <p:cNvPr id="28" name="SITUATION COPY">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422594"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2" name="Solution" descr="Solution">
            <a:extLst>
              <a:ext uri="{FF2B5EF4-FFF2-40B4-BE49-F238E27FC236}">
                <a16:creationId xmlns:a16="http://schemas.microsoft.com/office/drawing/2014/main" id="{B59E8476-D4FE-3D4F-9EC9-5DA909E29651}"/>
              </a:ext>
            </a:extLst>
          </p:cNvPr>
          <p:cNvSpPr txBox="1"/>
          <p:nvPr userDrawn="1"/>
        </p:nvSpPr>
        <p:spPr>
          <a:xfrm>
            <a:off x="5829078" y="4875180"/>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Solution:</a:t>
            </a:r>
          </a:p>
        </p:txBody>
      </p:sp>
      <p:sp>
        <p:nvSpPr>
          <p:cNvPr id="43" name="Solution COPY">
            <a:extLst>
              <a:ext uri="{FF2B5EF4-FFF2-40B4-BE49-F238E27FC236}">
                <a16:creationId xmlns:a16="http://schemas.microsoft.com/office/drawing/2014/main" id="{847B54F4-C98A-7F4F-8633-A67212D37E3D}"/>
              </a:ext>
            </a:extLst>
          </p:cNvPr>
          <p:cNvSpPr>
            <a:spLocks noGrp="1"/>
          </p:cNvSpPr>
          <p:nvPr>
            <p:ph type="body" sz="quarter" idx="21"/>
          </p:nvPr>
        </p:nvSpPr>
        <p:spPr>
          <a:xfrm>
            <a:off x="5829078" y="5162439"/>
            <a:ext cx="2592785"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Impact" descr="Impact">
            <a:extLst>
              <a:ext uri="{FF2B5EF4-FFF2-40B4-BE49-F238E27FC236}">
                <a16:creationId xmlns:a16="http://schemas.microsoft.com/office/drawing/2014/main" id="{B1EBCCF4-5394-C04F-AA62-05007544FC0C}"/>
              </a:ext>
            </a:extLst>
          </p:cNvPr>
          <p:cNvSpPr txBox="1"/>
          <p:nvPr userDrawn="1"/>
        </p:nvSpPr>
        <p:spPr>
          <a:xfrm>
            <a:off x="8797789" y="4858823"/>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Impact:</a:t>
            </a:r>
          </a:p>
        </p:txBody>
      </p:sp>
      <p:sp>
        <p:nvSpPr>
          <p:cNvPr id="45" name="Impact COPY">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SPECIFICATIONS'">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5840513"/>
            <a:ext cx="2286000" cy="153888"/>
          </a:xfrm>
          <a:prstGeom prst="rect">
            <a:avLst/>
          </a:prstGeom>
        </p:spPr>
        <p:txBody>
          <a:bodyPr lIns="0" tIns="0" rIns="0" bIns="0" anchor="b" anchorCtr="0"/>
          <a:lstStyle>
            <a:lvl1pPr marL="0" indent="0">
              <a:lnSpc>
                <a:spcPct val="100000"/>
              </a:lnSpc>
              <a:buNone/>
              <a:defRPr sz="1000" b="1" i="0">
                <a:solidFill>
                  <a:schemeClr val="tx1"/>
                </a:solidFill>
                <a:latin typeface="Segoe UI Semibold" panose="020B0502040204020203" pitchFamily="34" charset="0"/>
                <a:cs typeface="Segoe UI Semibold" panose="020B0502040204020203" pitchFamily="34" charset="0"/>
              </a:defRPr>
            </a:lvl1pPr>
          </a:lstStyle>
          <a:p>
            <a:pPr lvl="0"/>
            <a:endParaRPr lang="en-US"/>
          </a:p>
        </p:txBody>
      </p:sp>
    </p:spTree>
    <p:extLst>
      <p:ext uri="{BB962C8B-B14F-4D97-AF65-F5344CB8AC3E}">
        <p14:creationId xmlns:p14="http://schemas.microsoft.com/office/powerpoint/2010/main" val="74321886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2_Stats - 4 stat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993681" y="2293816"/>
            <a:ext cx="3502562" cy="2154436"/>
          </a:xfrm>
          <a:noFill/>
        </p:spPr>
        <p:txBody>
          <a:bodyPr wrap="none" lIns="0" tIns="0" rIns="0" bIns="0">
            <a:spAutoFit/>
          </a:bodyPr>
          <a:lstStyle>
            <a:lvl1pPr marL="0" indent="0">
              <a:spcBef>
                <a:spcPts val="0"/>
              </a:spcBef>
              <a:buNone/>
              <a:defRPr sz="140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4" name="Text Placeholder 3">
            <a:extLst>
              <a:ext uri="{FF2B5EF4-FFF2-40B4-BE49-F238E27FC236}">
                <a16:creationId xmlns:a16="http://schemas.microsoft.com/office/drawing/2014/main" id="{AB0ED395-3598-DBA8-1B82-A33D6388C6E4}"/>
              </a:ext>
            </a:extLst>
          </p:cNvPr>
          <p:cNvSpPr>
            <a:spLocks noGrp="1"/>
          </p:cNvSpPr>
          <p:nvPr>
            <p:ph type="body" sz="quarter" idx="15"/>
          </p:nvPr>
        </p:nvSpPr>
        <p:spPr>
          <a:xfrm>
            <a:off x="4828503" y="3213556"/>
            <a:ext cx="6632575" cy="430887"/>
          </a:xfrm>
        </p:spPr>
        <p:txBody>
          <a:bodyPr anchor="ctr"/>
          <a:lstStyle>
            <a:lvl1pPr>
              <a:defRPr kumimoji="0" lang="en-US" sz="28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134624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9" name="Title 1"/>
          <p:cNvSpPr>
            <a:spLocks noGrp="1"/>
          </p:cNvSpPr>
          <p:nvPr userDrawn="1">
            <p:ph type="title" hasCustomPrompt="1"/>
          </p:nvPr>
        </p:nvSpPr>
        <p:spPr>
          <a:xfrm>
            <a:off x="584200" y="2340433"/>
            <a:ext cx="5644590" cy="2031325"/>
          </a:xfrm>
          <a:noFill/>
        </p:spPr>
        <p:txBody>
          <a:bodyPr vert="horz" wrap="square" lIns="0" tIns="0" rIns="0" bIns="0" rtlCol="0" anchor="ctr" anchorCtr="0">
            <a:spAutoFit/>
          </a:bodyPr>
          <a:lstStyle>
            <a:lvl1pPr algn="l">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Number 1">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3" y="1660630"/>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5" name="Text Placeholder 1"/>
          <p:cNvSpPr>
            <a:spLocks noGrp="1"/>
          </p:cNvSpPr>
          <p:nvPr>
            <p:ph type="body" sz="quarter" idx="12" hasCustomPrompt="1"/>
          </p:nvPr>
        </p:nvSpPr>
        <p:spPr>
          <a:xfrm>
            <a:off x="6408263" y="2757463"/>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Number 2">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3" y="1660630"/>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62%</a:t>
            </a:r>
          </a:p>
        </p:txBody>
      </p:sp>
      <p:sp>
        <p:nvSpPr>
          <p:cNvPr id="25" name="Text Placeholder 2">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757463"/>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Number 3">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3" y="3799016"/>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98%</a:t>
            </a:r>
          </a:p>
        </p:txBody>
      </p:sp>
      <p:sp>
        <p:nvSpPr>
          <p:cNvPr id="27" name="Text Placeholder 3">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89584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Numb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3" y="3799016"/>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35%</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89584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source">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8573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55284522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40967794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1183"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1411779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1183"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939739771"/>
      </p:ext>
    </p:extLst>
  </p:cSld>
  <p:clrMapOvr>
    <a:masterClrMapping/>
  </p:clrMapOvr>
  <p:transition>
    <p:fade/>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83EBA8-9428-5042-A6AB-BA1563CB95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3241678064"/>
      </p:ext>
    </p:extLst>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2056115774"/>
      </p:ext>
    </p:extLst>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907194612"/>
      </p:ext>
    </p:extLst>
  </p:cSld>
  <p:clrMapOvr>
    <a:masterClrMapping/>
  </p:clrMapOvr>
  <p:transition>
    <p:fade/>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7507D490-6D76-184D-B20A-2C0F2F3DD099}"/>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9" name="Picture 8">
            <a:extLst>
              <a:ext uri="{FF2B5EF4-FFF2-40B4-BE49-F238E27FC236}">
                <a16:creationId xmlns:a16="http://schemas.microsoft.com/office/drawing/2014/main" id="{04B63C3A-8B21-B940-BD1D-D9281E6DD25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3620242399"/>
      </p:ext>
    </p:extLst>
  </p:cSld>
  <p:clrMapOvr>
    <a:masterClrMapping/>
  </p:clrMapOvr>
  <p:transition>
    <p:fade/>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7868" t="8847" r="8127" b="8616"/>
          <a:stretch/>
        </p:blipFill>
        <p:spPr>
          <a:xfrm>
            <a:off x="6111901" y="0"/>
            <a:ext cx="6080099" cy="6858000"/>
          </a:xfrm>
          <a:prstGeom prst="rect">
            <a:avLst/>
          </a:prstGeom>
        </p:spPr>
      </p:pic>
    </p:spTree>
    <p:extLst>
      <p:ext uri="{BB962C8B-B14F-4D97-AF65-F5344CB8AC3E}">
        <p14:creationId xmlns:p14="http://schemas.microsoft.com/office/powerpoint/2010/main" val="494457640"/>
      </p:ext>
    </p:extLst>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4117587067"/>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Slid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9" name="Picture 8">
            <a:extLst>
              <a:ext uri="{FF2B5EF4-FFF2-40B4-BE49-F238E27FC236}">
                <a16:creationId xmlns:a16="http://schemas.microsoft.com/office/drawing/2014/main" id="{92E2926B-CE4C-8042-8EAB-E69CCC77CEF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3855464519"/>
      </p:ext>
    </p:extLst>
  </p:cSld>
  <p:clrMapOvr>
    <a:masterClrMapping/>
  </p:clrMapOvr>
  <p:transition>
    <p:fade/>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le Slide 1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A picture containing person, window, computer, table&#10;&#10;Description automatically generated">
            <a:extLst>
              <a:ext uri="{FF2B5EF4-FFF2-40B4-BE49-F238E27FC236}">
                <a16:creationId xmlns:a16="http://schemas.microsoft.com/office/drawing/2014/main" id="{B79E2876-FB33-2646-85EE-84CA60F64DE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1105484741"/>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2426574894"/>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781605377"/>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Medium: body copy Segoe UI Regular 14/18</a:t>
            </a:r>
          </a:p>
        </p:txBody>
      </p:sp>
    </p:spTree>
    <p:extLst>
      <p:ext uri="{BB962C8B-B14F-4D97-AF65-F5344CB8AC3E}">
        <p14:creationId xmlns:p14="http://schemas.microsoft.com/office/powerpoint/2010/main" val="2302630276"/>
      </p:ext>
    </p:extLst>
  </p:cSld>
  <p:clrMapOvr>
    <a:masterClrMapping/>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372512527"/>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31057164"/>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8718734"/>
      </p:ext>
    </p:extLst>
  </p:cSld>
  <p:clrMapOvr>
    <a:masterClrMapping/>
  </p:clrMapOvr>
  <p:transition>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64957" y="1599722"/>
            <a:ext cx="3609417" cy="3108047"/>
          </a:xfrm>
          <a:prstGeom prst="rect">
            <a:avLst/>
          </a:prstGeom>
        </p:spPr>
      </p:pic>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1599719"/>
            <a:ext cx="3609043" cy="3099393"/>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6" name="Picture 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309002" y="1599718"/>
            <a:ext cx="3612531" cy="3099392"/>
          </a:xfrm>
          <a:prstGeom prst="rect">
            <a:avLst/>
          </a:prstGeom>
        </p:spPr>
      </p:pic>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1599720"/>
            <a:ext cx="3618381" cy="3099393"/>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7" name="Picture 6"/>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8144083" y="1599720"/>
            <a:ext cx="3609417" cy="3103720"/>
          </a:xfrm>
          <a:prstGeom prst="rect">
            <a:avLst/>
          </a:prstGeom>
        </p:spPr>
      </p:pic>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1599719"/>
            <a:ext cx="3609043" cy="3099394"/>
          </a:xfrm>
          <a:prstGeom prst="rect">
            <a:avLst/>
          </a:prstGeom>
        </p:spPr>
        <p:txBody>
          <a:bodyPr anchor="ctr" anchorCtr="0">
            <a:noAutofit/>
          </a:bodyPr>
          <a:lstStyle>
            <a:lvl1pPr algn="ctr">
              <a:defRPr>
                <a:solidFill>
                  <a:schemeClr val="bg1"/>
                </a:solidFill>
              </a:defRPr>
            </a:lvl1pPr>
          </a:lstStyle>
          <a:p>
            <a:r>
              <a:rPr lang="en-US"/>
              <a:t>Drop photo here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861659116"/>
      </p:ext>
    </p:extLst>
  </p:cSld>
  <p:clrMapOvr>
    <a:masterClrMapping/>
  </p:clrMapOvr>
  <p:transition>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002611" y="2301518"/>
            <a:ext cx="647418" cy="647510"/>
          </a:xfrm>
          <a:prstGeom prst="rect">
            <a:avLst/>
          </a:prstGeom>
        </p:spPr>
      </p:pic>
      <p:sp>
        <p:nvSpPr>
          <p:cNvPr id="25" name="Content Placeholder 15"/>
          <p:cNvSpPr>
            <a:spLocks noGrp="1"/>
          </p:cNvSpPr>
          <p:nvPr>
            <p:ph sz="quarter" idx="26" hasCustomPrompt="1"/>
          </p:nvPr>
        </p:nvSpPr>
        <p:spPr>
          <a:xfrm>
            <a:off x="2378328"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4" name="Content Placeholder 15"/>
          <p:cNvSpPr>
            <a:spLocks noGrp="1"/>
          </p:cNvSpPr>
          <p:nvPr>
            <p:ph sz="quarter" idx="25" hasCustomPrompt="1"/>
          </p:nvPr>
        </p:nvSpPr>
        <p:spPr>
          <a:xfrm>
            <a:off x="455995" y="2283405"/>
            <a:ext cx="1693247" cy="672414"/>
          </a:xfrm>
          <a:prstGeom prst="rect">
            <a:avLst/>
          </a:prstGeom>
        </p:spPr>
        <p:txBody>
          <a:bodyPr>
            <a:noAutofit/>
          </a:bodyPr>
          <a:lstStyle>
            <a:lvl1pPr marL="0" indent="0">
              <a:buNone/>
              <a:defRPr sz="1961">
                <a:solidFill>
                  <a:srgbClr val="000000"/>
                </a:solidFill>
              </a:defRPr>
            </a:lvl1pPr>
          </a:lstStyle>
          <a:p>
            <a:pPr lvl="0"/>
            <a:r>
              <a:rPr lang="en-US"/>
              <a:t>Drop graphic here</a:t>
            </a:r>
          </a:p>
        </p:txBody>
      </p:sp>
      <p:sp>
        <p:nvSpPr>
          <p:cNvPr id="26" name="Content Placeholder 15"/>
          <p:cNvSpPr>
            <a:spLocks noGrp="1"/>
          </p:cNvSpPr>
          <p:nvPr>
            <p:ph sz="quarter" idx="27" hasCustomPrompt="1"/>
          </p:nvPr>
        </p:nvSpPr>
        <p:spPr>
          <a:xfrm>
            <a:off x="4300662"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7" name="Content Placeholder 15"/>
          <p:cNvSpPr>
            <a:spLocks noGrp="1"/>
          </p:cNvSpPr>
          <p:nvPr>
            <p:ph sz="quarter" idx="28" hasCustomPrompt="1"/>
          </p:nvPr>
        </p:nvSpPr>
        <p:spPr>
          <a:xfrm>
            <a:off x="6222995"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8" name="Content Placeholder 15"/>
          <p:cNvSpPr>
            <a:spLocks noGrp="1"/>
          </p:cNvSpPr>
          <p:nvPr>
            <p:ph sz="quarter" idx="29" hasCustomPrompt="1"/>
          </p:nvPr>
        </p:nvSpPr>
        <p:spPr>
          <a:xfrm>
            <a:off x="8145328"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9" name="Content Placeholder 15"/>
          <p:cNvSpPr>
            <a:spLocks noGrp="1"/>
          </p:cNvSpPr>
          <p:nvPr>
            <p:ph sz="quarter" idx="30" hasCustomPrompt="1"/>
          </p:nvPr>
        </p:nvSpPr>
        <p:spPr>
          <a:xfrm>
            <a:off x="10067660"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Tree>
    <p:extLst>
      <p:ext uri="{BB962C8B-B14F-4D97-AF65-F5344CB8AC3E}">
        <p14:creationId xmlns:p14="http://schemas.microsoft.com/office/powerpoint/2010/main" val="2555115312"/>
      </p:ext>
    </p:extLst>
  </p:cSld>
  <p:clrMapOvr>
    <a:masterClrMapping/>
  </p:clrMapOvr>
  <p:transition>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85206443"/>
      </p:ext>
    </p:extLst>
  </p:cSld>
  <p:clrMapOvr>
    <a:masterClrMapping/>
  </p:clrMapOvr>
  <p:transition>
    <p:fade/>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77709448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2230372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a:t>Section title</a:t>
            </a:r>
          </a:p>
        </p:txBody>
      </p:sp>
    </p:spTree>
    <p:extLst>
      <p:ext uri="{BB962C8B-B14F-4D97-AF65-F5344CB8AC3E}">
        <p14:creationId xmlns:p14="http://schemas.microsoft.com/office/powerpoint/2010/main" val="38851825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0"/>
            <a:ext cx="5973053" cy="6857999"/>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229841" y="0"/>
            <a:ext cx="5973790" cy="6857999"/>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077114112"/>
      </p:ext>
    </p:extLst>
  </p:cSld>
  <p:clrMapOvr>
    <a:masterClrMapping/>
  </p:clrMapOvr>
  <p:transition>
    <p:fade/>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5647" y="2152781"/>
            <a:ext cx="3648727" cy="2589915"/>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2152781"/>
            <a:ext cx="3647951" cy="2589915"/>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17" name="Picture 16"/>
          <p:cNvPicPr>
            <a:picLocks noChangeAspect="1"/>
          </p:cNvPicPr>
          <p:nvPr userDrawn="1"/>
        </p:nvPicPr>
        <p:blipFill rotWithShape="1">
          <a:blip r:embed="rId3" cstate="screen">
            <a:extLst>
              <a:ext uri="{28A0092B-C50C-407E-A947-70E740481C1C}">
                <a14:useLocalDpi xmlns:a14="http://schemas.microsoft.com/office/drawing/2010/main"/>
              </a:ext>
            </a:extLst>
          </a:blip>
          <a:srcRect l="-302"/>
          <a:stretch/>
        </p:blipFill>
        <p:spPr>
          <a:xfrm>
            <a:off x="4295368" y="2152781"/>
            <a:ext cx="3623052" cy="2589916"/>
          </a:xfrm>
          <a:prstGeom prst="rect">
            <a:avLst/>
          </a:prstGeom>
        </p:spPr>
      </p:pic>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2152781"/>
            <a:ext cx="3618381" cy="2589915"/>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15" name="Picture 14"/>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150360" y="2239883"/>
            <a:ext cx="3623053" cy="2502812"/>
          </a:xfrm>
          <a:prstGeom prst="rect">
            <a:avLst/>
          </a:prstGeom>
        </p:spPr>
      </p:pic>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2152781"/>
            <a:ext cx="3612156" cy="2589915"/>
          </a:xfrm>
          <a:prstGeom prst="rect">
            <a:avLst/>
          </a:prstGeom>
        </p:spPr>
        <p:txBody>
          <a:bodyPr anchor="ctr" anchorCtr="0">
            <a:noAutofit/>
          </a:bodyPr>
          <a:lstStyle>
            <a:lvl1pPr algn="ctr">
              <a:defRPr>
                <a:solidFill>
                  <a:schemeClr val="bg1"/>
                </a:solidFill>
              </a:defRPr>
            </a:lvl1pPr>
          </a:lstStyle>
          <a:p>
            <a:r>
              <a:rPr lang="en-US"/>
              <a:t>Drop photo here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1365634175"/>
      </p:ext>
    </p:extLst>
  </p:cSld>
  <p:clrMapOvr>
    <a:masterClrMapping/>
  </p:clrMapOvr>
  <p:transition>
    <p:fade/>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707243575"/>
      </p:ext>
    </p:extLst>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270596939"/>
      </p:ext>
    </p:extLst>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215240128"/>
      </p:ext>
    </p:extLst>
  </p:cSld>
  <p:clrMapOvr>
    <a:masterClrMapping/>
  </p:clrMapOvr>
  <p:transition>
    <p:fade/>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47055358"/>
      </p:ext>
    </p:extLst>
  </p:cSld>
  <p:clrMapOvr>
    <a:masterClrMapping/>
  </p:clrMapOvr>
  <p:transition>
    <p:fade/>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763542285"/>
      </p:ext>
    </p:extLst>
  </p:cSld>
  <p:clrMapOvr>
    <a:masterClrMapping/>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a:t>Thank you.</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9765048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0"/>
          </p:nvPr>
        </p:nvSpPr>
        <p:spPr/>
        <p:txBody>
          <a:bodyPr/>
          <a:lstStyle/>
          <a:p>
            <a:r>
              <a:rPr lang="en-US">
                <a:solidFill>
                  <a:srgbClr val="505050">
                    <a:tint val="75000"/>
                  </a:srgbClr>
                </a:solidFill>
              </a:rPr>
              <a:t>Microsoft Confidential</a:t>
            </a:r>
          </a:p>
        </p:txBody>
      </p:sp>
      <p:sp>
        <p:nvSpPr>
          <p:cNvPr id="4" name="Slide Number Placeholder 3"/>
          <p:cNvSpPr>
            <a:spLocks noGrp="1"/>
          </p:cNvSpPr>
          <p:nvPr>
            <p:ph type="sldNum" sz="quarter" idx="11"/>
          </p:nvPr>
        </p:nvSpPr>
        <p:spPr/>
        <p:txBody>
          <a:bodyPr/>
          <a:lstStyle/>
          <a:p>
            <a:fld id="{876CC856-7828-42C3-B298-ED3535050C75}" type="slidenum">
              <a:rPr lang="en-US" smtClean="0">
                <a:solidFill>
                  <a:srgbClr val="505050">
                    <a:tint val="75000"/>
                  </a:srgbClr>
                </a:solidFill>
              </a:rPr>
              <a:pPr/>
              <a:t>‹#›</a:t>
            </a:fld>
            <a:endParaRPr lang="en-US">
              <a:solidFill>
                <a:srgbClr val="505050">
                  <a:tint val="75000"/>
                </a:srgbClr>
              </a:solidFill>
            </a:endParaRPr>
          </a:p>
        </p:txBody>
      </p:sp>
    </p:spTree>
    <p:extLst>
      <p:ext uri="{BB962C8B-B14F-4D97-AF65-F5344CB8AC3E}">
        <p14:creationId xmlns:p14="http://schemas.microsoft.com/office/powerpoint/2010/main" val="968985242"/>
      </p:ext>
    </p:extLst>
  </p:cSld>
  <p:clrMapOvr>
    <a:masterClrMapping/>
  </p:clrMapOvr>
  <p:transition>
    <p:fade/>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1372"/>
        <p:cNvGrpSpPr/>
        <p:nvPr/>
      </p:nvGrpSpPr>
      <p:grpSpPr>
        <a:xfrm>
          <a:off x="0" y="0"/>
          <a:ext cx="0" cy="0"/>
          <a:chOff x="0" y="0"/>
          <a:chExt cx="0" cy="0"/>
        </a:xfrm>
      </p:grpSpPr>
      <p:sp>
        <p:nvSpPr>
          <p:cNvPr id="1373" name="Google Shape;1373;g126a11ea032_1_1551"/>
          <p:cNvSpPr txBox="1">
            <a:spLocks noGrp="1"/>
          </p:cNvSpPr>
          <p:nvPr>
            <p:ph type="title"/>
          </p:nvPr>
        </p:nvSpPr>
        <p:spPr>
          <a:xfrm>
            <a:off x="761206" y="761208"/>
            <a:ext cx="10668000" cy="766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8800"/>
              <a:buNone/>
              <a:defRPr/>
            </a:lvl1pPr>
            <a:lvl2pPr lvl="1" algn="l" rtl="0">
              <a:lnSpc>
                <a:spcPct val="80000"/>
              </a:lnSpc>
              <a:spcBef>
                <a:spcPts val="0"/>
              </a:spcBef>
              <a:spcAft>
                <a:spcPts val="0"/>
              </a:spcAft>
              <a:buSzPts val="2900"/>
              <a:buNone/>
              <a:defRPr/>
            </a:lvl2pPr>
            <a:lvl3pPr lvl="2" algn="l" rtl="0">
              <a:lnSpc>
                <a:spcPct val="80000"/>
              </a:lnSpc>
              <a:spcBef>
                <a:spcPts val="0"/>
              </a:spcBef>
              <a:spcAft>
                <a:spcPts val="0"/>
              </a:spcAft>
              <a:buSzPts val="2900"/>
              <a:buNone/>
              <a:defRPr/>
            </a:lvl3pPr>
            <a:lvl4pPr lvl="3" algn="l" rtl="0">
              <a:lnSpc>
                <a:spcPct val="80000"/>
              </a:lnSpc>
              <a:spcBef>
                <a:spcPts val="0"/>
              </a:spcBef>
              <a:spcAft>
                <a:spcPts val="0"/>
              </a:spcAft>
              <a:buSzPts val="2900"/>
              <a:buNone/>
              <a:defRPr/>
            </a:lvl4pPr>
            <a:lvl5pPr lvl="4" algn="l" rtl="0">
              <a:lnSpc>
                <a:spcPct val="80000"/>
              </a:lnSpc>
              <a:spcBef>
                <a:spcPts val="0"/>
              </a:spcBef>
              <a:spcAft>
                <a:spcPts val="0"/>
              </a:spcAft>
              <a:buSzPts val="2900"/>
              <a:buNone/>
              <a:defRPr/>
            </a:lvl5pPr>
            <a:lvl6pPr lvl="5" algn="l" rtl="0">
              <a:lnSpc>
                <a:spcPct val="80000"/>
              </a:lnSpc>
              <a:spcBef>
                <a:spcPts val="0"/>
              </a:spcBef>
              <a:spcAft>
                <a:spcPts val="0"/>
              </a:spcAft>
              <a:buSzPts val="2900"/>
              <a:buNone/>
              <a:defRPr/>
            </a:lvl6pPr>
            <a:lvl7pPr lvl="6" algn="l" rtl="0">
              <a:lnSpc>
                <a:spcPct val="80000"/>
              </a:lnSpc>
              <a:spcBef>
                <a:spcPts val="0"/>
              </a:spcBef>
              <a:spcAft>
                <a:spcPts val="0"/>
              </a:spcAft>
              <a:buSzPts val="2900"/>
              <a:buNone/>
              <a:defRPr/>
            </a:lvl7pPr>
            <a:lvl8pPr lvl="7" algn="l" rtl="0">
              <a:lnSpc>
                <a:spcPct val="80000"/>
              </a:lnSpc>
              <a:spcBef>
                <a:spcPts val="0"/>
              </a:spcBef>
              <a:spcAft>
                <a:spcPts val="0"/>
              </a:spcAft>
              <a:buSzPts val="2900"/>
              <a:buNone/>
              <a:defRPr/>
            </a:lvl8pPr>
            <a:lvl9pPr lvl="8" algn="l" rtl="0">
              <a:lnSpc>
                <a:spcPct val="80000"/>
              </a:lnSpc>
              <a:spcBef>
                <a:spcPts val="0"/>
              </a:spcBef>
              <a:spcAft>
                <a:spcPts val="0"/>
              </a:spcAft>
              <a:buSzPts val="2900"/>
              <a:buNone/>
              <a:defRPr/>
            </a:lvl9pPr>
          </a:lstStyle>
          <a:p>
            <a:endParaRPr/>
          </a:p>
        </p:txBody>
      </p:sp>
      <p:sp>
        <p:nvSpPr>
          <p:cNvPr id="1374" name="Google Shape;1374;g126a11ea032_1_1551"/>
          <p:cNvSpPr txBox="1">
            <a:spLocks noGrp="1"/>
          </p:cNvSpPr>
          <p:nvPr>
            <p:ph type="body" idx="1"/>
          </p:nvPr>
        </p:nvSpPr>
        <p:spPr>
          <a:xfrm>
            <a:off x="0" y="0"/>
            <a:ext cx="1500000" cy="1500000"/>
          </a:xfrm>
          <a:prstGeom prst="rect">
            <a:avLst/>
          </a:prstGeom>
          <a:noFill/>
          <a:ln>
            <a:noFill/>
          </a:ln>
        </p:spPr>
        <p:txBody>
          <a:bodyPr spcFirstLastPara="1" wrap="square" lIns="91425" tIns="45700" rIns="91425" bIns="45700" anchor="t" anchorCtr="0">
            <a:normAutofit/>
          </a:bodyPr>
          <a:lstStyle>
            <a:lvl1pPr marL="228512" marR="0" lvl="0"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1pPr>
            <a:lvl2pPr marL="457025" marR="0" lvl="1"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2pPr>
            <a:lvl3pPr marL="685537" marR="0" lvl="2"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3pPr>
            <a:lvl4pPr marL="914049" marR="0" lvl="3"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4pPr>
            <a:lvl5pPr marL="1142561" marR="0" lvl="4"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5pPr>
            <a:lvl6pPr marL="1371074" marR="0" lvl="5"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6pPr>
            <a:lvl7pPr marL="1599586" marR="0" lvl="6"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7pPr>
            <a:lvl8pPr marL="1828098" marR="0" lvl="7"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8pPr>
            <a:lvl9pPr marL="2056610" marR="0" lvl="8"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9pPr>
          </a:lstStyle>
          <a:p>
            <a:endParaRPr/>
          </a:p>
        </p:txBody>
      </p:sp>
      <p:sp>
        <p:nvSpPr>
          <p:cNvPr id="1375" name="Google Shape;1375;g126a11ea032_1_1551"/>
          <p:cNvSpPr txBox="1">
            <a:spLocks noGrp="1"/>
          </p:cNvSpPr>
          <p:nvPr>
            <p:ph type="dt" idx="10"/>
          </p:nvPr>
        </p:nvSpPr>
        <p:spPr>
          <a:xfrm>
            <a:off x="0" y="0"/>
            <a:ext cx="1500000" cy="15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200" b="0" i="0" u="none">
                <a:solidFill>
                  <a:srgbClr val="5E5E5E"/>
                </a:solidFill>
                <a:latin typeface="Helvetica Neue"/>
                <a:ea typeface="Helvetica Neue"/>
                <a:cs typeface="Helvetica Neue"/>
                <a:sym typeface="Helvetica Neue"/>
              </a:defRPr>
            </a:lvl1pPr>
            <a:lvl2pPr marR="0" lvl="1"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2pPr>
            <a:lvl3pPr marR="0" lvl="2"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3pPr>
            <a:lvl4pPr marR="0" lvl="3"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4pPr>
            <a:lvl5pPr marR="0" lvl="4"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5pPr>
            <a:lvl6pPr marR="0" lvl="5"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6pPr>
            <a:lvl7pPr marR="0" lvl="6"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7pPr>
            <a:lvl8pPr marR="0" lvl="7"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8pPr>
            <a:lvl9pPr marR="0" lvl="8"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9pPr>
          </a:lstStyle>
          <a:p>
            <a:endParaRPr/>
          </a:p>
        </p:txBody>
      </p:sp>
      <p:sp>
        <p:nvSpPr>
          <p:cNvPr id="1376" name="Google Shape;1376;g126a11ea032_1_1551"/>
          <p:cNvSpPr txBox="1">
            <a:spLocks noGrp="1"/>
          </p:cNvSpPr>
          <p:nvPr>
            <p:ph type="ftr" idx="11"/>
          </p:nvPr>
        </p:nvSpPr>
        <p:spPr>
          <a:xfrm>
            <a:off x="0" y="0"/>
            <a:ext cx="1500000" cy="15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200" b="0" i="0" u="none">
                <a:solidFill>
                  <a:srgbClr val="5E5E5E"/>
                </a:solidFill>
                <a:latin typeface="Helvetica Neue"/>
                <a:ea typeface="Helvetica Neue"/>
                <a:cs typeface="Helvetica Neue"/>
                <a:sym typeface="Helvetica Neue"/>
              </a:defRPr>
            </a:lvl1pPr>
            <a:lvl2pPr marR="0" lvl="1"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2pPr>
            <a:lvl3pPr marR="0" lvl="2"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3pPr>
            <a:lvl4pPr marR="0" lvl="3"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4pPr>
            <a:lvl5pPr marR="0" lvl="4"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5pPr>
            <a:lvl6pPr marR="0" lvl="5"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6pPr>
            <a:lvl7pPr marR="0" lvl="6"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7pPr>
            <a:lvl8pPr marR="0" lvl="7"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8pPr>
            <a:lvl9pPr marR="0" lvl="8"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9pPr>
          </a:lstStyle>
          <a:p>
            <a:endParaRPr/>
          </a:p>
        </p:txBody>
      </p:sp>
      <p:sp>
        <p:nvSpPr>
          <p:cNvPr id="1377" name="Google Shape;1377;g126a11ea032_1_1551"/>
          <p:cNvSpPr txBox="1">
            <a:spLocks noGrp="1"/>
          </p:cNvSpPr>
          <p:nvPr>
            <p:ph type="sldNum" idx="12"/>
          </p:nvPr>
        </p:nvSpPr>
        <p:spPr>
          <a:xfrm>
            <a:off x="11629231" y="6292056"/>
            <a:ext cx="362700" cy="365100"/>
          </a:xfrm>
          <a:prstGeom prst="rect">
            <a:avLst/>
          </a:prstGeom>
          <a:noFill/>
          <a:ln>
            <a:noFill/>
          </a:ln>
        </p:spPr>
        <p:txBody>
          <a:bodyPr spcFirstLastPara="1" wrap="square" lIns="243800" tIns="243800" rIns="243800" bIns="243800" anchor="ctr" anchorCtr="0">
            <a:noAutofit/>
          </a:bodyPr>
          <a:lstStyle>
            <a:lvl1pPr marL="0" lvl="0"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1pPr>
            <a:lvl2pPr marL="0" lvl="1"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2pPr>
            <a:lvl3pPr marL="0" lvl="2"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3pPr>
            <a:lvl4pPr marL="0" lvl="3"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4pPr>
            <a:lvl5pPr marL="0" lvl="4"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5pPr>
            <a:lvl6pPr marL="0" lvl="5"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6pPr>
            <a:lvl7pPr marL="0" lvl="6"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7pPr>
            <a:lvl8pPr marL="0" lvl="7"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8pPr>
            <a:lvl9pPr marL="0" lvl="8"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9pPr>
          </a:lstStyle>
          <a:p>
            <a:fld id="{00000000-1234-1234-1234-123412341234}" type="slidenum">
              <a:rPr lang="en-US" smtClean="0"/>
              <a:pPr/>
              <a:t>‹#›</a:t>
            </a:fld>
            <a:endParaRPr lang="en-US" sz="700">
              <a:solidFill>
                <a:srgbClr val="000000"/>
              </a:solidFill>
              <a:latin typeface="Arial"/>
              <a:ea typeface="Arial"/>
              <a:cs typeface="Arial"/>
              <a:sym typeface="Arial"/>
            </a:endParaRPr>
          </a:p>
        </p:txBody>
      </p:sp>
    </p:spTree>
    <p:extLst>
      <p:ext uri="{BB962C8B-B14F-4D97-AF65-F5344CB8AC3E}">
        <p14:creationId xmlns:p14="http://schemas.microsoft.com/office/powerpoint/2010/main" val="1459377971"/>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0"/>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3"/>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504706150"/>
      </p:ext>
    </p:extLst>
  </p:cSld>
  <p:clrMapOvr>
    <a:masterClrMapping/>
  </p:clrMapOvr>
  <p:transition>
    <p:fade/>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0"/>
            <a:ext cx="12191998" cy="6857999"/>
          </a:xfrm>
          <a:prstGeom prst="rect">
            <a:avLst/>
          </a:prstGeom>
        </p:spPr>
      </p:pic>
      <p:sp>
        <p:nvSpPr>
          <p:cNvPr id="9" name="Title 1"/>
          <p:cNvSpPr>
            <a:spLocks noGrp="1"/>
          </p:cNvSpPr>
          <p:nvPr>
            <p:ph type="title" hasCustomPrompt="1"/>
          </p:nvPr>
        </p:nvSpPr>
        <p:spPr bwMode="white">
          <a:xfrm>
            <a:off x="584200" y="2918223"/>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Tree>
    <p:extLst>
      <p:ext uri="{BB962C8B-B14F-4D97-AF65-F5344CB8AC3E}">
        <p14:creationId xmlns:p14="http://schemas.microsoft.com/office/powerpoint/2010/main" val="158049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8468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7173608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57838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349723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3452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6348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5897611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39230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00940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997939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026867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7280810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78133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8515491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7085658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239109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635894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1129476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93782140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311521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7425817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9255930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0377112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499800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222012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01697453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93766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117039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35357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72975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705105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30659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2008613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937419062"/>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385199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975648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192216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8039145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666754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47975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7"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11681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26588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885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39282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515441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46635445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9/28/2026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343879049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9634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userDrawn="1">
  <p:cSld name="20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41448"/>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6"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0"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39"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8"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9"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5"/>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57266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79"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3"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5"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1"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7"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Lst>
          </p:cNvPr>
          <p:cNvCxnSpPr>
            <a:cxnSpLocks/>
          </p:cNvCxnSpPr>
          <p:nvPr userDrawn="1"/>
        </p:nvCxnSpPr>
        <p:spPr>
          <a:xfrm flipH="1">
            <a:off x="5181364"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Lst>
          </p:cNvPr>
          <p:cNvCxnSpPr>
            <a:cxnSpLocks/>
          </p:cNvCxnSpPr>
          <p:nvPr userDrawn="1"/>
        </p:nvCxnSpPr>
        <p:spPr>
          <a:xfrm flipH="1">
            <a:off x="8981132"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Lst>
          </p:cNvPr>
          <p:cNvCxnSpPr>
            <a:cxnSpLocks/>
          </p:cNvCxnSpPr>
          <p:nvPr userDrawn="1"/>
        </p:nvCxnSpPr>
        <p:spPr>
          <a:xfrm flipH="1">
            <a:off x="7081248"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Lst>
          </p:cNvPr>
          <p:cNvCxnSpPr>
            <a:cxnSpLocks/>
          </p:cNvCxnSpPr>
          <p:nvPr userDrawn="1"/>
        </p:nvCxnSpPr>
        <p:spPr>
          <a:xfrm flipH="1">
            <a:off x="3281480"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7901924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9/28/2026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1871138532"/>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238653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2"/>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5"/>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494891825"/>
      </p:ext>
    </p:extLst>
  </p:cSld>
  <p:clrMapOvr>
    <a:masterClrMapping/>
  </p:clrMapOvr>
  <p:transition>
    <p:fade/>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2"/>
            <a:ext cx="12191998" cy="6857999"/>
          </a:xfrm>
          <a:prstGeom prst="rect">
            <a:avLst/>
          </a:prstGeom>
        </p:spPr>
      </p:pic>
      <p:sp>
        <p:nvSpPr>
          <p:cNvPr id="9" name="Title 1"/>
          <p:cNvSpPr>
            <a:spLocks noGrp="1"/>
          </p:cNvSpPr>
          <p:nvPr>
            <p:ph type="title" hasCustomPrompt="1"/>
          </p:nvPr>
        </p:nvSpPr>
        <p:spPr bwMode="white">
          <a:xfrm>
            <a:off x="584200" y="2918225"/>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spTree>
    <p:extLst>
      <p:ext uri="{BB962C8B-B14F-4D97-AF65-F5344CB8AC3E}">
        <p14:creationId xmlns:p14="http://schemas.microsoft.com/office/powerpoint/2010/main" val="1549875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5"/>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229934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718"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734"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3342"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435100"/>
            <a:ext cx="11056094" cy="369332"/>
          </a:xfrm>
        </p:spPr>
        <p:txBody>
          <a:bodyPr/>
          <a:lstStyle>
            <a:lvl1pPr marL="0" indent="0" algn="ctr">
              <a:buNone/>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
        <p:nvSpPr>
          <p:cNvPr id="4" name="Title 3">
            <a:extLst>
              <a:ext uri="{FF2B5EF4-FFF2-40B4-BE49-F238E27FC236}">
                <a16:creationId xmlns:a16="http://schemas.microsoft.com/office/drawing/2014/main" id="{4AA1FA0C-C8D9-10BA-96CE-03115B3AC9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08911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23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293688"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3186536"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6079384"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50689" y="4966274"/>
            <a:ext cx="11056094" cy="369332"/>
          </a:xfrm>
        </p:spPr>
        <p:txBody>
          <a:bodyPr/>
          <a:lstStyle>
            <a:lvl1pPr marL="0" indent="0" algn="ctr">
              <a:buNone/>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
        <p:nvSpPr>
          <p:cNvPr id="4" name="Title 3">
            <a:extLst>
              <a:ext uri="{FF2B5EF4-FFF2-40B4-BE49-F238E27FC236}">
                <a16:creationId xmlns:a16="http://schemas.microsoft.com/office/drawing/2014/main" id="{4AA1FA0C-C8D9-10BA-96CE-03115B3AC959}"/>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4C11D2D-6D86-A3CE-F967-388E0A561CDD}"/>
              </a:ext>
            </a:extLst>
          </p:cNvPr>
          <p:cNvSpPr>
            <a:spLocks noGrp="1"/>
          </p:cNvSpPr>
          <p:nvPr>
            <p:ph type="body" sz="quarter" idx="15"/>
          </p:nvPr>
        </p:nvSpPr>
        <p:spPr>
          <a:xfrm>
            <a:off x="8972233"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Tree>
    <p:extLst>
      <p:ext uri="{BB962C8B-B14F-4D97-AF65-F5344CB8AC3E}">
        <p14:creationId xmlns:p14="http://schemas.microsoft.com/office/powerpoint/2010/main" val="171241175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11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600687"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577835"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2" name="Rectangle: Rounded Corners 1">
            <a:extLst>
              <a:ext uri="{FF2B5EF4-FFF2-40B4-BE49-F238E27FC236}">
                <a16:creationId xmlns:a16="http://schemas.microsoft.com/office/drawing/2014/main" id="{7B995A1F-73F1-02ED-79A0-6DA1BC7C725D}"/>
              </a:ext>
              <a:ext uri="{C183D7F6-B498-43B3-948B-1728B52AA6E4}">
                <adec:decorative xmlns:adec="http://schemas.microsoft.com/office/drawing/2017/decorative" val="1"/>
              </a:ext>
            </a:extLst>
          </p:cNvPr>
          <p:cNvSpPr>
            <a:spLocks/>
          </p:cNvSpPr>
          <p:nvPr userDrawn="1"/>
        </p:nvSpPr>
        <p:spPr bwMode="auto">
          <a:xfrm>
            <a:off x="577386"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4" name="Rectangle: Rounded Corners 3">
            <a:extLst>
              <a:ext uri="{FF2B5EF4-FFF2-40B4-BE49-F238E27FC236}">
                <a16:creationId xmlns:a16="http://schemas.microsoft.com/office/drawing/2014/main" id="{0B2BB671-BE12-DD99-2DF8-5FC50825C282}"/>
              </a:ext>
              <a:ext uri="{C183D7F6-B498-43B3-948B-1728B52AA6E4}">
                <adec:decorative xmlns:adec="http://schemas.microsoft.com/office/drawing/2017/decorative" val="1"/>
              </a:ext>
            </a:extLst>
          </p:cNvPr>
          <p:cNvSpPr>
            <a:spLocks/>
          </p:cNvSpPr>
          <p:nvPr userDrawn="1"/>
        </p:nvSpPr>
        <p:spPr bwMode="auto">
          <a:xfrm>
            <a:off x="2432554"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5" name="Rectangle: Rounded Corners 4">
            <a:extLst>
              <a:ext uri="{FF2B5EF4-FFF2-40B4-BE49-F238E27FC236}">
                <a16:creationId xmlns:a16="http://schemas.microsoft.com/office/drawing/2014/main" id="{6944605F-4DB7-29CD-EE4C-231E2840446D}"/>
              </a:ext>
              <a:ext uri="{C183D7F6-B498-43B3-948B-1728B52AA6E4}">
                <adec:decorative xmlns:adec="http://schemas.microsoft.com/office/drawing/2017/decorative" val="1"/>
              </a:ext>
            </a:extLst>
          </p:cNvPr>
          <p:cNvSpPr>
            <a:spLocks/>
          </p:cNvSpPr>
          <p:nvPr userDrawn="1"/>
        </p:nvSpPr>
        <p:spPr bwMode="auto">
          <a:xfrm>
            <a:off x="4287722"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8" name="Rectangle: Rounded Corners 7">
            <a:extLst>
              <a:ext uri="{FF2B5EF4-FFF2-40B4-BE49-F238E27FC236}">
                <a16:creationId xmlns:a16="http://schemas.microsoft.com/office/drawing/2014/main" id="{BDC8539B-4221-684C-CE08-4A7600A73D43}"/>
              </a:ext>
              <a:ext uri="{C183D7F6-B498-43B3-948B-1728B52AA6E4}">
                <adec:decorative xmlns:adec="http://schemas.microsoft.com/office/drawing/2017/decorative" val="1"/>
              </a:ext>
            </a:extLst>
          </p:cNvPr>
          <p:cNvSpPr>
            <a:spLocks/>
          </p:cNvSpPr>
          <p:nvPr userDrawn="1"/>
        </p:nvSpPr>
        <p:spPr bwMode="auto">
          <a:xfrm>
            <a:off x="6142890" y="2310532"/>
            <a:ext cx="1527048"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9" name="Rectangle: Rounded Corners 8">
            <a:extLst>
              <a:ext uri="{FF2B5EF4-FFF2-40B4-BE49-F238E27FC236}">
                <a16:creationId xmlns:a16="http://schemas.microsoft.com/office/drawing/2014/main" id="{8F79CA63-02B7-9BDF-151B-446247B4A5BE}"/>
              </a:ext>
              <a:ext uri="{C183D7F6-B498-43B3-948B-1728B52AA6E4}">
                <adec:decorative xmlns:adec="http://schemas.microsoft.com/office/drawing/2017/decorative" val="1"/>
              </a:ext>
            </a:extLst>
          </p:cNvPr>
          <p:cNvSpPr>
            <a:spLocks/>
          </p:cNvSpPr>
          <p:nvPr userDrawn="1"/>
        </p:nvSpPr>
        <p:spPr bwMode="auto">
          <a:xfrm>
            <a:off x="7998058"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a:solidFill>
                <a:srgbClr val="091F2C"/>
              </a:solidFill>
              <a:latin typeface="Segoe UI"/>
              <a:cs typeface="Segoe UI" pitchFamily="34" charset="0"/>
            </a:endParaRPr>
          </a:p>
        </p:txBody>
      </p:sp>
      <p:sp>
        <p:nvSpPr>
          <p:cNvPr id="10" name="Rectangle: Rounded Corners 9">
            <a:extLst>
              <a:ext uri="{FF2B5EF4-FFF2-40B4-BE49-F238E27FC236}">
                <a16:creationId xmlns:a16="http://schemas.microsoft.com/office/drawing/2014/main" id="{92AF6CC0-2710-8CB4-DA7D-8C948A4665D8}"/>
              </a:ext>
              <a:ext uri="{C183D7F6-B498-43B3-948B-1728B52AA6E4}">
                <adec:decorative xmlns:adec="http://schemas.microsoft.com/office/drawing/2017/decorative" val="1"/>
              </a:ext>
            </a:extLst>
          </p:cNvPr>
          <p:cNvSpPr>
            <a:spLocks/>
          </p:cNvSpPr>
          <p:nvPr userDrawn="1"/>
        </p:nvSpPr>
        <p:spPr bwMode="auto">
          <a:xfrm>
            <a:off x="9853225"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grpSp>
        <p:nvGrpSpPr>
          <p:cNvPr id="44" name="Group 43">
            <a:extLst>
              <a:ext uri="{FF2B5EF4-FFF2-40B4-BE49-F238E27FC236}">
                <a16:creationId xmlns:a16="http://schemas.microsoft.com/office/drawing/2014/main" id="{5AC9C87D-7EDB-8088-5C15-03B0CC2A1515}"/>
              </a:ext>
              <a:ext uri="{C183D7F6-B498-43B3-948B-1728B52AA6E4}">
                <adec:decorative xmlns:adec="http://schemas.microsoft.com/office/drawing/2017/decorative" val="1"/>
              </a:ext>
            </a:extLst>
          </p:cNvPr>
          <p:cNvGrpSpPr/>
          <p:nvPr userDrawn="1"/>
        </p:nvGrpSpPr>
        <p:grpSpPr>
          <a:xfrm>
            <a:off x="1633740" y="2310437"/>
            <a:ext cx="8691079" cy="2757216"/>
            <a:chOff x="1666499" y="2356269"/>
            <a:chExt cx="8865353" cy="2812504"/>
          </a:xfrm>
          <a:noFill/>
        </p:grpSpPr>
        <p:sp>
          <p:nvSpPr>
            <p:cNvPr id="45" name="Rectangle 44">
              <a:extLst>
                <a:ext uri="{FF2B5EF4-FFF2-40B4-BE49-F238E27FC236}">
                  <a16:creationId xmlns:a16="http://schemas.microsoft.com/office/drawing/2014/main" id="{061589CD-0AEF-2B04-750E-FBC77544BEC7}"/>
                </a:ext>
              </a:extLst>
            </p:cNvPr>
            <p:cNvSpPr/>
            <p:nvPr/>
          </p:nvSpPr>
          <p:spPr bwMode="auto">
            <a:xfrm>
              <a:off x="166649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nvGrpSpPr>
            <p:cNvPr id="46" name="Group 45">
              <a:extLst>
                <a:ext uri="{FF2B5EF4-FFF2-40B4-BE49-F238E27FC236}">
                  <a16:creationId xmlns:a16="http://schemas.microsoft.com/office/drawing/2014/main" id="{FD17776E-4B9A-26D8-6EFE-A5E1F2869C3B}"/>
                </a:ext>
              </a:extLst>
            </p:cNvPr>
            <p:cNvGrpSpPr/>
            <p:nvPr/>
          </p:nvGrpSpPr>
          <p:grpSpPr>
            <a:xfrm>
              <a:off x="2703618" y="4910010"/>
              <a:ext cx="1114012" cy="258763"/>
              <a:chOff x="827087" y="4910010"/>
              <a:chExt cx="1114012" cy="258763"/>
            </a:xfrm>
            <a:grpFill/>
          </p:grpSpPr>
          <p:sp>
            <p:nvSpPr>
              <p:cNvPr id="59" name="Rectangle 58">
                <a:extLst>
                  <a:ext uri="{FF2B5EF4-FFF2-40B4-BE49-F238E27FC236}">
                    <a16:creationId xmlns:a16="http://schemas.microsoft.com/office/drawing/2014/main" id="{DC2A7EE9-7D4F-6764-55A2-B320454E32CF}"/>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60" name="Rectangle 59">
                <a:extLst>
                  <a:ext uri="{FF2B5EF4-FFF2-40B4-BE49-F238E27FC236}">
                    <a16:creationId xmlns:a16="http://schemas.microsoft.com/office/drawing/2014/main" id="{3FAC62EA-6B88-800F-17A6-CF9E76347EE4}"/>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7" name="Group 46">
              <a:extLst>
                <a:ext uri="{FF2B5EF4-FFF2-40B4-BE49-F238E27FC236}">
                  <a16:creationId xmlns:a16="http://schemas.microsoft.com/office/drawing/2014/main" id="{58D3FF36-C4BA-5D79-F67A-31F4D7B577D7}"/>
                </a:ext>
              </a:extLst>
            </p:cNvPr>
            <p:cNvGrpSpPr/>
            <p:nvPr/>
          </p:nvGrpSpPr>
          <p:grpSpPr>
            <a:xfrm>
              <a:off x="4595986" y="2356269"/>
              <a:ext cx="1114012" cy="2812504"/>
              <a:chOff x="827087" y="2356269"/>
              <a:chExt cx="1114012" cy="2812504"/>
            </a:xfrm>
            <a:grpFill/>
          </p:grpSpPr>
          <p:sp>
            <p:nvSpPr>
              <p:cNvPr id="56" name="Rectangle 55">
                <a:extLst>
                  <a:ext uri="{FF2B5EF4-FFF2-40B4-BE49-F238E27FC236}">
                    <a16:creationId xmlns:a16="http://schemas.microsoft.com/office/drawing/2014/main" id="{29C5ABCA-08AD-E638-0B92-9C7EC07C5EFD}"/>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7" name="Rectangle 56">
                <a:extLst>
                  <a:ext uri="{FF2B5EF4-FFF2-40B4-BE49-F238E27FC236}">
                    <a16:creationId xmlns:a16="http://schemas.microsoft.com/office/drawing/2014/main" id="{ED523135-56C8-4578-D15F-2C724E6066FA}"/>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8" name="Rectangle 57">
                <a:extLst>
                  <a:ext uri="{FF2B5EF4-FFF2-40B4-BE49-F238E27FC236}">
                    <a16:creationId xmlns:a16="http://schemas.microsoft.com/office/drawing/2014/main" id="{3A4E9D79-68C9-8EE3-28A0-D29B7DC2E140}"/>
                  </a:ext>
                </a:extLst>
              </p:cNvPr>
              <p:cNvSpPr/>
              <p:nvPr/>
            </p:nvSpPr>
            <p:spPr bwMode="auto">
              <a:xfrm>
                <a:off x="827087"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8" name="Group 47">
              <a:extLst>
                <a:ext uri="{FF2B5EF4-FFF2-40B4-BE49-F238E27FC236}">
                  <a16:creationId xmlns:a16="http://schemas.microsoft.com/office/drawing/2014/main" id="{1C8FE005-391A-D31D-D596-A6845E225160}"/>
                </a:ext>
              </a:extLst>
            </p:cNvPr>
            <p:cNvGrpSpPr/>
            <p:nvPr/>
          </p:nvGrpSpPr>
          <p:grpSpPr>
            <a:xfrm>
              <a:off x="6488354" y="4910010"/>
              <a:ext cx="1114012" cy="258763"/>
              <a:chOff x="827087" y="4910010"/>
              <a:chExt cx="1114012" cy="258763"/>
            </a:xfrm>
            <a:grpFill/>
          </p:grpSpPr>
          <p:sp>
            <p:nvSpPr>
              <p:cNvPr id="54" name="Rectangle 53">
                <a:extLst>
                  <a:ext uri="{FF2B5EF4-FFF2-40B4-BE49-F238E27FC236}">
                    <a16:creationId xmlns:a16="http://schemas.microsoft.com/office/drawing/2014/main" id="{A1392393-4BEA-169B-88E0-BD696FE326AE}"/>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5" name="Rectangle 54">
                <a:extLst>
                  <a:ext uri="{FF2B5EF4-FFF2-40B4-BE49-F238E27FC236}">
                    <a16:creationId xmlns:a16="http://schemas.microsoft.com/office/drawing/2014/main" id="{1F7BE0ED-40C0-95CA-1B24-A09D39617EB9}"/>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9" name="Group 48">
              <a:extLst>
                <a:ext uri="{FF2B5EF4-FFF2-40B4-BE49-F238E27FC236}">
                  <a16:creationId xmlns:a16="http://schemas.microsoft.com/office/drawing/2014/main" id="{E4593B3C-F235-4D73-EDB8-6C93938E5ED8}"/>
                </a:ext>
              </a:extLst>
            </p:cNvPr>
            <p:cNvGrpSpPr/>
            <p:nvPr/>
          </p:nvGrpSpPr>
          <p:grpSpPr>
            <a:xfrm>
              <a:off x="8380722" y="2356269"/>
              <a:ext cx="1114012" cy="2812504"/>
              <a:chOff x="827087" y="2356269"/>
              <a:chExt cx="1114012" cy="2812504"/>
            </a:xfrm>
            <a:grpFill/>
          </p:grpSpPr>
          <p:sp>
            <p:nvSpPr>
              <p:cNvPr id="51" name="Rectangle 50">
                <a:extLst>
                  <a:ext uri="{FF2B5EF4-FFF2-40B4-BE49-F238E27FC236}">
                    <a16:creationId xmlns:a16="http://schemas.microsoft.com/office/drawing/2014/main" id="{5AA827A3-5B45-B12C-D82C-D9E72523FC73}"/>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2" name="Rectangle 51">
                <a:extLst>
                  <a:ext uri="{FF2B5EF4-FFF2-40B4-BE49-F238E27FC236}">
                    <a16:creationId xmlns:a16="http://schemas.microsoft.com/office/drawing/2014/main" id="{8EF39307-8256-F21A-781A-1D7EA5518790}"/>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3" name="Rectangle 52">
                <a:extLst>
                  <a:ext uri="{FF2B5EF4-FFF2-40B4-BE49-F238E27FC236}">
                    <a16:creationId xmlns:a16="http://schemas.microsoft.com/office/drawing/2014/main" id="{D577E8C5-3670-B747-0789-86339F6CF9DA}"/>
                  </a:ext>
                </a:extLst>
              </p:cNvPr>
              <p:cNvSpPr/>
              <p:nvPr/>
            </p:nvSpPr>
            <p:spPr bwMode="auto">
              <a:xfrm>
                <a:off x="1682336"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sp>
          <p:nvSpPr>
            <p:cNvPr id="50" name="Rectangle 49">
              <a:extLst>
                <a:ext uri="{FF2B5EF4-FFF2-40B4-BE49-F238E27FC236}">
                  <a16:creationId xmlns:a16="http://schemas.microsoft.com/office/drawing/2014/main" id="{1F3776F8-C5DD-065A-B847-04B15767B035}"/>
                </a:ext>
              </a:extLst>
            </p:cNvPr>
            <p:cNvSpPr/>
            <p:nvPr/>
          </p:nvSpPr>
          <p:spPr bwMode="auto">
            <a:xfrm>
              <a:off x="1027308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sp>
        <p:nvSpPr>
          <p:cNvPr id="65" name="Text Placeholder 6">
            <a:extLst>
              <a:ext uri="{FF2B5EF4-FFF2-40B4-BE49-F238E27FC236}">
                <a16:creationId xmlns:a16="http://schemas.microsoft.com/office/drawing/2014/main" id="{2909D6E0-B8D0-1797-53C2-884FA040385B}"/>
              </a:ext>
            </a:extLst>
          </p:cNvPr>
          <p:cNvSpPr>
            <a:spLocks noGrp="1"/>
          </p:cNvSpPr>
          <p:nvPr>
            <p:ph type="body" sz="quarter" idx="22"/>
          </p:nvPr>
        </p:nvSpPr>
        <p:spPr>
          <a:xfrm>
            <a:off x="2432553"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6" name="Text Placeholder 6">
            <a:extLst>
              <a:ext uri="{FF2B5EF4-FFF2-40B4-BE49-F238E27FC236}">
                <a16:creationId xmlns:a16="http://schemas.microsoft.com/office/drawing/2014/main" id="{460590AB-B863-851D-03E0-B4E20A2A5143}"/>
              </a:ext>
            </a:extLst>
          </p:cNvPr>
          <p:cNvSpPr>
            <a:spLocks noGrp="1"/>
          </p:cNvSpPr>
          <p:nvPr>
            <p:ph type="body" sz="quarter" idx="23"/>
          </p:nvPr>
        </p:nvSpPr>
        <p:spPr>
          <a:xfrm>
            <a:off x="4287800"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7" name="Text Placeholder 6">
            <a:extLst>
              <a:ext uri="{FF2B5EF4-FFF2-40B4-BE49-F238E27FC236}">
                <a16:creationId xmlns:a16="http://schemas.microsoft.com/office/drawing/2014/main" id="{A763E5DC-0BB2-2F07-665E-0B7FC247C7AC}"/>
              </a:ext>
            </a:extLst>
          </p:cNvPr>
          <p:cNvSpPr>
            <a:spLocks noGrp="1"/>
          </p:cNvSpPr>
          <p:nvPr>
            <p:ph type="body" sz="quarter" idx="24"/>
          </p:nvPr>
        </p:nvSpPr>
        <p:spPr>
          <a:xfrm>
            <a:off x="6118515"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8" name="Text Placeholder 6">
            <a:extLst>
              <a:ext uri="{FF2B5EF4-FFF2-40B4-BE49-F238E27FC236}">
                <a16:creationId xmlns:a16="http://schemas.microsoft.com/office/drawing/2014/main" id="{7825D865-B1DA-7573-271D-069FCCA1FD0C}"/>
              </a:ext>
            </a:extLst>
          </p:cNvPr>
          <p:cNvSpPr>
            <a:spLocks noGrp="1"/>
          </p:cNvSpPr>
          <p:nvPr>
            <p:ph type="body" sz="quarter" idx="25"/>
          </p:nvPr>
        </p:nvSpPr>
        <p:spPr>
          <a:xfrm>
            <a:off x="8001996"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9" name="Text Placeholder 6">
            <a:extLst>
              <a:ext uri="{FF2B5EF4-FFF2-40B4-BE49-F238E27FC236}">
                <a16:creationId xmlns:a16="http://schemas.microsoft.com/office/drawing/2014/main" id="{D5C5B58C-CCB8-EE1C-F2FD-5DED29167AFE}"/>
              </a:ext>
            </a:extLst>
          </p:cNvPr>
          <p:cNvSpPr>
            <a:spLocks noGrp="1"/>
          </p:cNvSpPr>
          <p:nvPr>
            <p:ph type="body" sz="quarter" idx="26"/>
          </p:nvPr>
        </p:nvSpPr>
        <p:spPr>
          <a:xfrm>
            <a:off x="9842167"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70" name="Text Placeholder 6">
            <a:extLst>
              <a:ext uri="{FF2B5EF4-FFF2-40B4-BE49-F238E27FC236}">
                <a16:creationId xmlns:a16="http://schemas.microsoft.com/office/drawing/2014/main" id="{B5234E56-D8D0-0880-C0C4-D8266D5B9570}"/>
              </a:ext>
            </a:extLst>
          </p:cNvPr>
          <p:cNvSpPr>
            <a:spLocks noGrp="1"/>
          </p:cNvSpPr>
          <p:nvPr>
            <p:ph type="body" sz="quarter" idx="27" hasCustomPrompt="1"/>
          </p:nvPr>
        </p:nvSpPr>
        <p:spPr>
          <a:xfrm>
            <a:off x="2433004"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1" name="Text Placeholder 6">
            <a:extLst>
              <a:ext uri="{FF2B5EF4-FFF2-40B4-BE49-F238E27FC236}">
                <a16:creationId xmlns:a16="http://schemas.microsoft.com/office/drawing/2014/main" id="{C3EF4A02-9FE4-2C08-9E37-E166F758A23F}"/>
              </a:ext>
            </a:extLst>
          </p:cNvPr>
          <p:cNvSpPr>
            <a:spLocks noGrp="1"/>
          </p:cNvSpPr>
          <p:nvPr>
            <p:ph type="body" sz="quarter" idx="28" hasCustomPrompt="1"/>
          </p:nvPr>
        </p:nvSpPr>
        <p:spPr>
          <a:xfrm>
            <a:off x="4300173"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2" name="Text Placeholder 6">
            <a:extLst>
              <a:ext uri="{FF2B5EF4-FFF2-40B4-BE49-F238E27FC236}">
                <a16:creationId xmlns:a16="http://schemas.microsoft.com/office/drawing/2014/main" id="{E5CB9848-AF54-5D71-33DC-C33FAB7AB83E}"/>
              </a:ext>
            </a:extLst>
          </p:cNvPr>
          <p:cNvSpPr>
            <a:spLocks noGrp="1"/>
          </p:cNvSpPr>
          <p:nvPr>
            <p:ph type="body" sz="quarter" idx="29" hasCustomPrompt="1"/>
          </p:nvPr>
        </p:nvSpPr>
        <p:spPr>
          <a:xfrm>
            <a:off x="6159288"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3" name="Text Placeholder 6">
            <a:extLst>
              <a:ext uri="{FF2B5EF4-FFF2-40B4-BE49-F238E27FC236}">
                <a16:creationId xmlns:a16="http://schemas.microsoft.com/office/drawing/2014/main" id="{6D7CBC78-E020-BB68-5C00-0B9C90391DD2}"/>
              </a:ext>
            </a:extLst>
          </p:cNvPr>
          <p:cNvSpPr>
            <a:spLocks noGrp="1"/>
          </p:cNvSpPr>
          <p:nvPr>
            <p:ph type="body" sz="quarter" idx="30" hasCustomPrompt="1"/>
          </p:nvPr>
        </p:nvSpPr>
        <p:spPr>
          <a:xfrm>
            <a:off x="8011201"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4" name="Text Placeholder 6">
            <a:extLst>
              <a:ext uri="{FF2B5EF4-FFF2-40B4-BE49-F238E27FC236}">
                <a16:creationId xmlns:a16="http://schemas.microsoft.com/office/drawing/2014/main" id="{C2935CCB-1EAC-7947-8810-CE5BB5A576CD}"/>
              </a:ext>
            </a:extLst>
          </p:cNvPr>
          <p:cNvSpPr>
            <a:spLocks noGrp="1"/>
          </p:cNvSpPr>
          <p:nvPr>
            <p:ph type="body" sz="quarter" idx="31" hasCustomPrompt="1"/>
          </p:nvPr>
        </p:nvSpPr>
        <p:spPr>
          <a:xfrm>
            <a:off x="9865720"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Tree>
    <p:extLst>
      <p:ext uri="{BB962C8B-B14F-4D97-AF65-F5344CB8AC3E}">
        <p14:creationId xmlns:p14="http://schemas.microsoft.com/office/powerpoint/2010/main" val="41712056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2941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Tree>
    <p:extLst>
      <p:ext uri="{BB962C8B-B14F-4D97-AF65-F5344CB8AC3E}">
        <p14:creationId xmlns:p14="http://schemas.microsoft.com/office/powerpoint/2010/main" val="2521976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2_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
        <p:nvSpPr>
          <p:cNvPr id="3" name="Text Placeholder 5">
            <a:extLst>
              <a:ext uri="{FF2B5EF4-FFF2-40B4-BE49-F238E27FC236}">
                <a16:creationId xmlns:a16="http://schemas.microsoft.com/office/drawing/2014/main" id="{CDDCA305-3F13-3858-C854-55EF9CEF33A8}"/>
              </a:ext>
            </a:extLst>
          </p:cNvPr>
          <p:cNvSpPr>
            <a:spLocks noGrp="1"/>
          </p:cNvSpPr>
          <p:nvPr>
            <p:ph type="body" sz="quarter" idx="11"/>
          </p:nvPr>
        </p:nvSpPr>
        <p:spPr>
          <a:xfrm>
            <a:off x="584200" y="2017712"/>
            <a:ext cx="4464050" cy="2148280"/>
          </a:xfrm>
        </p:spPr>
        <p:txBody>
          <a:bodyPr/>
          <a:lstStyle>
            <a:lvl1pPr marL="0" indent="0">
              <a:spcBef>
                <a:spcPts val="1200"/>
              </a:spcBef>
              <a:buNone/>
              <a:defRPr sz="2800">
                <a:solidFill>
                  <a:schemeClr val="accent1"/>
                </a:solidFill>
              </a:defRPr>
            </a:lvl1pPr>
            <a:lvl2pPr marL="0" indent="0">
              <a:spcBef>
                <a:spcPts val="600"/>
              </a:spcBef>
              <a:spcAft>
                <a:spcPts val="600"/>
              </a:spcAft>
              <a:buNone/>
              <a:defRPr lang="en-US" sz="1800" kern="1200" spc="0" baseline="0" dirty="0" smtClean="0">
                <a:solidFill>
                  <a:schemeClr val="tx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100"/>
            </a:lvl4pPr>
            <a:lvl5pPr marL="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39709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1_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
        <p:nvSpPr>
          <p:cNvPr id="5" name="Text Placeholder 4">
            <a:extLst>
              <a:ext uri="{FF2B5EF4-FFF2-40B4-BE49-F238E27FC236}">
                <a16:creationId xmlns:a16="http://schemas.microsoft.com/office/drawing/2014/main" id="{8973F839-CFF5-3C20-7E72-49AE0553921C}"/>
              </a:ext>
            </a:extLst>
          </p:cNvPr>
          <p:cNvSpPr>
            <a:spLocks noGrp="1"/>
          </p:cNvSpPr>
          <p:nvPr>
            <p:ph type="body" sz="quarter" idx="11"/>
          </p:nvPr>
        </p:nvSpPr>
        <p:spPr>
          <a:xfrm>
            <a:off x="5299075" y="2017713"/>
            <a:ext cx="6489700" cy="1461939"/>
          </a:xfrm>
        </p:spPr>
        <p:txBody>
          <a:bodyPr/>
          <a:lstStyle>
            <a:lvl1pPr marL="0" indent="0">
              <a:spcAft>
                <a:spcPts val="1200"/>
              </a:spcAft>
              <a:buNone/>
              <a:defRPr sz="2000"/>
            </a:lvl1pPr>
            <a:lvl2pPr marL="0" indent="0">
              <a:spcAft>
                <a:spcPts val="300"/>
              </a:spcAft>
              <a:buNone/>
              <a:defRPr sz="1600"/>
            </a:lvl2pPr>
            <a:lvl3pPr marL="0" indent="0">
              <a:buNone/>
              <a:defRPr sz="1200"/>
            </a:lvl3pPr>
            <a:lvl4pPr marL="0" indent="0">
              <a:buNone/>
              <a:defRPr sz="1100"/>
            </a:lvl4pPr>
            <a:lvl5pPr marL="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7435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84200" y="1458644"/>
            <a:ext cx="4464050" cy="2579168"/>
          </a:xfrm>
        </p:spPr>
        <p:txBody>
          <a:bodyPr/>
          <a:lstStyle>
            <a:lvl1pPr marL="0" indent="0">
              <a:spcBef>
                <a:spcPts val="0"/>
              </a:spcBef>
              <a:buNone/>
              <a:defRPr sz="3600"/>
            </a:lvl1pPr>
            <a:lvl2pPr marL="0" indent="0">
              <a:spcBef>
                <a:spcPts val="1200"/>
              </a:spcBef>
              <a:spcAft>
                <a:spcPts val="1200"/>
              </a:spcAft>
              <a:buNone/>
              <a:defRPr lang="en-US" sz="2000" kern="1200" spc="0" baseline="0" dirty="0" smtClean="0">
                <a:solidFill>
                  <a:schemeClr val="accent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74439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44513" y="1460212"/>
            <a:ext cx="4464050" cy="2579168"/>
          </a:xfrm>
        </p:spPr>
        <p:txBody>
          <a:bodyPr/>
          <a:lstStyle>
            <a:lvl1pPr marL="0" indent="0">
              <a:spcBef>
                <a:spcPts val="0"/>
              </a:spcBef>
              <a:buNone/>
              <a:defRPr sz="3600"/>
            </a:lvl1pPr>
            <a:lvl2pPr marL="0" indent="0">
              <a:spcBef>
                <a:spcPts val="1200"/>
              </a:spcBef>
              <a:spcAft>
                <a:spcPts val="1200"/>
              </a:spcAft>
              <a:buNone/>
              <a:defRPr lang="en-US" sz="2000" kern="1200" spc="0" baseline="0" dirty="0" smtClean="0">
                <a:solidFill>
                  <a:schemeClr val="accent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78072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44513" y="1460212"/>
            <a:ext cx="4101446" cy="2302169"/>
          </a:xfrm>
        </p:spPr>
        <p:txBody>
          <a:bodyPr/>
          <a:lstStyle>
            <a:lvl1pPr marL="0" indent="0">
              <a:spcBef>
                <a:spcPts val="0"/>
              </a:spcBef>
              <a:buNone/>
              <a:defRPr sz="3200"/>
            </a:lvl1pPr>
            <a:lvl2pPr marL="0" indent="0">
              <a:spcBef>
                <a:spcPts val="1200"/>
              </a:spcBef>
              <a:spcAft>
                <a:spcPts val="0"/>
              </a:spcAft>
              <a:buNone/>
              <a:defRPr lang="en-US" sz="2000" kern="1200" spc="0" baseline="0" dirty="0" smtClean="0">
                <a:solidFill>
                  <a:schemeClr val="accent1"/>
                </a:solidFill>
                <a:latin typeface="+mn-lt"/>
                <a:ea typeface="+mn-ea"/>
                <a:cs typeface="+mn-cs"/>
              </a:defRPr>
            </a:lvl2pPr>
            <a:lvl3pPr marL="0" indent="0">
              <a:spcAft>
                <a:spcPts val="4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5602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1095323" y="1460212"/>
            <a:ext cx="5197901" cy="1350113"/>
          </a:xfrm>
        </p:spPr>
        <p:txBody>
          <a:bodyPr/>
          <a:lstStyle>
            <a:lvl1pPr marL="0" indent="0">
              <a:spcBef>
                <a:spcPts val="1200"/>
              </a:spcBef>
              <a:buNone/>
              <a:defRPr sz="2000"/>
            </a:lvl1pPr>
            <a:lvl2pPr marL="0" indent="0">
              <a:spcBef>
                <a:spcPts val="0"/>
              </a:spcBef>
              <a:spcAft>
                <a:spcPts val="600"/>
              </a:spcAft>
              <a:buNone/>
              <a:defRPr lang="en-US" sz="1600" kern="1200" spc="0" baseline="0" dirty="0" smtClean="0">
                <a:solidFill>
                  <a:schemeClr val="accent1"/>
                </a:solidFill>
                <a:latin typeface="+mn-lt"/>
                <a:ea typeface="+mn-ea"/>
                <a:cs typeface="+mn-cs"/>
              </a:defRPr>
            </a:lvl2pPr>
            <a:lvl3pPr marL="0" indent="0">
              <a:spcAft>
                <a:spcPts val="400"/>
              </a:spcAft>
              <a:buNone/>
              <a:defRPr sz="1100"/>
            </a:lvl3pPr>
            <a:lvl4pPr marL="171450" indent="-171450">
              <a:spcAft>
                <a:spcPts val="600"/>
              </a:spcAft>
              <a:buFont typeface="Arial" panose="020B0604020202020204" pitchFamily="34" charset="0"/>
              <a:buChar char="•"/>
              <a:defRPr sz="1050"/>
            </a:lvl4pPr>
            <a:lvl5pPr marL="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6137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85CD0CDE-320D-D443-B146-5F3D13788C9D}"/>
              </a:ext>
            </a:extLst>
          </p:cNvPr>
          <p:cNvSpPr>
            <a:spLocks noGrp="1"/>
          </p:cNvSpPr>
          <p:nvPr>
            <p:ph type="body" sz="quarter" idx="10"/>
          </p:nvPr>
        </p:nvSpPr>
        <p:spPr>
          <a:xfrm>
            <a:off x="660400" y="4828644"/>
            <a:ext cx="5291138" cy="246221"/>
          </a:xfrm>
        </p:spPr>
        <p:txBody>
          <a:bodyPr/>
          <a:lstStyle>
            <a:lvl1pPr marL="0" indent="0">
              <a:spcAft>
                <a:spcPts val="600"/>
              </a:spcAft>
              <a:buFont typeface="Arial" panose="020B0604020202020204" pitchFamily="34" charset="0"/>
              <a:buNone/>
              <a:defRPr sz="1600"/>
            </a:lvl1pPr>
            <a:lvl2pPr marL="0" indent="0">
              <a:buFont typeface="Arial" panose="020B0604020202020204" pitchFamily="34" charset="0"/>
              <a:buNone/>
              <a:defRPr sz="1600"/>
            </a:lvl2pPr>
            <a:lvl3pPr marL="0" indent="0">
              <a:buFont typeface="Arial" panose="020B0604020202020204" pitchFamily="34" charset="0"/>
              <a:buNone/>
              <a:defRPr sz="1600"/>
            </a:lvl3pPr>
            <a:lvl4pPr marL="0" indent="0">
              <a:buFont typeface="Arial" panose="020B0604020202020204" pitchFamily="34" charset="0"/>
              <a:buNone/>
              <a:defRPr sz="1600"/>
            </a:lvl4pPr>
            <a:lvl5pPr marL="0" indent="0">
              <a:buFont typeface="Arial" panose="020B0604020202020204" pitchFamily="34" charset="0"/>
              <a:buNone/>
              <a:defRPr sz="1600"/>
            </a:lvl5pPr>
          </a:lstStyle>
          <a:p>
            <a:pPr lvl="0"/>
            <a:r>
              <a:rPr lang="en-US"/>
              <a:t>Click to edit Master text styles</a:t>
            </a:r>
          </a:p>
        </p:txBody>
      </p:sp>
      <p:sp>
        <p:nvSpPr>
          <p:cNvPr id="5" name="Text Placeholder 3">
            <a:extLst>
              <a:ext uri="{FF2B5EF4-FFF2-40B4-BE49-F238E27FC236}">
                <a16:creationId xmlns:a16="http://schemas.microsoft.com/office/drawing/2014/main" id="{152AC417-A577-4087-A686-6F18EDBA70AE}"/>
              </a:ext>
            </a:extLst>
          </p:cNvPr>
          <p:cNvSpPr>
            <a:spLocks noGrp="1"/>
          </p:cNvSpPr>
          <p:nvPr>
            <p:ph type="body" sz="quarter" idx="11"/>
          </p:nvPr>
        </p:nvSpPr>
        <p:spPr>
          <a:xfrm>
            <a:off x="6242050" y="4828644"/>
            <a:ext cx="5367338" cy="246221"/>
          </a:xfrm>
        </p:spPr>
        <p:txBody>
          <a:bodyPr/>
          <a:lstStyle>
            <a:lvl1pPr marL="0" indent="0">
              <a:spcAft>
                <a:spcPts val="600"/>
              </a:spcAft>
              <a:buFont typeface="Arial" panose="020B0604020202020204" pitchFamily="34" charset="0"/>
              <a:buNone/>
              <a:defRPr sz="1600"/>
            </a:lvl1pPr>
            <a:lvl2pPr marL="0" indent="0">
              <a:buFont typeface="Arial" panose="020B0604020202020204" pitchFamily="34" charset="0"/>
              <a:buNone/>
              <a:defRPr sz="1600"/>
            </a:lvl2pPr>
            <a:lvl3pPr marL="0" indent="0">
              <a:buFont typeface="Arial" panose="020B0604020202020204" pitchFamily="34" charset="0"/>
              <a:buNone/>
              <a:defRPr sz="1600"/>
            </a:lvl3pPr>
            <a:lvl4pPr marL="0" indent="0">
              <a:buFont typeface="Arial" panose="020B0604020202020204" pitchFamily="34" charset="0"/>
              <a:buNone/>
              <a:defRPr sz="1600"/>
            </a:lvl4pPr>
            <a:lvl5pPr marL="0" indent="0">
              <a:buFont typeface="Arial" panose="020B0604020202020204" pitchFamily="34" charset="0"/>
              <a:buNone/>
              <a:defRPr sz="1600"/>
            </a:lvl5pPr>
          </a:lstStyle>
          <a:p>
            <a:pPr lvl="0"/>
            <a:r>
              <a:rPr lang="en-US"/>
              <a:t>Click to edit Master text styles</a:t>
            </a:r>
          </a:p>
        </p:txBody>
      </p:sp>
    </p:spTree>
    <p:extLst>
      <p:ext uri="{BB962C8B-B14F-4D97-AF65-F5344CB8AC3E}">
        <p14:creationId xmlns:p14="http://schemas.microsoft.com/office/powerpoint/2010/main" val="1176433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6"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4312622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3" name="Title 2">
            <a:extLst>
              <a:ext uri="{FF2B5EF4-FFF2-40B4-BE49-F238E27FC236}">
                <a16:creationId xmlns:a16="http://schemas.microsoft.com/office/drawing/2014/main" id="{FA2A9CE6-6BE7-5154-298A-F7D1934AC985}"/>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8983598-473E-AA61-4737-D9AA0C0C740D}"/>
              </a:ext>
            </a:extLst>
          </p:cNvPr>
          <p:cNvSpPr>
            <a:spLocks noGrp="1"/>
          </p:cNvSpPr>
          <p:nvPr>
            <p:ph type="body" sz="quarter" idx="10"/>
          </p:nvPr>
        </p:nvSpPr>
        <p:spPr>
          <a:xfrm>
            <a:off x="588963" y="1333500"/>
            <a:ext cx="11217275" cy="161274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203799"/>
      </p:ext>
    </p:extLst>
  </p:cSld>
  <p:clrMapOvr>
    <a:masterClrMapping/>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20000" y="2541600"/>
            <a:ext cx="10728325"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31837" y="6138002"/>
            <a:ext cx="3095626" cy="720000"/>
          </a:xfrm>
          <a:prstGeom prst="rect">
            <a:avLst/>
          </a:prstGeom>
        </p:spPr>
        <p:txBody>
          <a:bodyPr/>
          <a:lstStyle/>
          <a:p>
            <a:fld id="{4DDCFF8A-AAF8-4A12-8A91-9CA0EAF6CBB9}" type="datetime2">
              <a:rPr lang="en-US" smtClean="0"/>
              <a:t>Monday, September 28, 2026</a:t>
            </a:fld>
            <a:endParaRPr lang="en-US"/>
          </a:p>
        </p:txBody>
      </p:sp>
      <p:sp>
        <p:nvSpPr>
          <p:cNvPr id="5" name="Footer Placeholder 4"/>
          <p:cNvSpPr>
            <a:spLocks noGrp="1"/>
          </p:cNvSpPr>
          <p:nvPr>
            <p:ph type="ftr" sz="quarter" idx="11"/>
          </p:nvPr>
        </p:nvSpPr>
        <p:spPr>
          <a:xfrm>
            <a:off x="4548188" y="6138002"/>
            <a:ext cx="5003800" cy="720000"/>
          </a:xfrm>
          <a:prstGeom prst="rect">
            <a:avLst/>
          </a:prstGeom>
        </p:spPr>
        <p:txBody>
          <a:bodyPr/>
          <a:lstStyle/>
          <a:p>
            <a:pPr algn="l"/>
            <a:r>
              <a:rPr lang="en-US"/>
              <a:t>Sample Footer Text</a:t>
            </a:r>
          </a:p>
        </p:txBody>
      </p:sp>
      <p:sp>
        <p:nvSpPr>
          <p:cNvPr id="6" name="Slide Number Placeholder 5"/>
          <p:cNvSpPr>
            <a:spLocks noGrp="1"/>
          </p:cNvSpPr>
          <p:nvPr>
            <p:ph type="sldNum" sz="quarter" idx="12"/>
          </p:nvPr>
        </p:nvSpPr>
        <p:spPr>
          <a:xfrm>
            <a:off x="10272715" y="6138002"/>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84507045"/>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42116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userDrawn="1">
  <p:cSld name="2_Title Only with gri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381B992-F610-C666-984B-2E6CEDD4A86C}"/>
              </a:ext>
            </a:extLst>
          </p:cNvPr>
          <p:cNvSpPr>
            <a:spLocks noGrp="1"/>
          </p:cNvSpPr>
          <p:nvPr>
            <p:ph type="body" sz="quarter" idx="10"/>
          </p:nvPr>
        </p:nvSpPr>
        <p:spPr>
          <a:xfrm>
            <a:off x="593715" y="1416457"/>
            <a:ext cx="2841625" cy="276999"/>
          </a:xfrm>
        </p:spPr>
        <p:txBody>
          <a:bodyPr anchor="ctr"/>
          <a:lstStyle>
            <a:lvl1pPr marL="0" indent="0">
              <a:buNone/>
              <a:defRPr kumimoji="0" lang="en-US" sz="1800" b="1" i="0" u="none" strike="noStrike" kern="1200" cap="none" spc="0" normalizeH="0" baseline="0" dirty="0" smtClean="0">
                <a:ln>
                  <a:noFill/>
                </a:ln>
                <a:solidFill>
                  <a:schemeClr val="accent1"/>
                </a:solidFill>
                <a:effectLst/>
                <a:uLnTx/>
                <a:uFillTx/>
                <a:latin typeface="Segoe UI" panose="020B0502040204020203" pitchFamily="34" charset="0"/>
                <a:ea typeface="+mn-ea"/>
                <a:cs typeface="+mn-cs"/>
              </a:defRPr>
            </a:lvl1pPr>
          </a:lstStyle>
          <a:p>
            <a:pPr lvl="0"/>
            <a:r>
              <a:rPr lang="en-US"/>
              <a:t>Click to edit Master text</a:t>
            </a:r>
          </a:p>
        </p:txBody>
      </p:sp>
      <p:sp>
        <p:nvSpPr>
          <p:cNvPr id="12" name="Text Placeholder 10">
            <a:extLst>
              <a:ext uri="{FF2B5EF4-FFF2-40B4-BE49-F238E27FC236}">
                <a16:creationId xmlns:a16="http://schemas.microsoft.com/office/drawing/2014/main" id="{EFF0FC32-C6B6-4A44-DF34-DCA807A6FC9E}"/>
              </a:ext>
            </a:extLst>
          </p:cNvPr>
          <p:cNvSpPr>
            <a:spLocks noGrp="1"/>
          </p:cNvSpPr>
          <p:nvPr>
            <p:ph type="body" sz="quarter" idx="11"/>
          </p:nvPr>
        </p:nvSpPr>
        <p:spPr>
          <a:xfrm>
            <a:off x="3470923" y="1447234"/>
            <a:ext cx="5212080" cy="215444"/>
          </a:xfrm>
        </p:spPr>
        <p:txBody>
          <a:bodyPr anchor="ctr"/>
          <a:lstStyle>
            <a:lvl1pPr marL="0" indent="0">
              <a:buNone/>
              <a:defRPr lang="en-US" sz="1400" kern="1200" dirty="0" smtClean="0">
                <a:solidFill>
                  <a:schemeClr val="tx1"/>
                </a:solidFill>
                <a:latin typeface="Segoe UI" panose="020B0502040204020203" pitchFamily="34" charset="0"/>
                <a:ea typeface="+mn-ea"/>
                <a:cs typeface="+mn-cs"/>
              </a:defRPr>
            </a:lvl1pPr>
          </a:lstStyle>
          <a:p>
            <a:pPr lvl="0"/>
            <a:r>
              <a:rPr lang="en-US"/>
              <a:t>Click to edit Master text styles</a:t>
            </a:r>
          </a:p>
        </p:txBody>
      </p:sp>
      <p:sp>
        <p:nvSpPr>
          <p:cNvPr id="15" name="Text Placeholder 10">
            <a:extLst>
              <a:ext uri="{FF2B5EF4-FFF2-40B4-BE49-F238E27FC236}">
                <a16:creationId xmlns:a16="http://schemas.microsoft.com/office/drawing/2014/main" id="{3E4882F6-EB77-6A8E-31E0-2AC878746BA6}"/>
              </a:ext>
            </a:extLst>
          </p:cNvPr>
          <p:cNvSpPr>
            <a:spLocks noGrp="1"/>
          </p:cNvSpPr>
          <p:nvPr>
            <p:ph type="body" sz="quarter" idx="12"/>
          </p:nvPr>
        </p:nvSpPr>
        <p:spPr>
          <a:xfrm>
            <a:off x="593715" y="1779609"/>
            <a:ext cx="10896806" cy="584775"/>
          </a:xfrm>
        </p:spPr>
        <p:txBody>
          <a:bodyPr/>
          <a:lstStyle>
            <a:lvl1pPr marL="0" indent="0">
              <a:buNone/>
              <a:defRPr lang="en-US" sz="1400" kern="1200" dirty="0" smtClean="0">
                <a:solidFill>
                  <a:schemeClr val="tx1"/>
                </a:solidFill>
                <a:latin typeface="Segoe UI" panose="020B0502040204020203" pitchFamily="34" charset="0"/>
                <a:ea typeface="+mn-ea"/>
                <a:cs typeface="+mn-cs"/>
              </a:defRPr>
            </a:lvl1pPr>
            <a:lvl2pPr marL="228556" indent="0">
              <a:buNone/>
              <a:defRPr/>
            </a:lvl2pPr>
          </a:lstStyle>
          <a:p>
            <a:pPr lvl="0"/>
            <a:r>
              <a:rPr lang="en-US"/>
              <a:t>Click to edit Master text styles</a:t>
            </a:r>
          </a:p>
          <a:p>
            <a:pPr lvl="1"/>
            <a:endParaRPr lang="en-US"/>
          </a:p>
        </p:txBody>
      </p:sp>
      <p:sp>
        <p:nvSpPr>
          <p:cNvPr id="16" name="Text Placeholder 10">
            <a:extLst>
              <a:ext uri="{FF2B5EF4-FFF2-40B4-BE49-F238E27FC236}">
                <a16:creationId xmlns:a16="http://schemas.microsoft.com/office/drawing/2014/main" id="{87740DBC-274B-D649-E0CD-0D41DE70BEA8}"/>
              </a:ext>
            </a:extLst>
          </p:cNvPr>
          <p:cNvSpPr>
            <a:spLocks noGrp="1"/>
          </p:cNvSpPr>
          <p:nvPr>
            <p:ph type="body" sz="quarter" idx="13"/>
          </p:nvPr>
        </p:nvSpPr>
        <p:spPr>
          <a:xfrm>
            <a:off x="593715" y="3471918"/>
            <a:ext cx="2841625" cy="276999"/>
          </a:xfrm>
        </p:spPr>
        <p:txBody>
          <a:bodyPr anchor="ctr"/>
          <a:lstStyle>
            <a:lvl1pPr marL="0" indent="0">
              <a:buNone/>
              <a:defRPr kumimoji="0" lang="en-US" sz="1800" b="1" i="0" u="none" strike="noStrike" kern="1200" cap="none" spc="0" normalizeH="0" baseline="0" dirty="0" smtClean="0">
                <a:ln>
                  <a:noFill/>
                </a:ln>
                <a:solidFill>
                  <a:schemeClr val="accent1"/>
                </a:solidFill>
                <a:effectLst/>
                <a:uLnTx/>
                <a:uFillTx/>
                <a:latin typeface="Segoe UI" panose="020B0502040204020203" pitchFamily="34" charset="0"/>
                <a:ea typeface="+mn-ea"/>
                <a:cs typeface="+mn-cs"/>
              </a:defRPr>
            </a:lvl1pPr>
          </a:lstStyle>
          <a:p>
            <a:pPr lvl="0"/>
            <a:r>
              <a:rPr lang="en-US"/>
              <a:t>Click to edit Master text</a:t>
            </a:r>
          </a:p>
        </p:txBody>
      </p:sp>
      <p:sp>
        <p:nvSpPr>
          <p:cNvPr id="17" name="Text Placeholder 10">
            <a:extLst>
              <a:ext uri="{FF2B5EF4-FFF2-40B4-BE49-F238E27FC236}">
                <a16:creationId xmlns:a16="http://schemas.microsoft.com/office/drawing/2014/main" id="{F8EA6D52-7682-0574-993C-20FC1CECD48C}"/>
              </a:ext>
            </a:extLst>
          </p:cNvPr>
          <p:cNvSpPr>
            <a:spLocks noGrp="1"/>
          </p:cNvSpPr>
          <p:nvPr>
            <p:ph type="body" sz="quarter" idx="14"/>
          </p:nvPr>
        </p:nvSpPr>
        <p:spPr>
          <a:xfrm>
            <a:off x="3470923" y="3502695"/>
            <a:ext cx="7772400" cy="215444"/>
          </a:xfrm>
        </p:spPr>
        <p:txBody>
          <a:bodyPr anchor="ctr"/>
          <a:lstStyle>
            <a:lvl1pPr marL="0" indent="0">
              <a:buNone/>
              <a:defRPr lang="en-US" sz="1400" kern="1200" dirty="0" smtClean="0">
                <a:solidFill>
                  <a:schemeClr val="tx1"/>
                </a:solidFill>
                <a:latin typeface="Segoe UI" panose="020B0502040204020203" pitchFamily="34" charset="0"/>
                <a:ea typeface="+mn-ea"/>
                <a:cs typeface="+mn-cs"/>
              </a:defRPr>
            </a:lvl1pPr>
          </a:lstStyle>
          <a:p>
            <a:pPr lvl="0"/>
            <a:r>
              <a:rPr lang="en-US"/>
              <a:t>Click to edit Master text styles</a:t>
            </a:r>
          </a:p>
        </p:txBody>
      </p:sp>
      <p:sp>
        <p:nvSpPr>
          <p:cNvPr id="18" name="Text Placeholder 10">
            <a:extLst>
              <a:ext uri="{FF2B5EF4-FFF2-40B4-BE49-F238E27FC236}">
                <a16:creationId xmlns:a16="http://schemas.microsoft.com/office/drawing/2014/main" id="{4F19F3BE-22FB-C799-D21B-4507F24CBFCF}"/>
              </a:ext>
            </a:extLst>
          </p:cNvPr>
          <p:cNvSpPr>
            <a:spLocks noGrp="1"/>
          </p:cNvSpPr>
          <p:nvPr>
            <p:ph type="body" sz="quarter" idx="15"/>
          </p:nvPr>
        </p:nvSpPr>
        <p:spPr>
          <a:xfrm>
            <a:off x="593715" y="3835070"/>
            <a:ext cx="10896806" cy="584775"/>
          </a:xfrm>
        </p:spPr>
        <p:txBody>
          <a:bodyPr/>
          <a:lstStyle>
            <a:lvl1pPr marL="0" indent="0">
              <a:buNone/>
              <a:defRPr lang="en-US" sz="1400" kern="1200" dirty="0" smtClean="0">
                <a:solidFill>
                  <a:schemeClr val="tx1"/>
                </a:solidFill>
                <a:latin typeface="Segoe UI" panose="020B0502040204020203" pitchFamily="34" charset="0"/>
                <a:ea typeface="+mn-ea"/>
                <a:cs typeface="+mn-cs"/>
              </a:defRPr>
            </a:lvl1pPr>
            <a:lvl2pPr marL="228556" indent="0">
              <a:buNone/>
              <a:defRPr/>
            </a:lvl2pPr>
          </a:lstStyle>
          <a:p>
            <a:pPr lvl="0"/>
            <a:r>
              <a:rPr lang="en-US"/>
              <a:t>Click to edit Master text styles</a:t>
            </a:r>
          </a:p>
          <a:p>
            <a:pPr lvl="1"/>
            <a:endParaRPr lang="en-US"/>
          </a:p>
        </p:txBody>
      </p:sp>
      <p:sp>
        <p:nvSpPr>
          <p:cNvPr id="20" name="Text Placeholder 19">
            <a:extLst>
              <a:ext uri="{FF2B5EF4-FFF2-40B4-BE49-F238E27FC236}">
                <a16:creationId xmlns:a16="http://schemas.microsoft.com/office/drawing/2014/main" id="{F355F6AF-5CFF-CA42-61E7-7A56B3FADBC7}"/>
              </a:ext>
            </a:extLst>
          </p:cNvPr>
          <p:cNvSpPr>
            <a:spLocks noGrp="1"/>
          </p:cNvSpPr>
          <p:nvPr>
            <p:ph type="body" sz="quarter" idx="16"/>
          </p:nvPr>
        </p:nvSpPr>
        <p:spPr>
          <a:xfrm>
            <a:off x="593715" y="5846342"/>
            <a:ext cx="11145567" cy="735586"/>
          </a:xfrm>
        </p:spPr>
        <p:txBody>
          <a:bodyPr/>
          <a:lstStyle>
            <a:lvl1pPr marL="0" indent="0" algn="l" defTabSz="914400" rtl="0" eaLnBrk="1" latinLnBrk="0" hangingPunct="1">
              <a:spcAft>
                <a:spcPts val="600"/>
              </a:spcAft>
              <a:buNone/>
              <a:defRPr lang="en-US" sz="1400" kern="1200" dirty="0" smtClean="0">
                <a:solidFill>
                  <a:schemeClr val="tx1"/>
                </a:solidFill>
                <a:latin typeface="Segoe UI" panose="020B0502040204020203" pitchFamily="34" charset="0"/>
                <a:ea typeface="+mn-ea"/>
                <a:cs typeface="+mn-cs"/>
              </a:defRPr>
            </a:lvl1pPr>
            <a:lvl2pPr marL="228556" indent="0">
              <a:buNone/>
              <a:defRPr lang="en-US" sz="1200" kern="1200" dirty="0" smtClean="0">
                <a:solidFill>
                  <a:schemeClr val="accent3">
                    <a:lumMod val="60000"/>
                    <a:lumOff val="40000"/>
                  </a:schemeClr>
                </a:solidFill>
                <a:latin typeface="Segoe UI" panose="020B0502040204020203" pitchFamily="34" charset="0"/>
                <a:ea typeface="+mn-ea"/>
                <a:cs typeface="+mn-cs"/>
              </a:defRPr>
            </a:lvl2pPr>
            <a:lvl3pPr marL="457113" indent="0">
              <a:buNone/>
              <a:defRPr lang="en-US" sz="1200" kern="1200" dirty="0" smtClean="0">
                <a:solidFill>
                  <a:schemeClr val="accent1"/>
                </a:solidFill>
                <a:latin typeface="Segoe UI" panose="020B0502040204020203" pitchFamily="34" charset="0"/>
                <a:ea typeface="+mn-ea"/>
                <a:cs typeface="+mn-cs"/>
              </a:defRPr>
            </a:lvl3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5D407108-EA2D-ADF1-8053-3522C32722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82669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marL="0" indent="0">
              <a:buNone/>
              <a:defRPr lang="en-US" sz="1400">
                <a:solidFill>
                  <a:schemeClr val="accent1"/>
                </a:solidFill>
                <a:latin typeface="Segoe UI"/>
                <a:cs typeface="Segoe UI" pitchFamily="34" charset="0"/>
              </a:defRPr>
            </a:lvl1pPr>
          </a:lstStyle>
          <a:p>
            <a:pPr marL="0" lvl="0" algn="ctr" defTabSz="914102"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1"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dirty="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3"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6"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Tree>
    <p:extLst>
      <p:ext uri="{BB962C8B-B14F-4D97-AF65-F5344CB8AC3E}">
        <p14:creationId xmlns:p14="http://schemas.microsoft.com/office/powerpoint/2010/main" val="4799474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82A5223-FBCD-C840-9918-D8B5887FEB22}"/>
              </a:ext>
            </a:extLst>
          </p:cNvPr>
          <p:cNvSpPr/>
          <p:nvPr userDrawn="1"/>
        </p:nvSpPr>
        <p:spPr bwMode="auto">
          <a:xfrm>
            <a:off x="609595" y="1436688"/>
            <a:ext cx="5613632" cy="5136956"/>
          </a:xfrm>
          <a:prstGeom prst="rect">
            <a:avLst/>
          </a:prstGeom>
          <a:solidFill>
            <a:schemeClr val="bg1">
              <a:alpha val="13000"/>
            </a:schemeClr>
          </a:solidFill>
          <a:ln>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D269B051-45F2-14DD-D7BB-97622C571D9B}"/>
              </a:ext>
            </a:extLst>
          </p:cNvPr>
          <p:cNvSpPr/>
          <p:nvPr userDrawn="1"/>
        </p:nvSpPr>
        <p:spPr bwMode="auto">
          <a:xfrm>
            <a:off x="6435426" y="1436688"/>
            <a:ext cx="5234325" cy="5136956"/>
          </a:xfrm>
          <a:prstGeom prst="rect">
            <a:avLst/>
          </a:prstGeom>
          <a:solidFill>
            <a:schemeClr val="bg1">
              <a:alpha val="13000"/>
            </a:schemeClr>
          </a:solidFill>
          <a:ln>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1">
            <a:extLst>
              <a:ext uri="{FF2B5EF4-FFF2-40B4-BE49-F238E27FC236}">
                <a16:creationId xmlns:a16="http://schemas.microsoft.com/office/drawing/2014/main" id="{3DD5F3CA-DF52-24B7-CBDD-406B5C5924B4}"/>
              </a:ext>
            </a:extLst>
          </p:cNvPr>
          <p:cNvSpPr>
            <a:spLocks noGrp="1"/>
          </p:cNvSpPr>
          <p:nvPr>
            <p:ph type="body" sz="quarter" idx="20"/>
          </p:nvPr>
        </p:nvSpPr>
        <p:spPr>
          <a:xfrm>
            <a:off x="764651" y="1631561"/>
            <a:ext cx="5303520" cy="307777"/>
          </a:xfrm>
        </p:spPr>
        <p:txBody>
          <a:bodyPr wrap="square">
            <a:spAutoFit/>
          </a:bodyPr>
          <a:lstStyle>
            <a:lvl1pPr marL="0" indent="0" algn="ctr">
              <a:buNone/>
              <a:defRPr lang="en-US" sz="2000" b="1" i="0" kern="1200" dirty="0" smtClean="0">
                <a:solidFill>
                  <a:schemeClr val="accent1">
                    <a:lumMod val="60000"/>
                    <a:lumOff val="40000"/>
                  </a:schemeClr>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8" name="1">
            <a:extLst>
              <a:ext uri="{FF2B5EF4-FFF2-40B4-BE49-F238E27FC236}">
                <a16:creationId xmlns:a16="http://schemas.microsoft.com/office/drawing/2014/main" id="{59819EDD-685C-3E7D-DBD4-65B7F669902A}"/>
              </a:ext>
            </a:extLst>
          </p:cNvPr>
          <p:cNvSpPr>
            <a:spLocks noGrp="1"/>
          </p:cNvSpPr>
          <p:nvPr>
            <p:ph type="body" sz="quarter" idx="21"/>
          </p:nvPr>
        </p:nvSpPr>
        <p:spPr>
          <a:xfrm>
            <a:off x="6903748" y="1631561"/>
            <a:ext cx="4297680" cy="307777"/>
          </a:xfrm>
        </p:spPr>
        <p:txBody>
          <a:bodyPr wrap="square">
            <a:spAutoFit/>
          </a:bodyPr>
          <a:lstStyle>
            <a:lvl1pPr marL="0" indent="0" algn="ctr">
              <a:buNone/>
              <a:defRPr lang="en-US" sz="2000" b="1" i="0" kern="1200" dirty="0" smtClean="0">
                <a:solidFill>
                  <a:schemeClr val="accent1">
                    <a:lumMod val="60000"/>
                    <a:lumOff val="40000"/>
                  </a:schemeClr>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9" name="1">
            <a:extLst>
              <a:ext uri="{FF2B5EF4-FFF2-40B4-BE49-F238E27FC236}">
                <a16:creationId xmlns:a16="http://schemas.microsoft.com/office/drawing/2014/main" id="{35CD0CC5-ADCC-4619-FC42-376D49754F29}"/>
              </a:ext>
            </a:extLst>
          </p:cNvPr>
          <p:cNvSpPr>
            <a:spLocks noGrp="1"/>
          </p:cNvSpPr>
          <p:nvPr>
            <p:ph type="body" sz="quarter" idx="22"/>
          </p:nvPr>
        </p:nvSpPr>
        <p:spPr>
          <a:xfrm>
            <a:off x="764651" y="5700101"/>
            <a:ext cx="5303520" cy="246221"/>
          </a:xfrm>
        </p:spPr>
        <p:txBody>
          <a:bodyPr wrap="square">
            <a:spAutoFit/>
          </a:bodyPr>
          <a:lstStyle>
            <a:lvl1pPr marL="0" indent="0" algn="l">
              <a:spcBef>
                <a:spcPts val="0"/>
              </a:spcBef>
              <a:buNone/>
              <a:defRPr lang="en-US" sz="1600" b="0" i="0" kern="1200" dirty="0" smtClean="0">
                <a:solidFill>
                  <a:schemeClr val="tx1"/>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10" name="1">
            <a:extLst>
              <a:ext uri="{FF2B5EF4-FFF2-40B4-BE49-F238E27FC236}">
                <a16:creationId xmlns:a16="http://schemas.microsoft.com/office/drawing/2014/main" id="{2D31C158-6D70-F528-CA21-D927072E33AD}"/>
              </a:ext>
            </a:extLst>
          </p:cNvPr>
          <p:cNvSpPr>
            <a:spLocks noGrp="1"/>
          </p:cNvSpPr>
          <p:nvPr>
            <p:ph type="body" sz="quarter" idx="23"/>
          </p:nvPr>
        </p:nvSpPr>
        <p:spPr>
          <a:xfrm>
            <a:off x="6625745" y="5700101"/>
            <a:ext cx="4801603" cy="246221"/>
          </a:xfrm>
        </p:spPr>
        <p:txBody>
          <a:bodyPr wrap="square">
            <a:spAutoFit/>
          </a:bodyPr>
          <a:lstStyle>
            <a:lvl1pPr marL="0" indent="0" algn="l">
              <a:spcBef>
                <a:spcPts val="0"/>
              </a:spcBef>
              <a:buNone/>
              <a:defRPr lang="en-US" sz="1600" b="0" i="0" kern="1200" dirty="0" smtClean="0">
                <a:solidFill>
                  <a:schemeClr val="tx1"/>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3" name="Title 2">
            <a:extLst>
              <a:ext uri="{FF2B5EF4-FFF2-40B4-BE49-F238E27FC236}">
                <a16:creationId xmlns:a16="http://schemas.microsoft.com/office/drawing/2014/main" id="{02648880-446C-F8D7-BC22-4EFD8BD8B66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16382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userDrawn="1">
  <p:cSld name="1_Title Only with gri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8EF4928-0D04-C552-8075-9330B3DB0F22}"/>
              </a:ext>
            </a:extLst>
          </p:cNvPr>
          <p:cNvSpPr>
            <a:spLocks noGrp="1"/>
          </p:cNvSpPr>
          <p:nvPr>
            <p:ph type="body" sz="quarter" idx="10"/>
          </p:nvPr>
        </p:nvSpPr>
        <p:spPr>
          <a:xfrm>
            <a:off x="719138" y="1566863"/>
            <a:ext cx="10983912" cy="775597"/>
          </a:xfrm>
        </p:spPr>
        <p:txBody>
          <a:bodyPr/>
          <a:lstStyle>
            <a:lvl1pPr marL="0" indent="0">
              <a:buNone/>
              <a:defRPr sz="1800">
                <a:solidFill>
                  <a:schemeClr val="tx1"/>
                </a:solidFill>
              </a:defRPr>
            </a:lvl1pPr>
            <a:lvl2pPr marL="228513" indent="0">
              <a:buNone/>
              <a:defRPr sz="1600">
                <a:solidFill>
                  <a:schemeClr val="tx1"/>
                </a:solidFill>
              </a:defRPr>
            </a:lvl2pPr>
            <a:lvl3pPr>
              <a:defRPr sz="1200">
                <a:solidFill>
                  <a:schemeClr val="tx1"/>
                </a:solidFill>
              </a:defRPr>
            </a:lvl3pPr>
            <a:lvl4pPr>
              <a:defRPr sz="1100">
                <a:solidFill>
                  <a:schemeClr val="tx1"/>
                </a:solidFill>
              </a:defRPr>
            </a:lvl4pPr>
            <a:lvl5pPr marL="855333" indent="0">
              <a:buNone/>
              <a:defRPr sz="1100">
                <a:solidFill>
                  <a:schemeClr val="tx1"/>
                </a:solidFill>
              </a:defRPr>
            </a:lvl5pPr>
          </a:lstStyle>
          <a:p>
            <a:pPr lvl="0"/>
            <a:r>
              <a:rPr lang="en-US"/>
              <a:t>Click to edit Master text styles</a:t>
            </a:r>
          </a:p>
          <a:p>
            <a:pPr lvl="1"/>
            <a:r>
              <a:rPr lang="en-US"/>
              <a:t>level</a:t>
            </a:r>
          </a:p>
          <a:p>
            <a:pPr lvl="4"/>
            <a:r>
              <a:rPr lang="en-US"/>
              <a:t>Fifth level</a:t>
            </a:r>
          </a:p>
        </p:txBody>
      </p:sp>
      <p:sp>
        <p:nvSpPr>
          <p:cNvPr id="8" name="Text Placeholder 3" descr="!pip install &quot;promptflow-sdk[azure,builtins]&quot; prompt-flow-tools --extra-index-url https://azuremlsdktestpypi.azureedge.net/promptflow/&#10;">
            <a:extLst>
              <a:ext uri="{FF2B5EF4-FFF2-40B4-BE49-F238E27FC236}">
                <a16:creationId xmlns:a16="http://schemas.microsoft.com/office/drawing/2014/main" id="{098265D3-8130-E52E-E05E-2EC4D4802A17}"/>
              </a:ext>
            </a:extLst>
          </p:cNvPr>
          <p:cNvSpPr>
            <a:spLocks noGrp="1"/>
          </p:cNvSpPr>
          <p:nvPr>
            <p:ph type="body" sz="quarter" idx="13"/>
          </p:nvPr>
        </p:nvSpPr>
        <p:spPr>
          <a:xfrm>
            <a:off x="719138" y="2536542"/>
            <a:ext cx="10983912" cy="501378"/>
          </a:xfrm>
          <a:solidFill>
            <a:schemeClr val="accent1">
              <a:alpha val="4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lvl1pPr>
              <a:defRPr lang="en-US" sz="1100" b="0" dirty="0" smtClean="0">
                <a:solidFill>
                  <a:schemeClr val="tx1"/>
                </a:solidFill>
                <a:effectLst/>
                <a:latin typeface="Consolas" panose="020B0609020204030204" pitchFamily="49" charset="0"/>
                <a:cs typeface="+mn-cs"/>
              </a:defRPr>
            </a:lvl1pPr>
          </a:lstStyle>
          <a:p>
            <a:pPr lvl="0" defTabSz="914400"/>
            <a:r>
              <a:rPr lang="en-US"/>
              <a:t>Click to edit Master text styles</a:t>
            </a:r>
          </a:p>
        </p:txBody>
      </p:sp>
      <p:sp>
        <p:nvSpPr>
          <p:cNvPr id="5" name="Text Placeholder 3">
            <a:extLst>
              <a:ext uri="{FF2B5EF4-FFF2-40B4-BE49-F238E27FC236}">
                <a16:creationId xmlns:a16="http://schemas.microsoft.com/office/drawing/2014/main" id="{51127D15-0160-5A5E-1B7A-045786B0721D}"/>
              </a:ext>
            </a:extLst>
          </p:cNvPr>
          <p:cNvSpPr>
            <a:spLocks noGrp="1"/>
          </p:cNvSpPr>
          <p:nvPr>
            <p:ph type="body" sz="quarter" idx="11"/>
          </p:nvPr>
        </p:nvSpPr>
        <p:spPr>
          <a:xfrm>
            <a:off x="719138" y="3312029"/>
            <a:ext cx="10983912" cy="430887"/>
          </a:xfrm>
        </p:spPr>
        <p:txBody>
          <a:bodyPr/>
          <a:lstStyle>
            <a:lvl1pPr marL="0" indent="0" algn="ctr">
              <a:buNone/>
              <a:defRPr/>
            </a:lvl1pPr>
          </a:lstStyle>
          <a:p>
            <a:pPr lvl="0"/>
            <a:r>
              <a:rPr lang="en-US"/>
              <a:t>Click to edit Master text styles</a:t>
            </a:r>
          </a:p>
        </p:txBody>
      </p:sp>
      <p:sp>
        <p:nvSpPr>
          <p:cNvPr id="6" name="Text Placeholder 3">
            <a:extLst>
              <a:ext uri="{FF2B5EF4-FFF2-40B4-BE49-F238E27FC236}">
                <a16:creationId xmlns:a16="http://schemas.microsoft.com/office/drawing/2014/main" id="{F9DDAC58-B9B4-C7BE-FE7C-729399E4306E}"/>
              </a:ext>
            </a:extLst>
          </p:cNvPr>
          <p:cNvSpPr>
            <a:spLocks noGrp="1"/>
          </p:cNvSpPr>
          <p:nvPr>
            <p:ph type="body" sz="quarter" idx="12"/>
          </p:nvPr>
        </p:nvSpPr>
        <p:spPr>
          <a:xfrm>
            <a:off x="3382263" y="6061231"/>
            <a:ext cx="8195991" cy="276999"/>
          </a:xfrm>
        </p:spPr>
        <p:txBody>
          <a:bodyPr/>
          <a:lstStyle>
            <a:lvl1pPr marL="0" indent="0">
              <a:buNone/>
              <a:defRPr sz="1800">
                <a:solidFill>
                  <a:schemeClr val="tx1"/>
                </a:solidFill>
                <a:latin typeface="+mn-lt"/>
              </a:defRPr>
            </a:lvl1pPr>
            <a:lvl2pPr>
              <a:defRPr sz="16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p:txBody>
      </p:sp>
      <p:sp>
        <p:nvSpPr>
          <p:cNvPr id="3" name="Title 2">
            <a:extLst>
              <a:ext uri="{FF2B5EF4-FFF2-40B4-BE49-F238E27FC236}">
                <a16:creationId xmlns:a16="http://schemas.microsoft.com/office/drawing/2014/main" id="{A6B4130B-5B07-CA36-3873-A2E8C2D8A83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2076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7.xml><?xml version="1.0" encoding="utf-8"?>
<p:sldLayout xmlns:a="http://schemas.openxmlformats.org/drawingml/2006/main" xmlns:r="http://schemas.openxmlformats.org/officeDocument/2006/relationships" xmlns:p="http://schemas.openxmlformats.org/presentationml/2006/main" userDrawn="1">
  <p:cSld name="3_Title Only with gri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4889215-19AA-8573-B0F9-167E7D74AEDB}"/>
              </a:ext>
            </a:extLst>
          </p:cNvPr>
          <p:cNvSpPr>
            <a:spLocks noGrp="1"/>
          </p:cNvSpPr>
          <p:nvPr>
            <p:ph type="body" sz="quarter" idx="11"/>
          </p:nvPr>
        </p:nvSpPr>
        <p:spPr>
          <a:xfrm>
            <a:off x="8968990" y="2095500"/>
            <a:ext cx="2609264" cy="2388346"/>
          </a:xfrm>
        </p:spPr>
        <p:txBody>
          <a:bodyPr/>
          <a:lstStyle>
            <a:lvl1pPr marL="0" indent="0">
              <a:spcAft>
                <a:spcPts val="1200"/>
              </a:spcAft>
              <a:buNone/>
              <a:defRPr sz="2400">
                <a:solidFill>
                  <a:schemeClr val="accent3">
                    <a:lumMod val="60000"/>
                    <a:lumOff val="40000"/>
                  </a:schemeClr>
                </a:solidFill>
              </a:defRPr>
            </a:lvl1pPr>
            <a:lvl2pPr marL="0" indent="0">
              <a:spcAft>
                <a:spcPts val="1200"/>
              </a:spcAft>
              <a:buNone/>
              <a:defRPr sz="1800">
                <a:solidFill>
                  <a:schemeClr val="accent3">
                    <a:lumMod val="60000"/>
                    <a:lumOff val="40000"/>
                  </a:schemeClr>
                </a:solidFill>
              </a:defRPr>
            </a:lvl2pPr>
            <a:lvl3pPr marL="0" indent="0">
              <a:spcAft>
                <a:spcPts val="1200"/>
              </a:spcAft>
              <a:buNone/>
              <a:defRPr sz="1400">
                <a:solidFill>
                  <a:schemeClr val="accent3">
                    <a:lumMod val="60000"/>
                    <a:lumOff val="40000"/>
                  </a:schemeClr>
                </a:solidFill>
              </a:defRPr>
            </a:lvl3pPr>
            <a:lvl4pPr marL="0" indent="0">
              <a:spcAft>
                <a:spcPts val="1200"/>
              </a:spcAft>
              <a:buNone/>
              <a:defRPr sz="1200">
                <a:solidFill>
                  <a:schemeClr val="accent3">
                    <a:lumMod val="60000"/>
                    <a:lumOff val="40000"/>
                  </a:schemeClr>
                </a:solidFill>
              </a:defRPr>
            </a:lvl4pPr>
            <a:lvl5pPr marL="0" indent="0">
              <a:spcAft>
                <a:spcPts val="1200"/>
              </a:spcAft>
              <a:buNone/>
              <a:defRPr sz="1200">
                <a:solidFill>
                  <a:schemeClr val="accent3">
                    <a:lumMod val="60000"/>
                    <a:lumOff val="4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CD1F3FA-792E-3804-2235-61BD9EE3E1EC}"/>
              </a:ext>
            </a:extLst>
          </p:cNvPr>
          <p:cNvSpPr>
            <a:spLocks noGrp="1"/>
          </p:cNvSpPr>
          <p:nvPr>
            <p:ph type="body" sz="quarter" idx="10"/>
          </p:nvPr>
        </p:nvSpPr>
        <p:spPr>
          <a:xfrm>
            <a:off x="745931" y="2095500"/>
            <a:ext cx="2609264" cy="2388346"/>
          </a:xfrm>
        </p:spPr>
        <p:txBody>
          <a:bodyPr/>
          <a:lstStyle>
            <a:lvl1pPr marL="0" indent="0">
              <a:spcAft>
                <a:spcPts val="1200"/>
              </a:spcAft>
              <a:buNone/>
              <a:defRPr sz="2400">
                <a:solidFill>
                  <a:schemeClr val="accent1">
                    <a:lumMod val="60000"/>
                    <a:lumOff val="40000"/>
                  </a:schemeClr>
                </a:solidFill>
              </a:defRPr>
            </a:lvl1pPr>
            <a:lvl2pPr marL="0" indent="0">
              <a:spcAft>
                <a:spcPts val="1200"/>
              </a:spcAft>
              <a:buNone/>
              <a:defRPr sz="1800">
                <a:solidFill>
                  <a:schemeClr val="accent1">
                    <a:lumMod val="60000"/>
                    <a:lumOff val="40000"/>
                  </a:schemeClr>
                </a:solidFill>
              </a:defRPr>
            </a:lvl2pPr>
            <a:lvl3pPr marL="0" indent="0">
              <a:spcAft>
                <a:spcPts val="1200"/>
              </a:spcAft>
              <a:buNone/>
              <a:defRPr sz="1400">
                <a:solidFill>
                  <a:schemeClr val="accent1">
                    <a:lumMod val="60000"/>
                    <a:lumOff val="40000"/>
                  </a:schemeClr>
                </a:solidFill>
              </a:defRPr>
            </a:lvl3pPr>
            <a:lvl4pPr marL="0" indent="0">
              <a:spcAft>
                <a:spcPts val="1200"/>
              </a:spcAft>
              <a:buNone/>
              <a:defRPr sz="1200">
                <a:solidFill>
                  <a:schemeClr val="accent1">
                    <a:lumMod val="60000"/>
                    <a:lumOff val="40000"/>
                  </a:schemeClr>
                </a:solidFill>
              </a:defRPr>
            </a:lvl4pPr>
            <a:lvl5pPr marL="0" indent="0">
              <a:spcAft>
                <a:spcPts val="1200"/>
              </a:spcAft>
              <a:buNone/>
              <a:defRPr sz="1200">
                <a:solidFill>
                  <a:schemeClr val="accent1">
                    <a:lumMod val="60000"/>
                    <a:lumOff val="4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445DAD4D-0CE8-BA0E-1426-F767759F19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2989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marL="0" indent="0" algn="ctr">
              <a:buNone/>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628138"/>
          </a:xfrm>
        </p:spPr>
        <p:txBody>
          <a:bodyPr/>
          <a:lstStyle>
            <a:lvl1pPr marL="0" indent="0">
              <a:spcBef>
                <a:spcPts val="1800"/>
              </a:spcBef>
              <a:spcAft>
                <a:spcPts val="600"/>
              </a:spcAft>
              <a:buNone/>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28513" indent="0">
              <a:buNone/>
              <a:defRPr/>
            </a:lvl2pPr>
            <a:lvl3pPr marL="457025" indent="0">
              <a:buNone/>
              <a:defRPr/>
            </a:lvl3pPr>
            <a:lvl4pPr marL="661733" indent="0">
              <a:buNone/>
              <a:defRPr/>
            </a:lvl4pPr>
            <a:lvl5pPr marL="85533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AE0A80EB-29FE-0B49-E268-962082EDB904}"/>
              </a:ext>
            </a:extLst>
          </p:cNvPr>
          <p:cNvSpPr>
            <a:spLocks noGrp="1"/>
          </p:cNvSpPr>
          <p:nvPr>
            <p:ph type="title"/>
          </p:nvPr>
        </p:nvSpPr>
        <p:spPr>
          <a:xfrm>
            <a:off x="1236663" y="457200"/>
            <a:ext cx="10370119" cy="492443"/>
          </a:xfrm>
        </p:spPr>
        <p:txBody>
          <a:bodyPr/>
          <a:lstStyle/>
          <a:p>
            <a:r>
              <a:rPr lang="en-US"/>
              <a:t>Click to edit Master title style</a:t>
            </a:r>
          </a:p>
        </p:txBody>
      </p:sp>
    </p:spTree>
    <p:extLst>
      <p:ext uri="{BB962C8B-B14F-4D97-AF65-F5344CB8AC3E}">
        <p14:creationId xmlns:p14="http://schemas.microsoft.com/office/powerpoint/2010/main" val="7755649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78475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6723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2FA7-84D6-1EEB-0C18-01A1C20DB17D}"/>
              </a:ext>
            </a:extLst>
          </p:cNvPr>
          <p:cNvSpPr>
            <a:spLocks noGrp="1"/>
          </p:cNvSpPr>
          <p:nvPr>
            <p:ph type="title"/>
          </p:nvPr>
        </p:nvSpPr>
        <p:spPr/>
        <p:txBody>
          <a:bodyPr/>
          <a:lstStyle/>
          <a:p>
            <a:r>
              <a:rPr lang="en-US"/>
              <a:t>Click to edit Master title style</a:t>
            </a:r>
          </a:p>
        </p:txBody>
      </p:sp>
      <p:sp>
        <p:nvSpPr>
          <p:cNvPr id="6" name="Picture Placeholder 5">
            <a:extLst>
              <a:ext uri="{FF2B5EF4-FFF2-40B4-BE49-F238E27FC236}">
                <a16:creationId xmlns:a16="http://schemas.microsoft.com/office/drawing/2014/main" id="{C7324493-A74B-7553-ED46-574F52E73345}"/>
              </a:ext>
            </a:extLst>
          </p:cNvPr>
          <p:cNvSpPr>
            <a:spLocks noGrp="1" noChangeAspect="1"/>
          </p:cNvSpPr>
          <p:nvPr>
            <p:ph type="pic" sz="quarter" idx="10"/>
          </p:nvPr>
        </p:nvSpPr>
        <p:spPr>
          <a:xfrm>
            <a:off x="1228281" y="1462623"/>
            <a:ext cx="1807829" cy="1202875"/>
          </a:xfrm>
        </p:spPr>
        <p:txBody>
          <a:bodyPr>
            <a:noAutofit/>
          </a:bodyPr>
          <a:lstStyle>
            <a:lvl1pPr marL="0" indent="0" algn="ctr">
              <a:buNone/>
              <a:defRPr sz="1600"/>
            </a:lvl1pPr>
          </a:lstStyle>
          <a:p>
            <a:endParaRPr lang="en-US"/>
          </a:p>
        </p:txBody>
      </p:sp>
      <p:sp>
        <p:nvSpPr>
          <p:cNvPr id="8" name="Text Placeholder 7">
            <a:extLst>
              <a:ext uri="{FF2B5EF4-FFF2-40B4-BE49-F238E27FC236}">
                <a16:creationId xmlns:a16="http://schemas.microsoft.com/office/drawing/2014/main" id="{4C63EAAE-8C17-4BAE-52A3-1E49CB845AE3}"/>
              </a:ext>
            </a:extLst>
          </p:cNvPr>
          <p:cNvSpPr>
            <a:spLocks noGrp="1"/>
          </p:cNvSpPr>
          <p:nvPr>
            <p:ph type="body" sz="quarter" idx="11"/>
          </p:nvPr>
        </p:nvSpPr>
        <p:spPr>
          <a:xfrm>
            <a:off x="1150012" y="2718666"/>
            <a:ext cx="1859483"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9" name="Picture Placeholder 5">
            <a:extLst>
              <a:ext uri="{FF2B5EF4-FFF2-40B4-BE49-F238E27FC236}">
                <a16:creationId xmlns:a16="http://schemas.microsoft.com/office/drawing/2014/main" id="{5630F8D6-B21E-C65D-D40E-C3CF6FAC9F15}"/>
              </a:ext>
            </a:extLst>
          </p:cNvPr>
          <p:cNvSpPr>
            <a:spLocks noGrp="1" noChangeAspect="1"/>
          </p:cNvSpPr>
          <p:nvPr>
            <p:ph type="pic" sz="quarter" idx="12"/>
          </p:nvPr>
        </p:nvSpPr>
        <p:spPr>
          <a:xfrm>
            <a:off x="3252215" y="1462623"/>
            <a:ext cx="1807829" cy="1202875"/>
          </a:xfrm>
        </p:spPr>
        <p:txBody>
          <a:bodyPr>
            <a:noAutofit/>
          </a:bodyPr>
          <a:lstStyle>
            <a:lvl1pPr marL="0" indent="0" algn="ctr">
              <a:buNone/>
              <a:defRPr sz="1600"/>
            </a:lvl1pPr>
          </a:lstStyle>
          <a:p>
            <a:endParaRPr lang="en-US"/>
          </a:p>
        </p:txBody>
      </p:sp>
      <p:sp>
        <p:nvSpPr>
          <p:cNvPr id="10" name="Text Placeholder 7">
            <a:extLst>
              <a:ext uri="{FF2B5EF4-FFF2-40B4-BE49-F238E27FC236}">
                <a16:creationId xmlns:a16="http://schemas.microsoft.com/office/drawing/2014/main" id="{87FEE4C1-247B-92B3-AEEB-BA1298318220}"/>
              </a:ext>
            </a:extLst>
          </p:cNvPr>
          <p:cNvSpPr>
            <a:spLocks noGrp="1"/>
          </p:cNvSpPr>
          <p:nvPr>
            <p:ph type="body" sz="quarter" idx="13"/>
          </p:nvPr>
        </p:nvSpPr>
        <p:spPr>
          <a:xfrm>
            <a:off x="3200561" y="2718666"/>
            <a:ext cx="1859483"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1" name="Picture Placeholder 5">
            <a:extLst>
              <a:ext uri="{FF2B5EF4-FFF2-40B4-BE49-F238E27FC236}">
                <a16:creationId xmlns:a16="http://schemas.microsoft.com/office/drawing/2014/main" id="{40258186-40BC-83C2-6700-63B75A907730}"/>
              </a:ext>
            </a:extLst>
          </p:cNvPr>
          <p:cNvSpPr>
            <a:spLocks noGrp="1" noChangeAspect="1"/>
          </p:cNvSpPr>
          <p:nvPr>
            <p:ph type="pic" sz="quarter" idx="14"/>
          </p:nvPr>
        </p:nvSpPr>
        <p:spPr>
          <a:xfrm>
            <a:off x="1226337" y="3143443"/>
            <a:ext cx="2099082" cy="1202875"/>
          </a:xfrm>
        </p:spPr>
        <p:txBody>
          <a:bodyPr>
            <a:noAutofit/>
          </a:bodyPr>
          <a:lstStyle>
            <a:lvl1pPr marL="0" indent="0" algn="ctr">
              <a:buNone/>
              <a:defRPr sz="1600"/>
            </a:lvl1pPr>
          </a:lstStyle>
          <a:p>
            <a:endParaRPr lang="en-US"/>
          </a:p>
        </p:txBody>
      </p:sp>
      <p:sp>
        <p:nvSpPr>
          <p:cNvPr id="12" name="Text Placeholder 7">
            <a:extLst>
              <a:ext uri="{FF2B5EF4-FFF2-40B4-BE49-F238E27FC236}">
                <a16:creationId xmlns:a16="http://schemas.microsoft.com/office/drawing/2014/main" id="{EC870B91-5B36-1870-CFC7-E0BABC6B01A0}"/>
              </a:ext>
            </a:extLst>
          </p:cNvPr>
          <p:cNvSpPr>
            <a:spLocks noGrp="1"/>
          </p:cNvSpPr>
          <p:nvPr>
            <p:ph type="body" sz="quarter" idx="15"/>
          </p:nvPr>
        </p:nvSpPr>
        <p:spPr>
          <a:xfrm>
            <a:off x="1228039" y="4372005"/>
            <a:ext cx="2103120"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3" name="Picture Placeholder 5">
            <a:extLst>
              <a:ext uri="{FF2B5EF4-FFF2-40B4-BE49-F238E27FC236}">
                <a16:creationId xmlns:a16="http://schemas.microsoft.com/office/drawing/2014/main" id="{F947DBFC-A920-D347-4738-054727A0FC02}"/>
              </a:ext>
            </a:extLst>
          </p:cNvPr>
          <p:cNvSpPr>
            <a:spLocks noGrp="1" noChangeAspect="1"/>
          </p:cNvSpPr>
          <p:nvPr>
            <p:ph type="pic" sz="quarter" idx="16"/>
          </p:nvPr>
        </p:nvSpPr>
        <p:spPr>
          <a:xfrm>
            <a:off x="3672612" y="3143443"/>
            <a:ext cx="2099082" cy="1202875"/>
          </a:xfrm>
        </p:spPr>
        <p:txBody>
          <a:bodyPr>
            <a:noAutofit/>
          </a:bodyPr>
          <a:lstStyle>
            <a:lvl1pPr marL="0" indent="0" algn="ctr">
              <a:buNone/>
              <a:defRPr sz="1600"/>
            </a:lvl1pPr>
          </a:lstStyle>
          <a:p>
            <a:endParaRPr lang="en-US"/>
          </a:p>
        </p:txBody>
      </p:sp>
      <p:sp>
        <p:nvSpPr>
          <p:cNvPr id="14" name="Text Placeholder 7">
            <a:extLst>
              <a:ext uri="{FF2B5EF4-FFF2-40B4-BE49-F238E27FC236}">
                <a16:creationId xmlns:a16="http://schemas.microsoft.com/office/drawing/2014/main" id="{4567033C-790C-C138-3D7D-FBFFF3E6B85C}"/>
              </a:ext>
            </a:extLst>
          </p:cNvPr>
          <p:cNvSpPr>
            <a:spLocks noGrp="1"/>
          </p:cNvSpPr>
          <p:nvPr>
            <p:ph type="body" sz="quarter" idx="17"/>
          </p:nvPr>
        </p:nvSpPr>
        <p:spPr>
          <a:xfrm>
            <a:off x="3668574" y="4372005"/>
            <a:ext cx="2103120"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5" name="Picture Placeholder 5">
            <a:extLst>
              <a:ext uri="{FF2B5EF4-FFF2-40B4-BE49-F238E27FC236}">
                <a16:creationId xmlns:a16="http://schemas.microsoft.com/office/drawing/2014/main" id="{D71BF9BA-EEB3-1FE6-6DFB-6FCDBB57A734}"/>
              </a:ext>
            </a:extLst>
          </p:cNvPr>
          <p:cNvSpPr>
            <a:spLocks noGrp="1" noChangeAspect="1"/>
          </p:cNvSpPr>
          <p:nvPr>
            <p:ph type="pic" sz="quarter" idx="18"/>
          </p:nvPr>
        </p:nvSpPr>
        <p:spPr>
          <a:xfrm>
            <a:off x="6096107" y="3143443"/>
            <a:ext cx="2386477" cy="1202875"/>
          </a:xfrm>
        </p:spPr>
        <p:txBody>
          <a:bodyPr>
            <a:noAutofit/>
          </a:bodyPr>
          <a:lstStyle>
            <a:lvl1pPr marL="0" indent="0" algn="ctr">
              <a:buNone/>
              <a:defRPr sz="1600"/>
            </a:lvl1pPr>
          </a:lstStyle>
          <a:p>
            <a:endParaRPr lang="en-US"/>
          </a:p>
        </p:txBody>
      </p:sp>
      <p:sp>
        <p:nvSpPr>
          <p:cNvPr id="16" name="Text Placeholder 7">
            <a:extLst>
              <a:ext uri="{FF2B5EF4-FFF2-40B4-BE49-F238E27FC236}">
                <a16:creationId xmlns:a16="http://schemas.microsoft.com/office/drawing/2014/main" id="{9F6F8FC3-D1B3-42C3-044E-87551EC7170F}"/>
              </a:ext>
            </a:extLst>
          </p:cNvPr>
          <p:cNvSpPr>
            <a:spLocks noGrp="1"/>
          </p:cNvSpPr>
          <p:nvPr>
            <p:ph type="body" sz="quarter" idx="19"/>
          </p:nvPr>
        </p:nvSpPr>
        <p:spPr>
          <a:xfrm>
            <a:off x="6096000" y="4372005"/>
            <a:ext cx="2386584"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7" name="Text Placeholder 7">
            <a:extLst>
              <a:ext uri="{FF2B5EF4-FFF2-40B4-BE49-F238E27FC236}">
                <a16:creationId xmlns:a16="http://schemas.microsoft.com/office/drawing/2014/main" id="{0C454EC2-D952-0575-3973-B179519DBC6C}"/>
              </a:ext>
            </a:extLst>
          </p:cNvPr>
          <p:cNvSpPr>
            <a:spLocks noGrp="1"/>
          </p:cNvSpPr>
          <p:nvPr>
            <p:ph type="body" sz="quarter" idx="20"/>
          </p:nvPr>
        </p:nvSpPr>
        <p:spPr>
          <a:xfrm>
            <a:off x="5218866"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8" name="Text Placeholder 7">
            <a:extLst>
              <a:ext uri="{FF2B5EF4-FFF2-40B4-BE49-F238E27FC236}">
                <a16:creationId xmlns:a16="http://schemas.microsoft.com/office/drawing/2014/main" id="{E3A46768-64FE-A0E7-8569-6455DB960EB5}"/>
              </a:ext>
            </a:extLst>
          </p:cNvPr>
          <p:cNvSpPr>
            <a:spLocks noGrp="1"/>
          </p:cNvSpPr>
          <p:nvPr>
            <p:ph type="body" sz="quarter" idx="21"/>
          </p:nvPr>
        </p:nvSpPr>
        <p:spPr>
          <a:xfrm>
            <a:off x="7237172"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9" name="Text Placeholder 7">
            <a:extLst>
              <a:ext uri="{FF2B5EF4-FFF2-40B4-BE49-F238E27FC236}">
                <a16:creationId xmlns:a16="http://schemas.microsoft.com/office/drawing/2014/main" id="{58B4712B-2E96-37DF-DB94-6FEFF50DD075}"/>
              </a:ext>
            </a:extLst>
          </p:cNvPr>
          <p:cNvSpPr>
            <a:spLocks noGrp="1"/>
          </p:cNvSpPr>
          <p:nvPr>
            <p:ph type="body" sz="quarter" idx="22"/>
          </p:nvPr>
        </p:nvSpPr>
        <p:spPr>
          <a:xfrm>
            <a:off x="9283702"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1" name="Text Placeholder 20">
            <a:extLst>
              <a:ext uri="{FF2B5EF4-FFF2-40B4-BE49-F238E27FC236}">
                <a16:creationId xmlns:a16="http://schemas.microsoft.com/office/drawing/2014/main" id="{2701E9AD-9809-6C5E-4E59-7587CAFB2F2C}"/>
              </a:ext>
            </a:extLst>
          </p:cNvPr>
          <p:cNvSpPr>
            <a:spLocks noGrp="1" noChangeAspect="1"/>
          </p:cNvSpPr>
          <p:nvPr>
            <p:ph type="body" sz="quarter" idx="23"/>
          </p:nvPr>
        </p:nvSpPr>
        <p:spPr>
          <a:xfrm>
            <a:off x="5276149"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2" name="Text Placeholder 20">
            <a:extLst>
              <a:ext uri="{FF2B5EF4-FFF2-40B4-BE49-F238E27FC236}">
                <a16:creationId xmlns:a16="http://schemas.microsoft.com/office/drawing/2014/main" id="{FB2CF273-D39F-D70C-2A9E-BE307B414F8C}"/>
              </a:ext>
            </a:extLst>
          </p:cNvPr>
          <p:cNvSpPr>
            <a:spLocks noGrp="1" noChangeAspect="1"/>
          </p:cNvSpPr>
          <p:nvPr>
            <p:ph type="body" sz="quarter" idx="24"/>
          </p:nvPr>
        </p:nvSpPr>
        <p:spPr>
          <a:xfrm>
            <a:off x="7294455"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3" name="Text Placeholder 20">
            <a:extLst>
              <a:ext uri="{FF2B5EF4-FFF2-40B4-BE49-F238E27FC236}">
                <a16:creationId xmlns:a16="http://schemas.microsoft.com/office/drawing/2014/main" id="{15CA1149-7531-A430-5D67-562499F7260E}"/>
              </a:ext>
            </a:extLst>
          </p:cNvPr>
          <p:cNvSpPr>
            <a:spLocks noGrp="1" noChangeAspect="1"/>
          </p:cNvSpPr>
          <p:nvPr>
            <p:ph type="body" sz="quarter" idx="25"/>
          </p:nvPr>
        </p:nvSpPr>
        <p:spPr>
          <a:xfrm>
            <a:off x="9312760"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4" name="Picture Placeholder 5">
            <a:extLst>
              <a:ext uri="{FF2B5EF4-FFF2-40B4-BE49-F238E27FC236}">
                <a16:creationId xmlns:a16="http://schemas.microsoft.com/office/drawing/2014/main" id="{06A462AB-2DEA-43CD-2BB4-7D03822CC3ED}"/>
              </a:ext>
            </a:extLst>
          </p:cNvPr>
          <p:cNvSpPr>
            <a:spLocks noGrp="1" noChangeAspect="1"/>
          </p:cNvSpPr>
          <p:nvPr>
            <p:ph type="pic" sz="quarter" idx="26"/>
          </p:nvPr>
        </p:nvSpPr>
        <p:spPr>
          <a:xfrm>
            <a:off x="8777288" y="3143443"/>
            <a:ext cx="2386477" cy="1202875"/>
          </a:xfrm>
        </p:spPr>
        <p:txBody>
          <a:bodyPr>
            <a:noAutofit/>
          </a:bodyPr>
          <a:lstStyle>
            <a:lvl1pPr marL="0" indent="0" algn="ctr">
              <a:buNone/>
              <a:defRPr sz="1600"/>
            </a:lvl1pPr>
          </a:lstStyle>
          <a:p>
            <a:endParaRPr lang="en-US"/>
          </a:p>
        </p:txBody>
      </p:sp>
      <p:sp>
        <p:nvSpPr>
          <p:cNvPr id="25" name="Text Placeholder 7">
            <a:extLst>
              <a:ext uri="{FF2B5EF4-FFF2-40B4-BE49-F238E27FC236}">
                <a16:creationId xmlns:a16="http://schemas.microsoft.com/office/drawing/2014/main" id="{E5281B2E-2DB5-260A-A56F-48B560BA5A4C}"/>
              </a:ext>
            </a:extLst>
          </p:cNvPr>
          <p:cNvSpPr>
            <a:spLocks noGrp="1"/>
          </p:cNvSpPr>
          <p:nvPr>
            <p:ph type="body" sz="quarter" idx="27"/>
          </p:nvPr>
        </p:nvSpPr>
        <p:spPr>
          <a:xfrm>
            <a:off x="8777288" y="4372005"/>
            <a:ext cx="2386584"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6" name="Picture Placeholder 5">
            <a:extLst>
              <a:ext uri="{FF2B5EF4-FFF2-40B4-BE49-F238E27FC236}">
                <a16:creationId xmlns:a16="http://schemas.microsoft.com/office/drawing/2014/main" id="{4FC93EAF-5A88-905A-1722-F86951FB5192}"/>
              </a:ext>
            </a:extLst>
          </p:cNvPr>
          <p:cNvSpPr>
            <a:spLocks noGrp="1" noChangeAspect="1"/>
          </p:cNvSpPr>
          <p:nvPr>
            <p:ph type="pic" sz="quarter" idx="28"/>
          </p:nvPr>
        </p:nvSpPr>
        <p:spPr>
          <a:xfrm>
            <a:off x="1228281" y="4865511"/>
            <a:ext cx="1807829" cy="1202875"/>
          </a:xfrm>
        </p:spPr>
        <p:txBody>
          <a:bodyPr>
            <a:noAutofit/>
          </a:bodyPr>
          <a:lstStyle>
            <a:lvl1pPr marL="0" indent="0" algn="ctr">
              <a:buNone/>
              <a:defRPr sz="1600"/>
            </a:lvl1pPr>
          </a:lstStyle>
          <a:p>
            <a:endParaRPr lang="en-US"/>
          </a:p>
        </p:txBody>
      </p:sp>
      <p:sp>
        <p:nvSpPr>
          <p:cNvPr id="27" name="Text Placeholder 7">
            <a:extLst>
              <a:ext uri="{FF2B5EF4-FFF2-40B4-BE49-F238E27FC236}">
                <a16:creationId xmlns:a16="http://schemas.microsoft.com/office/drawing/2014/main" id="{1103CF58-FFE1-3D4C-46CF-C1F270475165}"/>
              </a:ext>
            </a:extLst>
          </p:cNvPr>
          <p:cNvSpPr>
            <a:spLocks noGrp="1"/>
          </p:cNvSpPr>
          <p:nvPr>
            <p:ph type="body" sz="quarter" idx="29"/>
          </p:nvPr>
        </p:nvSpPr>
        <p:spPr>
          <a:xfrm>
            <a:off x="1228281" y="6099738"/>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8" name="Text Placeholder 7">
            <a:extLst>
              <a:ext uri="{FF2B5EF4-FFF2-40B4-BE49-F238E27FC236}">
                <a16:creationId xmlns:a16="http://schemas.microsoft.com/office/drawing/2014/main" id="{6E6289A7-692D-EADF-78C0-ECD5A7FAD370}"/>
              </a:ext>
            </a:extLst>
          </p:cNvPr>
          <p:cNvSpPr>
            <a:spLocks noGrp="1"/>
          </p:cNvSpPr>
          <p:nvPr>
            <p:ph type="body" sz="quarter" idx="30"/>
          </p:nvPr>
        </p:nvSpPr>
        <p:spPr>
          <a:xfrm>
            <a:off x="3249532" y="6093525"/>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9" name="Text Placeholder 20">
            <a:extLst>
              <a:ext uri="{FF2B5EF4-FFF2-40B4-BE49-F238E27FC236}">
                <a16:creationId xmlns:a16="http://schemas.microsoft.com/office/drawing/2014/main" id="{A87A5357-5A5D-926E-84C0-8954C01F5BF2}"/>
              </a:ext>
            </a:extLst>
          </p:cNvPr>
          <p:cNvSpPr>
            <a:spLocks noGrp="1" noChangeAspect="1"/>
          </p:cNvSpPr>
          <p:nvPr>
            <p:ph type="body" sz="quarter" idx="31"/>
          </p:nvPr>
        </p:nvSpPr>
        <p:spPr>
          <a:xfrm>
            <a:off x="3257843" y="4858763"/>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30" name="Picture Placeholder 5">
            <a:extLst>
              <a:ext uri="{FF2B5EF4-FFF2-40B4-BE49-F238E27FC236}">
                <a16:creationId xmlns:a16="http://schemas.microsoft.com/office/drawing/2014/main" id="{90AD125A-705B-4F3F-827A-AEA87B4F2F3A}"/>
              </a:ext>
            </a:extLst>
          </p:cNvPr>
          <p:cNvSpPr>
            <a:spLocks noGrp="1" noChangeAspect="1"/>
          </p:cNvSpPr>
          <p:nvPr>
            <p:ph type="pic" sz="quarter" idx="32"/>
          </p:nvPr>
        </p:nvSpPr>
        <p:spPr>
          <a:xfrm>
            <a:off x="5270521" y="4865511"/>
            <a:ext cx="1807829" cy="1202875"/>
          </a:xfrm>
        </p:spPr>
        <p:txBody>
          <a:bodyPr>
            <a:noAutofit/>
          </a:bodyPr>
          <a:lstStyle>
            <a:lvl1pPr marL="0" indent="0" algn="ctr">
              <a:buNone/>
              <a:defRPr sz="1600"/>
            </a:lvl1pPr>
          </a:lstStyle>
          <a:p>
            <a:endParaRPr lang="en-US"/>
          </a:p>
        </p:txBody>
      </p:sp>
      <p:sp>
        <p:nvSpPr>
          <p:cNvPr id="31" name="Text Placeholder 7">
            <a:extLst>
              <a:ext uri="{FF2B5EF4-FFF2-40B4-BE49-F238E27FC236}">
                <a16:creationId xmlns:a16="http://schemas.microsoft.com/office/drawing/2014/main" id="{4612963F-9AAE-1B6B-3F37-E281FEF66158}"/>
              </a:ext>
            </a:extLst>
          </p:cNvPr>
          <p:cNvSpPr>
            <a:spLocks noGrp="1"/>
          </p:cNvSpPr>
          <p:nvPr>
            <p:ph type="body" sz="quarter" idx="33"/>
          </p:nvPr>
        </p:nvSpPr>
        <p:spPr>
          <a:xfrm>
            <a:off x="5267838" y="6099738"/>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3" name="Text Placeholder 7">
            <a:extLst>
              <a:ext uri="{FF2B5EF4-FFF2-40B4-BE49-F238E27FC236}">
                <a16:creationId xmlns:a16="http://schemas.microsoft.com/office/drawing/2014/main" id="{71C8C0D1-88A3-8BAD-295E-06A56F704990}"/>
              </a:ext>
            </a:extLst>
          </p:cNvPr>
          <p:cNvSpPr>
            <a:spLocks noGrp="1"/>
          </p:cNvSpPr>
          <p:nvPr>
            <p:ph type="body" sz="quarter" idx="34"/>
          </p:nvPr>
        </p:nvSpPr>
        <p:spPr>
          <a:xfrm>
            <a:off x="0" y="1462088"/>
            <a:ext cx="105817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
        <p:nvSpPr>
          <p:cNvPr id="4" name="Text Placeholder 7">
            <a:extLst>
              <a:ext uri="{FF2B5EF4-FFF2-40B4-BE49-F238E27FC236}">
                <a16:creationId xmlns:a16="http://schemas.microsoft.com/office/drawing/2014/main" id="{3DA43AB5-0138-2F0C-6501-53E38B10AFA2}"/>
              </a:ext>
            </a:extLst>
          </p:cNvPr>
          <p:cNvSpPr>
            <a:spLocks noGrp="1"/>
          </p:cNvSpPr>
          <p:nvPr>
            <p:ph type="body" sz="quarter" idx="35"/>
          </p:nvPr>
        </p:nvSpPr>
        <p:spPr>
          <a:xfrm>
            <a:off x="0" y="3143443"/>
            <a:ext cx="100066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
        <p:nvSpPr>
          <p:cNvPr id="5" name="Text Placeholder 7">
            <a:extLst>
              <a:ext uri="{FF2B5EF4-FFF2-40B4-BE49-F238E27FC236}">
                <a16:creationId xmlns:a16="http://schemas.microsoft.com/office/drawing/2014/main" id="{5A62B488-9CF9-D0C9-70BB-6A329DA92C44}"/>
              </a:ext>
            </a:extLst>
          </p:cNvPr>
          <p:cNvSpPr>
            <a:spLocks noGrp="1"/>
          </p:cNvSpPr>
          <p:nvPr>
            <p:ph type="body" sz="quarter" idx="36"/>
          </p:nvPr>
        </p:nvSpPr>
        <p:spPr>
          <a:xfrm>
            <a:off x="0" y="4865511"/>
            <a:ext cx="105817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Tree>
    <p:extLst>
      <p:ext uri="{BB962C8B-B14F-4D97-AF65-F5344CB8AC3E}">
        <p14:creationId xmlns:p14="http://schemas.microsoft.com/office/powerpoint/2010/main" val="41161154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userDrawn="1">
  <p:cSld name="10_Title Only">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lvl1pPr>
              <a:defRPr>
                <a:solidFill>
                  <a:srgbClr val="000000"/>
                </a:solidFill>
              </a:defRPr>
            </a:lvl1pPr>
          </a:lstStyle>
          <a:p>
            <a:r>
              <a:rPr lang="en-US"/>
              <a:t>Click to edit Master title style</a:t>
            </a:r>
          </a:p>
        </p:txBody>
      </p:sp>
    </p:spTree>
    <p:extLst>
      <p:ext uri="{BB962C8B-B14F-4D97-AF65-F5344CB8AC3E}">
        <p14:creationId xmlns:p14="http://schemas.microsoft.com/office/powerpoint/2010/main" val="6967776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9" Type="http://schemas.openxmlformats.org/officeDocument/2006/relationships/slideLayout" Target="../slideLayouts/slideLayout104.xml"/><Relationship Id="rId21" Type="http://schemas.openxmlformats.org/officeDocument/2006/relationships/slideLayout" Target="../slideLayouts/slideLayout86.xml"/><Relationship Id="rId34" Type="http://schemas.openxmlformats.org/officeDocument/2006/relationships/slideLayout" Target="../slideLayouts/slideLayout99.xml"/><Relationship Id="rId42" Type="http://schemas.openxmlformats.org/officeDocument/2006/relationships/slideLayout" Target="../slideLayouts/slideLayout107.xml"/><Relationship Id="rId47" Type="http://schemas.openxmlformats.org/officeDocument/2006/relationships/image" Target="../media/image29.emf"/><Relationship Id="rId7" Type="http://schemas.openxmlformats.org/officeDocument/2006/relationships/slideLayout" Target="../slideLayouts/slideLayout7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37" Type="http://schemas.openxmlformats.org/officeDocument/2006/relationships/slideLayout" Target="../slideLayouts/slideLayout102.xml"/><Relationship Id="rId40" Type="http://schemas.openxmlformats.org/officeDocument/2006/relationships/slideLayout" Target="../slideLayouts/slideLayout105.xml"/><Relationship Id="rId45" Type="http://schemas.openxmlformats.org/officeDocument/2006/relationships/slideLayout" Target="../slideLayouts/slideLayout110.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slideLayout" Target="../slideLayouts/slideLayout101.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4" Type="http://schemas.openxmlformats.org/officeDocument/2006/relationships/slideLayout" Target="../slideLayouts/slideLayout109.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slideLayout" Target="../slideLayouts/slideLayout100.xml"/><Relationship Id="rId43" Type="http://schemas.openxmlformats.org/officeDocument/2006/relationships/slideLayout" Target="../slideLayouts/slideLayout108.xml"/><Relationship Id="rId8" Type="http://schemas.openxmlformats.org/officeDocument/2006/relationships/slideLayout" Target="../slideLayouts/slideLayout73.xml"/><Relationship Id="rId3" Type="http://schemas.openxmlformats.org/officeDocument/2006/relationships/slideLayout" Target="../slideLayouts/slideLayout68.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38" Type="http://schemas.openxmlformats.org/officeDocument/2006/relationships/slideLayout" Target="../slideLayouts/slideLayout103.xml"/><Relationship Id="rId46" Type="http://schemas.openxmlformats.org/officeDocument/2006/relationships/theme" Target="../theme/theme2.xml"/><Relationship Id="rId20" Type="http://schemas.openxmlformats.org/officeDocument/2006/relationships/slideLayout" Target="../slideLayouts/slideLayout85.xml"/><Relationship Id="rId41" Type="http://schemas.openxmlformats.org/officeDocument/2006/relationships/slideLayout" Target="../slideLayouts/slideLayout10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6.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42" Type="http://schemas.openxmlformats.org/officeDocument/2006/relationships/slideLayout" Target="../slideLayouts/slideLayout152.xml"/><Relationship Id="rId47" Type="http://schemas.openxmlformats.org/officeDocument/2006/relationships/slideLayout" Target="../slideLayouts/slideLayout157.xml"/><Relationship Id="rId50" Type="http://schemas.openxmlformats.org/officeDocument/2006/relationships/slideLayout" Target="../slideLayouts/slideLayout160.xml"/><Relationship Id="rId55" Type="http://schemas.openxmlformats.org/officeDocument/2006/relationships/slideLayout" Target="../slideLayouts/slideLayout165.xml"/><Relationship Id="rId63" Type="http://schemas.openxmlformats.org/officeDocument/2006/relationships/slideLayout" Target="../slideLayouts/slideLayout173.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9" Type="http://schemas.openxmlformats.org/officeDocument/2006/relationships/slideLayout" Target="../slideLayouts/slideLayout139.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slideLayout" Target="../slideLayouts/slideLayout147.xml"/><Relationship Id="rId40" Type="http://schemas.openxmlformats.org/officeDocument/2006/relationships/slideLayout" Target="../slideLayouts/slideLayout150.xml"/><Relationship Id="rId45" Type="http://schemas.openxmlformats.org/officeDocument/2006/relationships/slideLayout" Target="../slideLayouts/slideLayout155.xml"/><Relationship Id="rId53" Type="http://schemas.openxmlformats.org/officeDocument/2006/relationships/slideLayout" Target="../slideLayouts/slideLayout163.xml"/><Relationship Id="rId58" Type="http://schemas.openxmlformats.org/officeDocument/2006/relationships/slideLayout" Target="../slideLayouts/slideLayout168.xml"/><Relationship Id="rId66" Type="http://schemas.openxmlformats.org/officeDocument/2006/relationships/image" Target="../media/image1.svg"/><Relationship Id="rId5" Type="http://schemas.openxmlformats.org/officeDocument/2006/relationships/slideLayout" Target="../slideLayouts/slideLayout115.xml"/><Relationship Id="rId61" Type="http://schemas.openxmlformats.org/officeDocument/2006/relationships/slideLayout" Target="../slideLayouts/slideLayout171.xml"/><Relationship Id="rId19" Type="http://schemas.openxmlformats.org/officeDocument/2006/relationships/slideLayout" Target="../slideLayouts/slideLayout12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43" Type="http://schemas.openxmlformats.org/officeDocument/2006/relationships/slideLayout" Target="../slideLayouts/slideLayout153.xml"/><Relationship Id="rId48" Type="http://schemas.openxmlformats.org/officeDocument/2006/relationships/slideLayout" Target="../slideLayouts/slideLayout158.xml"/><Relationship Id="rId56" Type="http://schemas.openxmlformats.org/officeDocument/2006/relationships/slideLayout" Target="../slideLayouts/slideLayout166.xml"/><Relationship Id="rId64" Type="http://schemas.openxmlformats.org/officeDocument/2006/relationships/slideLayout" Target="../slideLayouts/slideLayout174.xml"/><Relationship Id="rId8" Type="http://schemas.openxmlformats.org/officeDocument/2006/relationships/slideLayout" Target="../slideLayouts/slideLayout118.xml"/><Relationship Id="rId51" Type="http://schemas.openxmlformats.org/officeDocument/2006/relationships/slideLayout" Target="../slideLayouts/slideLayout161.xml"/><Relationship Id="rId3" Type="http://schemas.openxmlformats.org/officeDocument/2006/relationships/slideLayout" Target="../slideLayouts/slideLayout113.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slideLayout" Target="../slideLayouts/slideLayout148.xml"/><Relationship Id="rId46" Type="http://schemas.openxmlformats.org/officeDocument/2006/relationships/slideLayout" Target="../slideLayouts/slideLayout156.xml"/><Relationship Id="rId59" Type="http://schemas.openxmlformats.org/officeDocument/2006/relationships/slideLayout" Target="../slideLayouts/slideLayout169.xml"/><Relationship Id="rId20" Type="http://schemas.openxmlformats.org/officeDocument/2006/relationships/slideLayout" Target="../slideLayouts/slideLayout130.xml"/><Relationship Id="rId41" Type="http://schemas.openxmlformats.org/officeDocument/2006/relationships/slideLayout" Target="../slideLayouts/slideLayout151.xml"/><Relationship Id="rId54" Type="http://schemas.openxmlformats.org/officeDocument/2006/relationships/slideLayout" Target="../slideLayouts/slideLayout164.xml"/><Relationship Id="rId62" Type="http://schemas.openxmlformats.org/officeDocument/2006/relationships/slideLayout" Target="../slideLayouts/slideLayout17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49" Type="http://schemas.openxmlformats.org/officeDocument/2006/relationships/slideLayout" Target="../slideLayouts/slideLayout159.xml"/><Relationship Id="rId57" Type="http://schemas.openxmlformats.org/officeDocument/2006/relationships/slideLayout" Target="../slideLayouts/slideLayout167.xml"/><Relationship Id="rId10" Type="http://schemas.openxmlformats.org/officeDocument/2006/relationships/slideLayout" Target="../slideLayouts/slideLayout120.xml"/><Relationship Id="rId31" Type="http://schemas.openxmlformats.org/officeDocument/2006/relationships/slideLayout" Target="../slideLayouts/slideLayout141.xml"/><Relationship Id="rId44" Type="http://schemas.openxmlformats.org/officeDocument/2006/relationships/slideLayout" Target="../slideLayouts/slideLayout154.xml"/><Relationship Id="rId52" Type="http://schemas.openxmlformats.org/officeDocument/2006/relationships/slideLayout" Target="../slideLayouts/slideLayout162.xml"/><Relationship Id="rId60" Type="http://schemas.openxmlformats.org/officeDocument/2006/relationships/slideLayout" Target="../slideLayouts/slideLayout170.xml"/><Relationship Id="rId65" Type="http://schemas.openxmlformats.org/officeDocument/2006/relationships/theme" Target="../theme/theme3.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39" Type="http://schemas.openxmlformats.org/officeDocument/2006/relationships/slideLayout" Target="../slideLayouts/slideLayout14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7.xml"/><Relationship Id="rId18" Type="http://schemas.openxmlformats.org/officeDocument/2006/relationships/slideLayout" Target="../slideLayouts/slideLayout192.xml"/><Relationship Id="rId26" Type="http://schemas.openxmlformats.org/officeDocument/2006/relationships/slideLayout" Target="../slideLayouts/slideLayout200.xml"/><Relationship Id="rId39" Type="http://schemas.openxmlformats.org/officeDocument/2006/relationships/slideLayout" Target="../slideLayouts/slideLayout213.xml"/><Relationship Id="rId21" Type="http://schemas.openxmlformats.org/officeDocument/2006/relationships/slideLayout" Target="../slideLayouts/slideLayout195.xml"/><Relationship Id="rId34" Type="http://schemas.openxmlformats.org/officeDocument/2006/relationships/slideLayout" Target="../slideLayouts/slideLayout208.xml"/><Relationship Id="rId42" Type="http://schemas.openxmlformats.org/officeDocument/2006/relationships/slideLayout" Target="../slideLayouts/slideLayout216.xml"/><Relationship Id="rId47" Type="http://schemas.openxmlformats.org/officeDocument/2006/relationships/slideLayout" Target="../slideLayouts/slideLayout221.xml"/><Relationship Id="rId50" Type="http://schemas.openxmlformats.org/officeDocument/2006/relationships/slideLayout" Target="../slideLayouts/slideLayout224.xml"/><Relationship Id="rId55" Type="http://schemas.openxmlformats.org/officeDocument/2006/relationships/slideLayout" Target="../slideLayouts/slideLayout229.xml"/><Relationship Id="rId7" Type="http://schemas.openxmlformats.org/officeDocument/2006/relationships/slideLayout" Target="../slideLayouts/slideLayout181.xml"/><Relationship Id="rId2" Type="http://schemas.openxmlformats.org/officeDocument/2006/relationships/slideLayout" Target="../slideLayouts/slideLayout176.xml"/><Relationship Id="rId16" Type="http://schemas.openxmlformats.org/officeDocument/2006/relationships/slideLayout" Target="../slideLayouts/slideLayout190.xml"/><Relationship Id="rId29" Type="http://schemas.openxmlformats.org/officeDocument/2006/relationships/slideLayout" Target="../slideLayouts/slideLayout203.xml"/><Relationship Id="rId11" Type="http://schemas.openxmlformats.org/officeDocument/2006/relationships/slideLayout" Target="../slideLayouts/slideLayout185.xml"/><Relationship Id="rId24" Type="http://schemas.openxmlformats.org/officeDocument/2006/relationships/slideLayout" Target="../slideLayouts/slideLayout198.xml"/><Relationship Id="rId32" Type="http://schemas.openxmlformats.org/officeDocument/2006/relationships/slideLayout" Target="../slideLayouts/slideLayout206.xml"/><Relationship Id="rId37" Type="http://schemas.openxmlformats.org/officeDocument/2006/relationships/slideLayout" Target="../slideLayouts/slideLayout211.xml"/><Relationship Id="rId40" Type="http://schemas.openxmlformats.org/officeDocument/2006/relationships/slideLayout" Target="../slideLayouts/slideLayout214.xml"/><Relationship Id="rId45" Type="http://schemas.openxmlformats.org/officeDocument/2006/relationships/slideLayout" Target="../slideLayouts/slideLayout219.xml"/><Relationship Id="rId53" Type="http://schemas.openxmlformats.org/officeDocument/2006/relationships/slideLayout" Target="../slideLayouts/slideLayout227.xml"/><Relationship Id="rId58" Type="http://schemas.openxmlformats.org/officeDocument/2006/relationships/slideLayout" Target="../slideLayouts/slideLayout232.xml"/><Relationship Id="rId5" Type="http://schemas.openxmlformats.org/officeDocument/2006/relationships/slideLayout" Target="../slideLayouts/slideLayout179.xml"/><Relationship Id="rId19" Type="http://schemas.openxmlformats.org/officeDocument/2006/relationships/slideLayout" Target="../slideLayouts/slideLayout193.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14" Type="http://schemas.openxmlformats.org/officeDocument/2006/relationships/slideLayout" Target="../slideLayouts/slideLayout188.xml"/><Relationship Id="rId22" Type="http://schemas.openxmlformats.org/officeDocument/2006/relationships/slideLayout" Target="../slideLayouts/slideLayout196.xml"/><Relationship Id="rId27" Type="http://schemas.openxmlformats.org/officeDocument/2006/relationships/slideLayout" Target="../slideLayouts/slideLayout201.xml"/><Relationship Id="rId30" Type="http://schemas.openxmlformats.org/officeDocument/2006/relationships/slideLayout" Target="../slideLayouts/slideLayout204.xml"/><Relationship Id="rId35" Type="http://schemas.openxmlformats.org/officeDocument/2006/relationships/slideLayout" Target="../slideLayouts/slideLayout209.xml"/><Relationship Id="rId43" Type="http://schemas.openxmlformats.org/officeDocument/2006/relationships/slideLayout" Target="../slideLayouts/slideLayout217.xml"/><Relationship Id="rId48" Type="http://schemas.openxmlformats.org/officeDocument/2006/relationships/slideLayout" Target="../slideLayouts/slideLayout222.xml"/><Relationship Id="rId56" Type="http://schemas.openxmlformats.org/officeDocument/2006/relationships/slideLayout" Target="../slideLayouts/slideLayout230.xml"/><Relationship Id="rId8" Type="http://schemas.openxmlformats.org/officeDocument/2006/relationships/slideLayout" Target="../slideLayouts/slideLayout182.xml"/><Relationship Id="rId51" Type="http://schemas.openxmlformats.org/officeDocument/2006/relationships/slideLayout" Target="../slideLayouts/slideLayout225.xml"/><Relationship Id="rId3" Type="http://schemas.openxmlformats.org/officeDocument/2006/relationships/slideLayout" Target="../slideLayouts/slideLayout177.xml"/><Relationship Id="rId12" Type="http://schemas.openxmlformats.org/officeDocument/2006/relationships/slideLayout" Target="../slideLayouts/slideLayout186.xml"/><Relationship Id="rId17" Type="http://schemas.openxmlformats.org/officeDocument/2006/relationships/slideLayout" Target="../slideLayouts/slideLayout191.xml"/><Relationship Id="rId25" Type="http://schemas.openxmlformats.org/officeDocument/2006/relationships/slideLayout" Target="../slideLayouts/slideLayout199.xml"/><Relationship Id="rId33" Type="http://schemas.openxmlformats.org/officeDocument/2006/relationships/slideLayout" Target="../slideLayouts/slideLayout207.xml"/><Relationship Id="rId38" Type="http://schemas.openxmlformats.org/officeDocument/2006/relationships/slideLayout" Target="../slideLayouts/slideLayout212.xml"/><Relationship Id="rId46" Type="http://schemas.openxmlformats.org/officeDocument/2006/relationships/slideLayout" Target="../slideLayouts/slideLayout220.xml"/><Relationship Id="rId59" Type="http://schemas.openxmlformats.org/officeDocument/2006/relationships/theme" Target="../theme/theme4.xml"/><Relationship Id="rId20" Type="http://schemas.openxmlformats.org/officeDocument/2006/relationships/slideLayout" Target="../slideLayouts/slideLayout194.xml"/><Relationship Id="rId41" Type="http://schemas.openxmlformats.org/officeDocument/2006/relationships/slideLayout" Target="../slideLayouts/slideLayout215.xml"/><Relationship Id="rId54" Type="http://schemas.openxmlformats.org/officeDocument/2006/relationships/slideLayout" Target="../slideLayouts/slideLayout228.xml"/><Relationship Id="rId1" Type="http://schemas.openxmlformats.org/officeDocument/2006/relationships/slideLayout" Target="../slideLayouts/slideLayout175.xml"/><Relationship Id="rId6" Type="http://schemas.openxmlformats.org/officeDocument/2006/relationships/slideLayout" Target="../slideLayouts/slideLayout180.xml"/><Relationship Id="rId15" Type="http://schemas.openxmlformats.org/officeDocument/2006/relationships/slideLayout" Target="../slideLayouts/slideLayout189.xml"/><Relationship Id="rId23" Type="http://schemas.openxmlformats.org/officeDocument/2006/relationships/slideLayout" Target="../slideLayouts/slideLayout197.xml"/><Relationship Id="rId28" Type="http://schemas.openxmlformats.org/officeDocument/2006/relationships/slideLayout" Target="../slideLayouts/slideLayout202.xml"/><Relationship Id="rId36" Type="http://schemas.openxmlformats.org/officeDocument/2006/relationships/slideLayout" Target="../slideLayouts/slideLayout210.xml"/><Relationship Id="rId49" Type="http://schemas.openxmlformats.org/officeDocument/2006/relationships/slideLayout" Target="../slideLayouts/slideLayout223.xml"/><Relationship Id="rId57" Type="http://schemas.openxmlformats.org/officeDocument/2006/relationships/slideLayout" Target="../slideLayouts/slideLayout231.xml"/><Relationship Id="rId10" Type="http://schemas.openxmlformats.org/officeDocument/2006/relationships/slideLayout" Target="../slideLayouts/slideLayout184.xml"/><Relationship Id="rId31" Type="http://schemas.openxmlformats.org/officeDocument/2006/relationships/slideLayout" Target="../slideLayouts/slideLayout205.xml"/><Relationship Id="rId44" Type="http://schemas.openxmlformats.org/officeDocument/2006/relationships/slideLayout" Target="../slideLayouts/slideLayout218.xml"/><Relationship Id="rId52" Type="http://schemas.openxmlformats.org/officeDocument/2006/relationships/slideLayout" Target="../slideLayouts/slideLayout226.xml"/><Relationship Id="rId60" Type="http://schemas.openxmlformats.org/officeDocument/2006/relationships/image" Target="../media/image1.svg"/></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45.xml"/><Relationship Id="rId18" Type="http://schemas.openxmlformats.org/officeDocument/2006/relationships/slideLayout" Target="../slideLayouts/slideLayout250.xml"/><Relationship Id="rId26" Type="http://schemas.openxmlformats.org/officeDocument/2006/relationships/slideLayout" Target="../slideLayouts/slideLayout258.xml"/><Relationship Id="rId39" Type="http://schemas.openxmlformats.org/officeDocument/2006/relationships/slideLayout" Target="../slideLayouts/slideLayout271.xml"/><Relationship Id="rId21" Type="http://schemas.openxmlformats.org/officeDocument/2006/relationships/slideLayout" Target="../slideLayouts/slideLayout253.xml"/><Relationship Id="rId34" Type="http://schemas.openxmlformats.org/officeDocument/2006/relationships/slideLayout" Target="../slideLayouts/slideLayout266.xml"/><Relationship Id="rId42" Type="http://schemas.openxmlformats.org/officeDocument/2006/relationships/slideLayout" Target="../slideLayouts/slideLayout274.xml"/><Relationship Id="rId47" Type="http://schemas.openxmlformats.org/officeDocument/2006/relationships/image" Target="../media/image29.emf"/><Relationship Id="rId7" Type="http://schemas.openxmlformats.org/officeDocument/2006/relationships/slideLayout" Target="../slideLayouts/slideLayout239.xml"/><Relationship Id="rId2" Type="http://schemas.openxmlformats.org/officeDocument/2006/relationships/slideLayout" Target="../slideLayouts/slideLayout234.xml"/><Relationship Id="rId16" Type="http://schemas.openxmlformats.org/officeDocument/2006/relationships/slideLayout" Target="../slideLayouts/slideLayout248.xml"/><Relationship Id="rId29" Type="http://schemas.openxmlformats.org/officeDocument/2006/relationships/slideLayout" Target="../slideLayouts/slideLayout261.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24" Type="http://schemas.openxmlformats.org/officeDocument/2006/relationships/slideLayout" Target="../slideLayouts/slideLayout256.xml"/><Relationship Id="rId32" Type="http://schemas.openxmlformats.org/officeDocument/2006/relationships/slideLayout" Target="../slideLayouts/slideLayout264.xml"/><Relationship Id="rId37" Type="http://schemas.openxmlformats.org/officeDocument/2006/relationships/slideLayout" Target="../slideLayouts/slideLayout269.xml"/><Relationship Id="rId40" Type="http://schemas.openxmlformats.org/officeDocument/2006/relationships/slideLayout" Target="../slideLayouts/slideLayout272.xml"/><Relationship Id="rId45" Type="http://schemas.openxmlformats.org/officeDocument/2006/relationships/slideLayout" Target="../slideLayouts/slideLayout277.xml"/><Relationship Id="rId5" Type="http://schemas.openxmlformats.org/officeDocument/2006/relationships/slideLayout" Target="../slideLayouts/slideLayout237.xml"/><Relationship Id="rId15" Type="http://schemas.openxmlformats.org/officeDocument/2006/relationships/slideLayout" Target="../slideLayouts/slideLayout247.xml"/><Relationship Id="rId23" Type="http://schemas.openxmlformats.org/officeDocument/2006/relationships/slideLayout" Target="../slideLayouts/slideLayout255.xml"/><Relationship Id="rId28" Type="http://schemas.openxmlformats.org/officeDocument/2006/relationships/slideLayout" Target="../slideLayouts/slideLayout260.xml"/><Relationship Id="rId36" Type="http://schemas.openxmlformats.org/officeDocument/2006/relationships/slideLayout" Target="../slideLayouts/slideLayout268.xml"/><Relationship Id="rId10" Type="http://schemas.openxmlformats.org/officeDocument/2006/relationships/slideLayout" Target="../slideLayouts/slideLayout242.xml"/><Relationship Id="rId19" Type="http://schemas.openxmlformats.org/officeDocument/2006/relationships/slideLayout" Target="../slideLayouts/slideLayout251.xml"/><Relationship Id="rId31" Type="http://schemas.openxmlformats.org/officeDocument/2006/relationships/slideLayout" Target="../slideLayouts/slideLayout263.xml"/><Relationship Id="rId44" Type="http://schemas.openxmlformats.org/officeDocument/2006/relationships/slideLayout" Target="../slideLayouts/slideLayout276.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 Id="rId22" Type="http://schemas.openxmlformats.org/officeDocument/2006/relationships/slideLayout" Target="../slideLayouts/slideLayout254.xml"/><Relationship Id="rId27" Type="http://schemas.openxmlformats.org/officeDocument/2006/relationships/slideLayout" Target="../slideLayouts/slideLayout259.xml"/><Relationship Id="rId30" Type="http://schemas.openxmlformats.org/officeDocument/2006/relationships/slideLayout" Target="../slideLayouts/slideLayout262.xml"/><Relationship Id="rId35" Type="http://schemas.openxmlformats.org/officeDocument/2006/relationships/slideLayout" Target="../slideLayouts/slideLayout267.xml"/><Relationship Id="rId43" Type="http://schemas.openxmlformats.org/officeDocument/2006/relationships/slideLayout" Target="../slideLayouts/slideLayout275.xml"/><Relationship Id="rId8" Type="http://schemas.openxmlformats.org/officeDocument/2006/relationships/slideLayout" Target="../slideLayouts/slideLayout240.xml"/><Relationship Id="rId3" Type="http://schemas.openxmlformats.org/officeDocument/2006/relationships/slideLayout" Target="../slideLayouts/slideLayout235.xml"/><Relationship Id="rId12" Type="http://schemas.openxmlformats.org/officeDocument/2006/relationships/slideLayout" Target="../slideLayouts/slideLayout244.xml"/><Relationship Id="rId17" Type="http://schemas.openxmlformats.org/officeDocument/2006/relationships/slideLayout" Target="../slideLayouts/slideLayout249.xml"/><Relationship Id="rId25" Type="http://schemas.openxmlformats.org/officeDocument/2006/relationships/slideLayout" Target="../slideLayouts/slideLayout257.xml"/><Relationship Id="rId33" Type="http://schemas.openxmlformats.org/officeDocument/2006/relationships/slideLayout" Target="../slideLayouts/slideLayout265.xml"/><Relationship Id="rId38" Type="http://schemas.openxmlformats.org/officeDocument/2006/relationships/slideLayout" Target="../slideLayouts/slideLayout270.xml"/><Relationship Id="rId46" Type="http://schemas.openxmlformats.org/officeDocument/2006/relationships/theme" Target="../theme/theme5.xml"/><Relationship Id="rId20" Type="http://schemas.openxmlformats.org/officeDocument/2006/relationships/slideLayout" Target="../slideLayouts/slideLayout252.xml"/><Relationship Id="rId41" Type="http://schemas.openxmlformats.org/officeDocument/2006/relationships/slideLayout" Target="../slideLayouts/slideLayout27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90.xml"/><Relationship Id="rId18" Type="http://schemas.openxmlformats.org/officeDocument/2006/relationships/slideLayout" Target="../slideLayouts/slideLayout295.xml"/><Relationship Id="rId26" Type="http://schemas.openxmlformats.org/officeDocument/2006/relationships/slideLayout" Target="../slideLayouts/slideLayout303.xml"/><Relationship Id="rId3" Type="http://schemas.openxmlformats.org/officeDocument/2006/relationships/slideLayout" Target="../slideLayouts/slideLayout280.xml"/><Relationship Id="rId21" Type="http://schemas.openxmlformats.org/officeDocument/2006/relationships/slideLayout" Target="../slideLayouts/slideLayout298.xml"/><Relationship Id="rId34" Type="http://schemas.openxmlformats.org/officeDocument/2006/relationships/theme" Target="../theme/theme6.xml"/><Relationship Id="rId7" Type="http://schemas.openxmlformats.org/officeDocument/2006/relationships/slideLayout" Target="../slideLayouts/slideLayout284.xml"/><Relationship Id="rId12" Type="http://schemas.openxmlformats.org/officeDocument/2006/relationships/slideLayout" Target="../slideLayouts/slideLayout289.xml"/><Relationship Id="rId17" Type="http://schemas.openxmlformats.org/officeDocument/2006/relationships/slideLayout" Target="../slideLayouts/slideLayout294.xml"/><Relationship Id="rId25" Type="http://schemas.openxmlformats.org/officeDocument/2006/relationships/slideLayout" Target="../slideLayouts/slideLayout302.xml"/><Relationship Id="rId33" Type="http://schemas.openxmlformats.org/officeDocument/2006/relationships/slideLayout" Target="../slideLayouts/slideLayout310.xml"/><Relationship Id="rId2" Type="http://schemas.openxmlformats.org/officeDocument/2006/relationships/slideLayout" Target="../slideLayouts/slideLayout279.xml"/><Relationship Id="rId16" Type="http://schemas.openxmlformats.org/officeDocument/2006/relationships/slideLayout" Target="../slideLayouts/slideLayout293.xml"/><Relationship Id="rId20" Type="http://schemas.openxmlformats.org/officeDocument/2006/relationships/slideLayout" Target="../slideLayouts/slideLayout297.xml"/><Relationship Id="rId29" Type="http://schemas.openxmlformats.org/officeDocument/2006/relationships/slideLayout" Target="../slideLayouts/slideLayout306.xml"/><Relationship Id="rId1" Type="http://schemas.openxmlformats.org/officeDocument/2006/relationships/slideLayout" Target="../slideLayouts/slideLayout278.xml"/><Relationship Id="rId6" Type="http://schemas.openxmlformats.org/officeDocument/2006/relationships/slideLayout" Target="../slideLayouts/slideLayout283.xml"/><Relationship Id="rId11" Type="http://schemas.openxmlformats.org/officeDocument/2006/relationships/slideLayout" Target="../slideLayouts/slideLayout288.xml"/><Relationship Id="rId24" Type="http://schemas.openxmlformats.org/officeDocument/2006/relationships/slideLayout" Target="../slideLayouts/slideLayout301.xml"/><Relationship Id="rId32" Type="http://schemas.openxmlformats.org/officeDocument/2006/relationships/slideLayout" Target="../slideLayouts/slideLayout309.xml"/><Relationship Id="rId5" Type="http://schemas.openxmlformats.org/officeDocument/2006/relationships/slideLayout" Target="../slideLayouts/slideLayout282.xml"/><Relationship Id="rId15" Type="http://schemas.openxmlformats.org/officeDocument/2006/relationships/slideLayout" Target="../slideLayouts/slideLayout292.xml"/><Relationship Id="rId23" Type="http://schemas.openxmlformats.org/officeDocument/2006/relationships/slideLayout" Target="../slideLayouts/slideLayout300.xml"/><Relationship Id="rId28" Type="http://schemas.openxmlformats.org/officeDocument/2006/relationships/slideLayout" Target="../slideLayouts/slideLayout305.xml"/><Relationship Id="rId10" Type="http://schemas.openxmlformats.org/officeDocument/2006/relationships/slideLayout" Target="../slideLayouts/slideLayout287.xml"/><Relationship Id="rId19" Type="http://schemas.openxmlformats.org/officeDocument/2006/relationships/slideLayout" Target="../slideLayouts/slideLayout296.xml"/><Relationship Id="rId31" Type="http://schemas.openxmlformats.org/officeDocument/2006/relationships/slideLayout" Target="../slideLayouts/slideLayout308.xml"/><Relationship Id="rId4" Type="http://schemas.openxmlformats.org/officeDocument/2006/relationships/slideLayout" Target="../slideLayouts/slideLayout281.xml"/><Relationship Id="rId9" Type="http://schemas.openxmlformats.org/officeDocument/2006/relationships/slideLayout" Target="../slideLayouts/slideLayout286.xml"/><Relationship Id="rId14" Type="http://schemas.openxmlformats.org/officeDocument/2006/relationships/slideLayout" Target="../slideLayouts/slideLayout291.xml"/><Relationship Id="rId22" Type="http://schemas.openxmlformats.org/officeDocument/2006/relationships/slideLayout" Target="../slideLayouts/slideLayout299.xml"/><Relationship Id="rId27" Type="http://schemas.openxmlformats.org/officeDocument/2006/relationships/slideLayout" Target="../slideLayouts/slideLayout304.xml"/><Relationship Id="rId30" Type="http://schemas.openxmlformats.org/officeDocument/2006/relationships/slideLayout" Target="../slideLayouts/slideLayout307.xml"/><Relationship Id="rId35" Type="http://schemas.openxmlformats.org/officeDocument/2006/relationships/image" Target="../media/image37.png"/><Relationship Id="rId8" Type="http://schemas.openxmlformats.org/officeDocument/2006/relationships/slideLayout" Target="../slideLayouts/slideLayout285.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323.xml"/><Relationship Id="rId18" Type="http://schemas.openxmlformats.org/officeDocument/2006/relationships/slideLayout" Target="../slideLayouts/slideLayout328.xml"/><Relationship Id="rId26" Type="http://schemas.openxmlformats.org/officeDocument/2006/relationships/slideLayout" Target="../slideLayouts/slideLayout336.xml"/><Relationship Id="rId39" Type="http://schemas.openxmlformats.org/officeDocument/2006/relationships/slideLayout" Target="../slideLayouts/slideLayout349.xml"/><Relationship Id="rId21" Type="http://schemas.openxmlformats.org/officeDocument/2006/relationships/slideLayout" Target="../slideLayouts/slideLayout331.xml"/><Relationship Id="rId34" Type="http://schemas.openxmlformats.org/officeDocument/2006/relationships/slideLayout" Target="../slideLayouts/slideLayout344.xml"/><Relationship Id="rId42" Type="http://schemas.openxmlformats.org/officeDocument/2006/relationships/slideLayout" Target="../slideLayouts/slideLayout352.xml"/><Relationship Id="rId47" Type="http://schemas.openxmlformats.org/officeDocument/2006/relationships/slideLayout" Target="../slideLayouts/slideLayout357.xml"/><Relationship Id="rId50" Type="http://schemas.openxmlformats.org/officeDocument/2006/relationships/slideLayout" Target="../slideLayouts/slideLayout360.xml"/><Relationship Id="rId55" Type="http://schemas.openxmlformats.org/officeDocument/2006/relationships/image" Target="../media/image1.svg"/><Relationship Id="rId7" Type="http://schemas.openxmlformats.org/officeDocument/2006/relationships/slideLayout" Target="../slideLayouts/slideLayout317.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29" Type="http://schemas.openxmlformats.org/officeDocument/2006/relationships/slideLayout" Target="../slideLayouts/slideLayout339.xml"/><Relationship Id="rId11" Type="http://schemas.openxmlformats.org/officeDocument/2006/relationships/slideLayout" Target="../slideLayouts/slideLayout321.xml"/><Relationship Id="rId24" Type="http://schemas.openxmlformats.org/officeDocument/2006/relationships/slideLayout" Target="../slideLayouts/slideLayout334.xml"/><Relationship Id="rId32" Type="http://schemas.openxmlformats.org/officeDocument/2006/relationships/slideLayout" Target="../slideLayouts/slideLayout342.xml"/><Relationship Id="rId37" Type="http://schemas.openxmlformats.org/officeDocument/2006/relationships/slideLayout" Target="../slideLayouts/slideLayout347.xml"/><Relationship Id="rId40" Type="http://schemas.openxmlformats.org/officeDocument/2006/relationships/slideLayout" Target="../slideLayouts/slideLayout350.xml"/><Relationship Id="rId45" Type="http://schemas.openxmlformats.org/officeDocument/2006/relationships/slideLayout" Target="../slideLayouts/slideLayout355.xml"/><Relationship Id="rId53" Type="http://schemas.openxmlformats.org/officeDocument/2006/relationships/slideLayout" Target="../slideLayouts/slideLayout363.xml"/><Relationship Id="rId5" Type="http://schemas.openxmlformats.org/officeDocument/2006/relationships/slideLayout" Target="../slideLayouts/slideLayout315.xml"/><Relationship Id="rId10" Type="http://schemas.openxmlformats.org/officeDocument/2006/relationships/slideLayout" Target="../slideLayouts/slideLayout320.xml"/><Relationship Id="rId19" Type="http://schemas.openxmlformats.org/officeDocument/2006/relationships/slideLayout" Target="../slideLayouts/slideLayout329.xml"/><Relationship Id="rId31" Type="http://schemas.openxmlformats.org/officeDocument/2006/relationships/slideLayout" Target="../slideLayouts/slideLayout341.xml"/><Relationship Id="rId44" Type="http://schemas.openxmlformats.org/officeDocument/2006/relationships/slideLayout" Target="../slideLayouts/slideLayout354.xml"/><Relationship Id="rId52" Type="http://schemas.openxmlformats.org/officeDocument/2006/relationships/slideLayout" Target="../slideLayouts/slideLayout362.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 Id="rId22" Type="http://schemas.openxmlformats.org/officeDocument/2006/relationships/slideLayout" Target="../slideLayouts/slideLayout332.xml"/><Relationship Id="rId27" Type="http://schemas.openxmlformats.org/officeDocument/2006/relationships/slideLayout" Target="../slideLayouts/slideLayout337.xml"/><Relationship Id="rId30" Type="http://schemas.openxmlformats.org/officeDocument/2006/relationships/slideLayout" Target="../slideLayouts/slideLayout340.xml"/><Relationship Id="rId35" Type="http://schemas.openxmlformats.org/officeDocument/2006/relationships/slideLayout" Target="../slideLayouts/slideLayout345.xml"/><Relationship Id="rId43" Type="http://schemas.openxmlformats.org/officeDocument/2006/relationships/slideLayout" Target="../slideLayouts/slideLayout353.xml"/><Relationship Id="rId48" Type="http://schemas.openxmlformats.org/officeDocument/2006/relationships/slideLayout" Target="../slideLayouts/slideLayout358.xml"/><Relationship Id="rId8" Type="http://schemas.openxmlformats.org/officeDocument/2006/relationships/slideLayout" Target="../slideLayouts/slideLayout318.xml"/><Relationship Id="rId51" Type="http://schemas.openxmlformats.org/officeDocument/2006/relationships/slideLayout" Target="../slideLayouts/slideLayout361.xml"/><Relationship Id="rId3" Type="http://schemas.openxmlformats.org/officeDocument/2006/relationships/slideLayout" Target="../slideLayouts/slideLayout313.xml"/><Relationship Id="rId12" Type="http://schemas.openxmlformats.org/officeDocument/2006/relationships/slideLayout" Target="../slideLayouts/slideLayout322.xml"/><Relationship Id="rId17" Type="http://schemas.openxmlformats.org/officeDocument/2006/relationships/slideLayout" Target="../slideLayouts/slideLayout327.xml"/><Relationship Id="rId25" Type="http://schemas.openxmlformats.org/officeDocument/2006/relationships/slideLayout" Target="../slideLayouts/slideLayout335.xml"/><Relationship Id="rId33" Type="http://schemas.openxmlformats.org/officeDocument/2006/relationships/slideLayout" Target="../slideLayouts/slideLayout343.xml"/><Relationship Id="rId38" Type="http://schemas.openxmlformats.org/officeDocument/2006/relationships/slideLayout" Target="../slideLayouts/slideLayout348.xml"/><Relationship Id="rId46" Type="http://schemas.openxmlformats.org/officeDocument/2006/relationships/slideLayout" Target="../slideLayouts/slideLayout356.xml"/><Relationship Id="rId20" Type="http://schemas.openxmlformats.org/officeDocument/2006/relationships/slideLayout" Target="../slideLayouts/slideLayout330.xml"/><Relationship Id="rId41" Type="http://schemas.openxmlformats.org/officeDocument/2006/relationships/slideLayout" Target="../slideLayouts/slideLayout351.xml"/><Relationship Id="rId54" Type="http://schemas.openxmlformats.org/officeDocument/2006/relationships/theme" Target="../theme/theme7.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5" Type="http://schemas.openxmlformats.org/officeDocument/2006/relationships/slideLayout" Target="../slideLayouts/slideLayout325.xml"/><Relationship Id="rId23" Type="http://schemas.openxmlformats.org/officeDocument/2006/relationships/slideLayout" Target="../slideLayouts/slideLayout333.xml"/><Relationship Id="rId28" Type="http://schemas.openxmlformats.org/officeDocument/2006/relationships/slideLayout" Target="../slideLayouts/slideLayout338.xml"/><Relationship Id="rId36" Type="http://schemas.openxmlformats.org/officeDocument/2006/relationships/slideLayout" Target="../slideLayouts/slideLayout346.xml"/><Relationship Id="rId49" Type="http://schemas.openxmlformats.org/officeDocument/2006/relationships/slideLayout" Target="../slideLayouts/slideLayout35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371.xml"/><Relationship Id="rId13" Type="http://schemas.openxmlformats.org/officeDocument/2006/relationships/slideLayout" Target="../slideLayouts/slideLayout376.xml"/><Relationship Id="rId18" Type="http://schemas.openxmlformats.org/officeDocument/2006/relationships/slideLayout" Target="../slideLayouts/slideLayout381.xml"/><Relationship Id="rId26" Type="http://schemas.openxmlformats.org/officeDocument/2006/relationships/slideLayout" Target="../slideLayouts/slideLayout389.xml"/><Relationship Id="rId3" Type="http://schemas.openxmlformats.org/officeDocument/2006/relationships/slideLayout" Target="../slideLayouts/slideLayout366.xml"/><Relationship Id="rId21" Type="http://schemas.openxmlformats.org/officeDocument/2006/relationships/slideLayout" Target="../slideLayouts/slideLayout384.xml"/><Relationship Id="rId7" Type="http://schemas.openxmlformats.org/officeDocument/2006/relationships/slideLayout" Target="../slideLayouts/slideLayout370.xml"/><Relationship Id="rId12" Type="http://schemas.openxmlformats.org/officeDocument/2006/relationships/slideLayout" Target="../slideLayouts/slideLayout375.xml"/><Relationship Id="rId17" Type="http://schemas.openxmlformats.org/officeDocument/2006/relationships/slideLayout" Target="../slideLayouts/slideLayout380.xml"/><Relationship Id="rId25" Type="http://schemas.openxmlformats.org/officeDocument/2006/relationships/slideLayout" Target="../slideLayouts/slideLayout388.xml"/><Relationship Id="rId2" Type="http://schemas.openxmlformats.org/officeDocument/2006/relationships/slideLayout" Target="../slideLayouts/slideLayout365.xml"/><Relationship Id="rId16" Type="http://schemas.openxmlformats.org/officeDocument/2006/relationships/slideLayout" Target="../slideLayouts/slideLayout379.xml"/><Relationship Id="rId20" Type="http://schemas.openxmlformats.org/officeDocument/2006/relationships/slideLayout" Target="../slideLayouts/slideLayout383.xml"/><Relationship Id="rId29" Type="http://schemas.openxmlformats.org/officeDocument/2006/relationships/slideLayout" Target="../slideLayouts/slideLayout392.xml"/><Relationship Id="rId1" Type="http://schemas.openxmlformats.org/officeDocument/2006/relationships/slideLayout" Target="../slideLayouts/slideLayout364.xml"/><Relationship Id="rId6" Type="http://schemas.openxmlformats.org/officeDocument/2006/relationships/slideLayout" Target="../slideLayouts/slideLayout369.xml"/><Relationship Id="rId11" Type="http://schemas.openxmlformats.org/officeDocument/2006/relationships/slideLayout" Target="../slideLayouts/slideLayout374.xml"/><Relationship Id="rId24" Type="http://schemas.openxmlformats.org/officeDocument/2006/relationships/slideLayout" Target="../slideLayouts/slideLayout387.xml"/><Relationship Id="rId5" Type="http://schemas.openxmlformats.org/officeDocument/2006/relationships/slideLayout" Target="../slideLayouts/slideLayout368.xml"/><Relationship Id="rId15" Type="http://schemas.openxmlformats.org/officeDocument/2006/relationships/slideLayout" Target="../slideLayouts/slideLayout378.xml"/><Relationship Id="rId23" Type="http://schemas.openxmlformats.org/officeDocument/2006/relationships/slideLayout" Target="../slideLayouts/slideLayout386.xml"/><Relationship Id="rId28" Type="http://schemas.openxmlformats.org/officeDocument/2006/relationships/slideLayout" Target="../slideLayouts/slideLayout391.xml"/><Relationship Id="rId10" Type="http://schemas.openxmlformats.org/officeDocument/2006/relationships/slideLayout" Target="../slideLayouts/slideLayout373.xml"/><Relationship Id="rId19" Type="http://schemas.openxmlformats.org/officeDocument/2006/relationships/slideLayout" Target="../slideLayouts/slideLayout382.xml"/><Relationship Id="rId31" Type="http://schemas.openxmlformats.org/officeDocument/2006/relationships/image" Target="../media/image1.svg"/><Relationship Id="rId4" Type="http://schemas.openxmlformats.org/officeDocument/2006/relationships/slideLayout" Target="../slideLayouts/slideLayout367.xml"/><Relationship Id="rId9" Type="http://schemas.openxmlformats.org/officeDocument/2006/relationships/slideLayout" Target="../slideLayouts/slideLayout372.xml"/><Relationship Id="rId14" Type="http://schemas.openxmlformats.org/officeDocument/2006/relationships/slideLayout" Target="../slideLayouts/slideLayout377.xml"/><Relationship Id="rId22" Type="http://schemas.openxmlformats.org/officeDocument/2006/relationships/slideLayout" Target="../slideLayouts/slideLayout385.xml"/><Relationship Id="rId27" Type="http://schemas.openxmlformats.org/officeDocument/2006/relationships/slideLayout" Target="../slideLayouts/slideLayout390.xml"/><Relationship Id="rId30"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5"/>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2"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7"/>
              </a:ext>
            </a:extLst>
          </a:blip>
          <a:srcRect/>
          <a:stretch/>
        </p:blipFill>
        <p:spPr>
          <a:xfrm rot="5400000">
            <a:off x="9509921" y="2743200"/>
            <a:ext cx="6858000" cy="1371600"/>
          </a:xfrm>
          <a:prstGeom prst="rect">
            <a:avLst/>
          </a:prstGeom>
        </p:spPr>
      </p:pic>
    </p:spTree>
    <p:extLst>
      <p:ext uri="{BB962C8B-B14F-4D97-AF65-F5344CB8AC3E}">
        <p14:creationId xmlns:p14="http://schemas.microsoft.com/office/powerpoint/2010/main" val="1930384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8" r:id="rId57"/>
    <p:sldLayoutId id="2147483721" r:id="rId58"/>
    <p:sldLayoutId id="2147483722" r:id="rId59"/>
    <p:sldLayoutId id="2147483723" r:id="rId60"/>
    <p:sldLayoutId id="2147483724" r:id="rId61"/>
    <p:sldLayoutId id="2147483725" r:id="rId62"/>
    <p:sldLayoutId id="2147483726" r:id="rId63"/>
    <p:sldLayoutId id="2147483727" r:id="rId64"/>
    <p:sldLayoutId id="2147483728" r:id="rId65"/>
  </p:sldLayoutIdLst>
  <p:transition>
    <p:fade/>
  </p:transition>
  <p:hf sldNum="0" hdr="0" ftr="0" dt="0"/>
  <p:txStyles>
    <p:titleStyle>
      <a:lvl1pPr algn="l" defTabSz="932384"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12"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025"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6973" marR="0" indent="-199948"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639" marR="0" indent="-180906"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544" marR="0" indent="-168211"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054"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0"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2"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5"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6"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47"/>
          <a:srcRect l="762"/>
          <a:stretch/>
        </p:blipFill>
        <p:spPr>
          <a:xfrm rot="5400000">
            <a:off x="9464500" y="2843774"/>
            <a:ext cx="6858000" cy="1170455"/>
          </a:xfrm>
          <a:prstGeom prst="rect">
            <a:avLst/>
          </a:prstGeom>
        </p:spPr>
      </p:pic>
    </p:spTree>
    <p:extLst>
      <p:ext uri="{BB962C8B-B14F-4D97-AF65-F5344CB8AC3E}">
        <p14:creationId xmlns:p14="http://schemas.microsoft.com/office/powerpoint/2010/main" val="3486421473"/>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68" r:id="rId37"/>
    <p:sldLayoutId id="2147483769" r:id="rId38"/>
    <p:sldLayoutId id="2147483770" r:id="rId39"/>
    <p:sldLayoutId id="2147483771" r:id="rId40"/>
    <p:sldLayoutId id="2147483772" r:id="rId41"/>
    <p:sldLayoutId id="2147483773" r:id="rId42"/>
    <p:sldLayoutId id="2147483774" r:id="rId43"/>
    <p:sldLayoutId id="2147483775" r:id="rId44"/>
    <p:sldLayoutId id="2147483777" r:id="rId45"/>
  </p:sldLayoutIdLst>
  <p:transition>
    <p:fade/>
  </p:transition>
  <p:hf sldNum="0" hdr="0" ftr="0" dt="0"/>
  <p:txStyles>
    <p:titleStyle>
      <a:lvl1pPr algn="ctr" defTabSz="932563"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Light" panose="020B0502040204020203" pitchFamily="34" charset="0"/>
        </a:defRPr>
      </a:lvl1pPr>
    </p:titleStyle>
    <p:bodyStyle>
      <a:lvl1pPr marL="0" marR="0" indent="0" algn="l" defTabSz="932563"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563"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563"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563"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563"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563"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563"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6"/>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2727020645"/>
      </p:ext>
    </p:extLst>
  </p:cSld>
  <p:clrMap bg1="dk1" tx1="lt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7" r:id="rId39"/>
    <p:sldLayoutId id="2147483818" r:id="rId40"/>
    <p:sldLayoutId id="2147483819" r:id="rId41"/>
    <p:sldLayoutId id="2147483820" r:id="rId42"/>
    <p:sldLayoutId id="2147483821" r:id="rId43"/>
    <p:sldLayoutId id="2147483822" r:id="rId44"/>
    <p:sldLayoutId id="2147483823" r:id="rId45"/>
    <p:sldLayoutId id="2147483824" r:id="rId46"/>
    <p:sldLayoutId id="2147483825" r:id="rId47"/>
    <p:sldLayoutId id="2147483826" r:id="rId48"/>
    <p:sldLayoutId id="2147483827" r:id="rId49"/>
    <p:sldLayoutId id="2147483828" r:id="rId50"/>
    <p:sldLayoutId id="2147483829" r:id="rId51"/>
    <p:sldLayoutId id="2147483830" r:id="rId52"/>
    <p:sldLayoutId id="2147483832" r:id="rId53"/>
    <p:sldLayoutId id="2147483834" r:id="rId54"/>
    <p:sldLayoutId id="2147483835" r:id="rId55"/>
    <p:sldLayoutId id="2147483836" r:id="rId56"/>
    <p:sldLayoutId id="2147483839" r:id="rId57"/>
    <p:sldLayoutId id="2147483840" r:id="rId58"/>
    <p:sldLayoutId id="2147483841" r:id="rId59"/>
    <p:sldLayoutId id="2147483842" r:id="rId60"/>
    <p:sldLayoutId id="2147483843" r:id="rId61"/>
    <p:sldLayoutId id="2147483844" r:id="rId62"/>
    <p:sldLayoutId id="2147483845" r:id="rId63"/>
    <p:sldLayoutId id="2147483846" r:id="rId64"/>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0"/>
              </a:ext>
            </a:extLst>
          </a:blip>
          <a:srcRect/>
          <a:stretch/>
        </p:blipFill>
        <p:spPr>
          <a:xfrm rot="5400000">
            <a:off x="9509919" y="2743200"/>
            <a:ext cx="6858000" cy="1371600"/>
          </a:xfrm>
          <a:prstGeom prst="rect">
            <a:avLst/>
          </a:prstGeom>
        </p:spPr>
      </p:pic>
      <p:grpSp>
        <p:nvGrpSpPr>
          <p:cNvPr id="5" name="GRID" hidden="1">
            <a:extLst>
              <a:ext uri="{FF2B5EF4-FFF2-40B4-BE49-F238E27FC236}">
                <a16:creationId xmlns:a16="http://schemas.microsoft.com/office/drawing/2014/main" id="{50B40653-3095-5409-AF88-3DE01C56C0BD}"/>
              </a:ext>
            </a:extLst>
          </p:cNvPr>
          <p:cNvGrpSpPr/>
          <p:nvPr userDrawn="1"/>
        </p:nvGrpSpPr>
        <p:grpSpPr>
          <a:xfrm>
            <a:off x="0" y="0"/>
            <a:ext cx="12192000" cy="6858000"/>
            <a:chOff x="0" y="0"/>
            <a:chExt cx="12192000" cy="6858000"/>
          </a:xfrm>
        </p:grpSpPr>
        <p:cxnSp>
          <p:nvCxnSpPr>
            <p:cNvPr id="6" name="Straight Connector 5">
              <a:extLst>
                <a:ext uri="{FF2B5EF4-FFF2-40B4-BE49-F238E27FC236}">
                  <a16:creationId xmlns:a16="http://schemas.microsoft.com/office/drawing/2014/main" id="{66935197-7475-253E-35F9-725C66B342D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EC3EF2E-A5B2-D2A9-F740-03AAA27E6A19}"/>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7F0A76F-B355-867B-FF6D-F22822CEFE79}"/>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7F9FA-4296-F115-3C5A-E4E06672BDDC}"/>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96D4F38-E0A7-05C7-1A8B-6447E304B31C}"/>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13B5F2-C404-D013-5BA1-42FF3AE7E41C}"/>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74F5559-8FA3-6EA3-DAB5-891CE057A2D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6D1909D-8405-DD51-025D-A9985950CDDD}"/>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D05B44-146F-0D71-6B17-0631ABDE9EC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B24C807-9FA6-E204-20B6-2473904A789E}"/>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31505BA-A410-E722-7AAD-2DF4CC8A132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72B61F5-642E-081E-0DED-2F31A3C43F6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3E72D-E58A-556B-A8EF-71C8664C7A32}"/>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B7E760-EF13-BCFD-2E36-CFEB29A66399}"/>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307D1ED-8B6D-1A94-1791-BBB67BECEFA4}"/>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C29C4DC-DA7B-3D8B-E607-D26C42FE54A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0DAA56E-BF97-068A-BC5C-1623B8A2D54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7786B85-1650-9240-DE22-45A294AEF682}"/>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75B1B47-5558-8B9E-7DC9-6CE9A06CF1E1}"/>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BA73727-B7C9-2771-4609-439446DD52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A4A69FD-FC28-F694-746F-F05209933D0C}"/>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89F58F0-B683-0A02-E5E9-56C0E3B5D9A7}"/>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65526F5-745E-3DED-5921-83448B292C71}"/>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CE0CA17-DE49-59C6-DE10-28CB5C6104E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7F53F9D-E601-E9D7-CCC9-9C6D4D30897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ACEC8BB-71E0-463D-75AD-DD05EA03B2BD}"/>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0BB4EC2-E7F2-9FE8-6DD2-6021493CAE00}"/>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63A409F-1FD3-E286-3FD8-3B8A67AE54F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C5A7289-3785-0F08-62F9-0A77D2E437B7}"/>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65EC46A-D6D0-A02A-4596-D76BE2FE7F23}"/>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B85506E-90D6-DB35-FB26-A2A1BC9076A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BE71234-F491-CCF9-EA34-E63F2A8A3155}"/>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B826998-D865-2012-0554-C384C0A0E61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376F161-F07A-C2ED-641A-0B3DDBAA7778}"/>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40" name=".64 square" hidden="1">
            <a:extLst>
              <a:ext uri="{FF2B5EF4-FFF2-40B4-BE49-F238E27FC236}">
                <a16:creationId xmlns:a16="http://schemas.microsoft.com/office/drawing/2014/main" id="{F9A34688-B9A6-4073-6571-F94C9F19515D}"/>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41" name=".32 square" hidden="1">
            <a:extLst>
              <a:ext uri="{FF2B5EF4-FFF2-40B4-BE49-F238E27FC236}">
                <a16:creationId xmlns:a16="http://schemas.microsoft.com/office/drawing/2014/main" id="{C60A21A1-50D4-CBD3-DE73-998BE4B74555}"/>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2" name="Graphic 141">
            <a:extLst>
              <a:ext uri="{FF2B5EF4-FFF2-40B4-BE49-F238E27FC236}">
                <a16:creationId xmlns:a16="http://schemas.microsoft.com/office/drawing/2014/main" id="{1B722638-341D-272E-4E6E-9FB1F29ACB70}"/>
              </a:ext>
            </a:extLst>
          </p:cNvPr>
          <p:cNvPicPr>
            <a:picLocks noChangeAspect="1"/>
          </p:cNvPicPr>
          <p:nvPr userDrawn="1"/>
        </p:nvPicPr>
        <p:blipFill>
          <a:blip>
            <a:extLst>
              <a:ext uri="{96DAC541-7B7A-43D3-8B79-37D633B846F1}">
                <asvg:svgBlip xmlns:asvg="http://schemas.microsoft.com/office/drawing/2016/SVG/main" r:embed="rId6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674905408"/>
      </p:ext>
    </p:extLst>
  </p:cSld>
  <p:clrMap bg1="dk1" tx1="lt1" bg2="dk2" tx2="lt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 id="2147483864" r:id="rId17"/>
    <p:sldLayoutId id="2147483865" r:id="rId18"/>
    <p:sldLayoutId id="2147483866" r:id="rId19"/>
    <p:sldLayoutId id="2147483867" r:id="rId20"/>
    <p:sldLayoutId id="2147483868" r:id="rId21"/>
    <p:sldLayoutId id="2147483869" r:id="rId22"/>
    <p:sldLayoutId id="2147483870" r:id="rId23"/>
    <p:sldLayoutId id="2147483871" r:id="rId24"/>
    <p:sldLayoutId id="2147483872" r:id="rId25"/>
    <p:sldLayoutId id="2147483873" r:id="rId26"/>
    <p:sldLayoutId id="2147483874" r:id="rId27"/>
    <p:sldLayoutId id="2147483875" r:id="rId28"/>
    <p:sldLayoutId id="2147483876" r:id="rId29"/>
    <p:sldLayoutId id="2147483877" r:id="rId30"/>
    <p:sldLayoutId id="2147483878" r:id="rId31"/>
    <p:sldLayoutId id="2147483879" r:id="rId32"/>
    <p:sldLayoutId id="2147483880" r:id="rId33"/>
    <p:sldLayoutId id="2147483881" r:id="rId34"/>
    <p:sldLayoutId id="2147483882" r:id="rId35"/>
    <p:sldLayoutId id="2147483883" r:id="rId36"/>
    <p:sldLayoutId id="2147483884" r:id="rId37"/>
    <p:sldLayoutId id="2147483885" r:id="rId38"/>
    <p:sldLayoutId id="2147483886" r:id="rId39"/>
    <p:sldLayoutId id="2147483887" r:id="rId40"/>
    <p:sldLayoutId id="2147483888" r:id="rId41"/>
    <p:sldLayoutId id="2147483889" r:id="rId42"/>
    <p:sldLayoutId id="2147483890" r:id="rId43"/>
    <p:sldLayoutId id="2147483891" r:id="rId44"/>
    <p:sldLayoutId id="2147483892" r:id="rId45"/>
    <p:sldLayoutId id="2147483893" r:id="rId46"/>
    <p:sldLayoutId id="2147483894" r:id="rId47"/>
    <p:sldLayoutId id="2147483895" r:id="rId48"/>
    <p:sldLayoutId id="2147483896" r:id="rId49"/>
    <p:sldLayoutId id="2147483897" r:id="rId50"/>
    <p:sldLayoutId id="2147483898" r:id="rId51"/>
    <p:sldLayoutId id="2147483899" r:id="rId52"/>
    <p:sldLayoutId id="2147483900" r:id="rId53"/>
    <p:sldLayoutId id="2147483902" r:id="rId54"/>
    <p:sldLayoutId id="2147483903" r:id="rId55"/>
    <p:sldLayoutId id="2147483904" r:id="rId56"/>
    <p:sldLayoutId id="2147483905" r:id="rId57"/>
    <p:sldLayoutId id="2147483906" r:id="rId5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47"/>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240725571"/>
      </p:ext>
    </p:extLst>
  </p:cSld>
  <p:clrMap bg1="dk1" tx1="lt1" bg2="dk2" tx2="lt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 id="2147483922" r:id="rId15"/>
    <p:sldLayoutId id="2147483923" r:id="rId16"/>
    <p:sldLayoutId id="2147483924" r:id="rId17"/>
    <p:sldLayoutId id="2147483925" r:id="rId18"/>
    <p:sldLayoutId id="2147483926" r:id="rId19"/>
    <p:sldLayoutId id="2147483927" r:id="rId20"/>
    <p:sldLayoutId id="2147483928" r:id="rId21"/>
    <p:sldLayoutId id="2147483929" r:id="rId22"/>
    <p:sldLayoutId id="2147483930" r:id="rId23"/>
    <p:sldLayoutId id="2147483931" r:id="rId24"/>
    <p:sldLayoutId id="2147483932" r:id="rId25"/>
    <p:sldLayoutId id="2147483933" r:id="rId26"/>
    <p:sldLayoutId id="2147483934" r:id="rId27"/>
    <p:sldLayoutId id="2147483935" r:id="rId28"/>
    <p:sldLayoutId id="2147483936" r:id="rId29"/>
    <p:sldLayoutId id="2147483937" r:id="rId30"/>
    <p:sldLayoutId id="2147483938" r:id="rId31"/>
    <p:sldLayoutId id="2147483939" r:id="rId32"/>
    <p:sldLayoutId id="2147483940" r:id="rId33"/>
    <p:sldLayoutId id="2147483941" r:id="rId34"/>
    <p:sldLayoutId id="2147483942" r:id="rId35"/>
    <p:sldLayoutId id="2147483943" r:id="rId36"/>
    <p:sldLayoutId id="2147483944" r:id="rId37"/>
    <p:sldLayoutId id="2147483945" r:id="rId38"/>
    <p:sldLayoutId id="2147483946" r:id="rId39"/>
    <p:sldLayoutId id="2147483947" r:id="rId40"/>
    <p:sldLayoutId id="2147483948" r:id="rId41"/>
    <p:sldLayoutId id="2147483949" r:id="rId42"/>
    <p:sldLayoutId id="2147483950" r:id="rId43"/>
    <p:sldLayoutId id="2147483951" r:id="rId44"/>
    <p:sldLayoutId id="2147483953" r:id="rId45"/>
  </p:sldLayoutIdLst>
  <p:transition>
    <p:fade/>
  </p:transition>
  <p:hf sldNum="0" hdr="0" ftr="0" dt="0"/>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Light" panose="020B0502040204020203"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pic>
        <p:nvPicPr>
          <p:cNvPr id="7" name="Picture 6"/>
          <p:cNvPicPr>
            <a:picLocks noChangeAspect="1"/>
          </p:cNvPicPr>
          <p:nvPr userDrawn="1"/>
        </p:nvPicPr>
        <p:blipFill>
          <a:blip r:embed="rId35" cstate="screen">
            <a:extLst>
              <a:ext uri="{28A0092B-C50C-407E-A947-70E740481C1C}">
                <a14:useLocalDpi xmlns:a14="http://schemas.microsoft.com/office/drawing/2010/main"/>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353722196"/>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 id="2147483968" r:id="rId13"/>
    <p:sldLayoutId id="2147483969" r:id="rId14"/>
    <p:sldLayoutId id="2147483970" r:id="rId15"/>
    <p:sldLayoutId id="2147483971" r:id="rId16"/>
    <p:sldLayoutId id="2147483972" r:id="rId17"/>
    <p:sldLayoutId id="2147483973" r:id="rId18"/>
    <p:sldLayoutId id="2147483974" r:id="rId19"/>
    <p:sldLayoutId id="2147483975" r:id="rId20"/>
    <p:sldLayoutId id="2147483976" r:id="rId21"/>
    <p:sldLayoutId id="2147483977" r:id="rId22"/>
    <p:sldLayoutId id="2147483978" r:id="rId23"/>
    <p:sldLayoutId id="2147483979" r:id="rId24"/>
    <p:sldLayoutId id="2147483980" r:id="rId25"/>
    <p:sldLayoutId id="2147483981" r:id="rId26"/>
    <p:sldLayoutId id="2147483982" r:id="rId27"/>
    <p:sldLayoutId id="2147483983" r:id="rId28"/>
    <p:sldLayoutId id="2147483984" r:id="rId29"/>
    <p:sldLayoutId id="2147483985" r:id="rId30"/>
    <p:sldLayoutId id="2147483986" r:id="rId31"/>
    <p:sldLayoutId id="2147483987" r:id="rId32"/>
    <p:sldLayoutId id="2147483988" r:id="rId33"/>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51668589"/>
      </p:ext>
    </p:extLst>
  </p:cSld>
  <p:clrMap bg1="dk1" tx1="lt1" bg2="dk2" tx2="lt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 id="2147484011" r:id="rId15"/>
    <p:sldLayoutId id="2147484012" r:id="rId16"/>
    <p:sldLayoutId id="2147484013" r:id="rId17"/>
    <p:sldLayoutId id="2147484014" r:id="rId18"/>
    <p:sldLayoutId id="2147484015" r:id="rId19"/>
    <p:sldLayoutId id="2147484016" r:id="rId20"/>
    <p:sldLayoutId id="2147484017" r:id="rId21"/>
    <p:sldLayoutId id="2147484018" r:id="rId22"/>
    <p:sldLayoutId id="2147484019" r:id="rId23"/>
    <p:sldLayoutId id="2147484020" r:id="rId24"/>
    <p:sldLayoutId id="2147484021" r:id="rId25"/>
    <p:sldLayoutId id="2147484022" r:id="rId26"/>
    <p:sldLayoutId id="2147484023" r:id="rId27"/>
    <p:sldLayoutId id="2147484024" r:id="rId28"/>
    <p:sldLayoutId id="2147484025" r:id="rId29"/>
    <p:sldLayoutId id="2147484026" r:id="rId30"/>
    <p:sldLayoutId id="2147484027" r:id="rId31"/>
    <p:sldLayoutId id="2147484028" r:id="rId32"/>
    <p:sldLayoutId id="2147484029" r:id="rId33"/>
    <p:sldLayoutId id="2147484030" r:id="rId34"/>
    <p:sldLayoutId id="2147484031" r:id="rId35"/>
    <p:sldLayoutId id="2147484032" r:id="rId36"/>
    <p:sldLayoutId id="2147484033" r:id="rId37"/>
    <p:sldLayoutId id="2147484034" r:id="rId38"/>
    <p:sldLayoutId id="2147484035" r:id="rId39"/>
    <p:sldLayoutId id="2147484036" r:id="rId40"/>
    <p:sldLayoutId id="2147484037" r:id="rId41"/>
    <p:sldLayoutId id="2147484038" r:id="rId42"/>
    <p:sldLayoutId id="2147484039" r:id="rId43"/>
    <p:sldLayoutId id="2147484040" r:id="rId44"/>
    <p:sldLayoutId id="2147484041" r:id="rId45"/>
    <p:sldLayoutId id="2147484042" r:id="rId46"/>
    <p:sldLayoutId id="2147484043" r:id="rId47"/>
    <p:sldLayoutId id="2147484044" r:id="rId48"/>
    <p:sldLayoutId id="2147484045" r:id="rId49"/>
    <p:sldLayoutId id="2147484046" r:id="rId50"/>
    <p:sldLayoutId id="2147484047" r:id="rId51"/>
    <p:sldLayoutId id="2147484048" r:id="rId52"/>
    <p:sldLayoutId id="2147484049" r:id="rId5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5"/>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2"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rot="5400000">
            <a:off x="9509921" y="2743200"/>
            <a:ext cx="6858000" cy="1371600"/>
          </a:xfrm>
          <a:prstGeom prst="rect">
            <a:avLst/>
          </a:prstGeom>
        </p:spPr>
      </p:pic>
    </p:spTree>
    <p:extLst>
      <p:ext uri="{BB962C8B-B14F-4D97-AF65-F5344CB8AC3E}">
        <p14:creationId xmlns:p14="http://schemas.microsoft.com/office/powerpoint/2010/main" val="1843136142"/>
      </p:ext>
    </p:extLst>
  </p:cSld>
  <p:clrMap bg1="dk1" tx1="lt1" bg2="dk2" tx2="lt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 id="2147484066" r:id="rId12"/>
    <p:sldLayoutId id="2147484067" r:id="rId13"/>
    <p:sldLayoutId id="2147484068" r:id="rId14"/>
    <p:sldLayoutId id="2147484069" r:id="rId15"/>
    <p:sldLayoutId id="2147484070" r:id="rId16"/>
    <p:sldLayoutId id="2147484071" r:id="rId17"/>
    <p:sldLayoutId id="2147484072" r:id="rId18"/>
    <p:sldLayoutId id="2147484073" r:id="rId19"/>
    <p:sldLayoutId id="2147484074" r:id="rId20"/>
    <p:sldLayoutId id="2147484075" r:id="rId21"/>
    <p:sldLayoutId id="2147484076" r:id="rId22"/>
    <p:sldLayoutId id="2147484077" r:id="rId23"/>
    <p:sldLayoutId id="2147484079" r:id="rId24"/>
    <p:sldLayoutId id="2147484080" r:id="rId25"/>
    <p:sldLayoutId id="2147484081" r:id="rId26"/>
    <p:sldLayoutId id="2147484082" r:id="rId27"/>
    <p:sldLayoutId id="2147484083" r:id="rId28"/>
    <p:sldLayoutId id="2147484084" r:id="rId29"/>
  </p:sldLayoutIdLst>
  <p:transition>
    <p:fade/>
  </p:transition>
  <p:hf sldNum="0" hdr="0" ftr="0" dt="0"/>
  <p:txStyles>
    <p:titleStyle>
      <a:lvl1pPr algn="l" defTabSz="932384"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512"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025"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6973" marR="0" indent="-199948"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639" marR="0" indent="-180906"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544" marR="0" indent="-168211"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054"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0"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2"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5"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6"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azure/foundry-classic/how-to/develop/cloud-evaluation" TargetMode="External"/><Relationship Id="rId2" Type="http://schemas.openxmlformats.org/officeDocument/2006/relationships/hyperlink" Target="https://learn.microsoft.com/en-us/azure/foundry-classic/how-to/develop/evaluate-sdk" TargetMode="External"/><Relationship Id="rId1" Type="http://schemas.openxmlformats.org/officeDocument/2006/relationships/slideLayout" Target="../slideLayouts/slideLayout13.xml"/><Relationship Id="rId6" Type="http://schemas.openxmlformats.org/officeDocument/2006/relationships/hyperlink" Target="https://learn.microsoft.com/en-us/azure/foundry-classic/concepts/evaluation-evaluators/rag-evaluators" TargetMode="External"/><Relationship Id="rId5" Type="http://schemas.openxmlformats.org/officeDocument/2006/relationships/hyperlink" Target="https://learn.microsoft.com/en-us/azure/foundry/concepts/evaluation-evaluators/custom-evaluators" TargetMode="External"/><Relationship Id="rId4" Type="http://schemas.openxmlformats.org/officeDocument/2006/relationships/hyperlink" Target="https://learn.microsoft.com/en-us/azure/foundry-classic/how-to/develop/agent-evaluate-sdk"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en-us/blog/azure-ai-foundry-your-ai-app-and-agent-factory/"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python/api/overview/azure/ai-evaluation-readme?view=azure-python"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07A1-C7A6-7EAA-24C4-225B6C074414}"/>
              </a:ext>
            </a:extLst>
          </p:cNvPr>
          <p:cNvSpPr>
            <a:spLocks noGrp="1"/>
          </p:cNvSpPr>
          <p:nvPr>
            <p:ph type="title"/>
          </p:nvPr>
        </p:nvSpPr>
        <p:spPr>
          <a:xfrm>
            <a:off x="499978" y="2533214"/>
            <a:ext cx="10176128" cy="615553"/>
          </a:xfrm>
        </p:spPr>
        <p:txBody>
          <a:bodyPr/>
          <a:lstStyle/>
          <a:p>
            <a:r>
              <a:rPr lang="en-US">
                <a:solidFill>
                  <a:schemeClr val="tx1"/>
                </a:solidFill>
              </a:rPr>
              <a:t>Evaluation</a:t>
            </a:r>
            <a:endParaRPr lang="en-US" dirty="0">
              <a:solidFill>
                <a:schemeClr val="tx1"/>
              </a:solidFill>
            </a:endParaRPr>
          </a:p>
        </p:txBody>
      </p:sp>
      <p:sp>
        <p:nvSpPr>
          <p:cNvPr id="3" name="Text Placeholder 2">
            <a:extLst>
              <a:ext uri="{FF2B5EF4-FFF2-40B4-BE49-F238E27FC236}">
                <a16:creationId xmlns:a16="http://schemas.microsoft.com/office/drawing/2014/main" id="{BE01717B-3302-5285-32BC-BB64338B63B3}"/>
              </a:ext>
            </a:extLst>
          </p:cNvPr>
          <p:cNvSpPr>
            <a:spLocks noGrp="1"/>
          </p:cNvSpPr>
          <p:nvPr>
            <p:ph type="body" sz="quarter" idx="12"/>
          </p:nvPr>
        </p:nvSpPr>
        <p:spPr>
          <a:xfrm>
            <a:off x="584200" y="3962402"/>
            <a:ext cx="9144000" cy="492443"/>
          </a:xfrm>
        </p:spPr>
        <p:txBody>
          <a:bodyPr/>
          <a:lstStyle/>
          <a:p>
            <a:endParaRPr lang="en-US" dirty="0"/>
          </a:p>
          <a:p>
            <a:r>
              <a:rPr lang="en-US"/>
              <a:t>Sep 28, 2026</a:t>
            </a:r>
            <a:endParaRPr lang="en-US" dirty="0"/>
          </a:p>
        </p:txBody>
      </p:sp>
    </p:spTree>
    <p:extLst>
      <p:ext uri="{BB962C8B-B14F-4D97-AF65-F5344CB8AC3E}">
        <p14:creationId xmlns:p14="http://schemas.microsoft.com/office/powerpoint/2010/main" val="85013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E0DF-FFF8-9621-95F0-9906CF0BC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5A94D-C967-FE45-7D7E-E28678CC1C18}"/>
              </a:ext>
            </a:extLst>
          </p:cNvPr>
          <p:cNvSpPr>
            <a:spLocks noGrp="1"/>
          </p:cNvSpPr>
          <p:nvPr>
            <p:ph type="title"/>
          </p:nvPr>
        </p:nvSpPr>
        <p:spPr/>
        <p:txBody>
          <a:bodyPr/>
          <a:lstStyle/>
          <a:p>
            <a:r>
              <a:rPr lang="en-US"/>
              <a:t>Evaluation</a:t>
            </a:r>
          </a:p>
        </p:txBody>
      </p:sp>
      <p:sp>
        <p:nvSpPr>
          <p:cNvPr id="3" name="TextBox 2">
            <a:extLst>
              <a:ext uri="{FF2B5EF4-FFF2-40B4-BE49-F238E27FC236}">
                <a16:creationId xmlns:a16="http://schemas.microsoft.com/office/drawing/2014/main" id="{F63851B0-7BA8-9545-3ACD-C015FA2A8305}"/>
              </a:ext>
            </a:extLst>
          </p:cNvPr>
          <p:cNvSpPr txBox="1"/>
          <p:nvPr/>
        </p:nvSpPr>
        <p:spPr>
          <a:xfrm>
            <a:off x="588263" y="1597864"/>
            <a:ext cx="9945721" cy="5386090"/>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US"/>
              <a:t>LLM vs RAG Evaluation - tooling, specific metrics and how  automated eval pipelines work</a:t>
            </a:r>
          </a:p>
          <a:p>
            <a:pPr marL="285750" lvl="0" indent="-285750">
              <a:buFont typeface="Arial" panose="020B0604020202020204" pitchFamily="34" charset="0"/>
              <a:buChar char="•"/>
            </a:pPr>
            <a:r>
              <a:rPr lang="en-US"/>
              <a:t>Agentic Evaluation: For multi agent systems how evals and tracing work ? What do you offer ? What have you seen working well ?  trail support</a:t>
            </a:r>
          </a:p>
          <a:p>
            <a:pPr marL="285750" lvl="0" indent="-285750">
              <a:buFont typeface="Arial" panose="020B0604020202020204" pitchFamily="34" charset="0"/>
              <a:buChar char="•"/>
            </a:pPr>
            <a:r>
              <a:rPr lang="en-US"/>
              <a:t>Production AI Monitoring: What exists beyond cost tracking and operational metrics</a:t>
            </a:r>
          </a:p>
          <a:p>
            <a:pPr marL="285750" lvl="0" indent="-285750">
              <a:buFont typeface="Arial" panose="020B0604020202020204" pitchFamily="34" charset="0"/>
              <a:buChar char="•"/>
            </a:pPr>
            <a:r>
              <a:rPr lang="en-US"/>
              <a:t>Metrics, Quality Thresholds &amp; Benchmarks: What metrics are generally tracked for different use cases and any reference thresholds and benchmarks ?</a:t>
            </a:r>
          </a:p>
          <a:p>
            <a:pPr marL="285750" lvl="0" indent="-285750">
              <a:buFont typeface="Arial" panose="020B0604020202020204" pitchFamily="34" charset="0"/>
              <a:buChar char="•"/>
            </a:pPr>
            <a:r>
              <a:rPr lang="en-US"/>
              <a:t>Anything on guardrails and content safety</a:t>
            </a:r>
          </a:p>
          <a:p>
            <a:pPr marL="285750" lvl="0" indent="-285750">
              <a:buFont typeface="Arial" panose="020B0604020202020204" pitchFamily="34" charset="0"/>
              <a:buChar char="•"/>
            </a:pPr>
            <a:r>
              <a:rPr lang="en-US"/>
              <a:t>General enterprise playbooks and patterns that work for SaaS products</a:t>
            </a:r>
          </a:p>
          <a:p>
            <a:pPr lvl="0">
              <a:spcAft>
                <a:spcPts val="600"/>
              </a:spcAft>
              <a:defRPr/>
            </a:pPr>
            <a:endParaRPr lang="en-US"/>
          </a:p>
          <a:p>
            <a:pPr lvl="0">
              <a:spcAft>
                <a:spcPts val="600"/>
              </a:spcAf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31231375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F5886-8A35-8FD8-6D87-39AEA048D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E271B-9C89-950A-B34A-A37AE05BA076}"/>
              </a:ext>
            </a:extLst>
          </p:cNvPr>
          <p:cNvSpPr>
            <a:spLocks noGrp="1"/>
          </p:cNvSpPr>
          <p:nvPr>
            <p:ph type="title"/>
          </p:nvPr>
        </p:nvSpPr>
        <p:spPr/>
        <p:txBody>
          <a:bodyPr/>
          <a:lstStyle/>
          <a:p>
            <a:r>
              <a:rPr lang="en-US"/>
              <a:t>Ways of Evaluation</a:t>
            </a:r>
          </a:p>
        </p:txBody>
      </p:sp>
      <p:sp>
        <p:nvSpPr>
          <p:cNvPr id="3" name="TextBox 2">
            <a:extLst>
              <a:ext uri="{FF2B5EF4-FFF2-40B4-BE49-F238E27FC236}">
                <a16:creationId xmlns:a16="http://schemas.microsoft.com/office/drawing/2014/main" id="{8EDEF359-7C6A-369C-B386-F7C7DDBFE792}"/>
              </a:ext>
            </a:extLst>
          </p:cNvPr>
          <p:cNvSpPr txBox="1"/>
          <p:nvPr/>
        </p:nvSpPr>
        <p:spPr>
          <a:xfrm>
            <a:off x="588263" y="1597864"/>
            <a:ext cx="9945721" cy="6694140"/>
          </a:xfrm>
          <a:prstGeom prst="rect">
            <a:avLst/>
          </a:prstGeom>
          <a:noFill/>
        </p:spPr>
        <p:txBody>
          <a:bodyPr wrap="square" lIns="91440" tIns="45720" rIns="91440" bIns="45720" anchor="t">
            <a:spAutoFit/>
          </a:bodyPr>
          <a:lstStyle/>
          <a:p>
            <a:pPr lvl="0"/>
            <a:endParaRPr lang="en-US">
              <a:hlinkClick r:id="rId2"/>
            </a:endParaRPr>
          </a:p>
          <a:p>
            <a:pPr marL="285750" lvl="0" indent="-285750">
              <a:buFont typeface="Arial" panose="020B0604020202020204" pitchFamily="34" charset="0"/>
              <a:buChar char="•"/>
            </a:pPr>
            <a:r>
              <a:rPr lang="en-US">
                <a:hlinkClick r:id="rId2"/>
              </a:rPr>
              <a:t>Local Evaluation with the Azure AI Evaluation SDK (classic) - Microsoft Foundry (classic) | Microsoft Learn</a:t>
            </a:r>
            <a:endParaRPr lang="en-US"/>
          </a:p>
          <a:p>
            <a:pPr marL="285750" lvl="0" indent="-285750">
              <a:buFont typeface="Arial" panose="020B0604020202020204" pitchFamily="34" charset="0"/>
              <a:buChar char="•"/>
            </a:pPr>
            <a:endParaRPr lang="en-US"/>
          </a:p>
          <a:p>
            <a:pPr marL="285750" lvl="0" indent="-285750">
              <a:buFont typeface="Arial" panose="020B0604020202020204" pitchFamily="34" charset="0"/>
              <a:buChar char="•"/>
            </a:pPr>
            <a:r>
              <a:rPr lang="en-US">
                <a:hlinkClick r:id="rId3"/>
              </a:rPr>
              <a:t>Cloud Evaluation with the Microsoft Foundry SDK (classic) - Microsoft Foundry (classic) | Microsoft Learn</a:t>
            </a:r>
            <a:endParaRPr lang="en-US"/>
          </a:p>
          <a:p>
            <a:pPr lvl="0" fontAlgn="base"/>
            <a:r>
              <a:rPr lang="en-US"/>
              <a:t>​</a:t>
            </a:r>
          </a:p>
          <a:p>
            <a:pPr marL="285750" lvl="0" indent="-285750" fontAlgn="base">
              <a:buFont typeface="Arial" panose="020B0604020202020204" pitchFamily="34" charset="0"/>
              <a:buChar char="•"/>
            </a:pPr>
            <a:r>
              <a:rPr lang="en-US" u="sng">
                <a:hlinkClick r:id="rId4"/>
              </a:rPr>
              <a:t>Agent Evaluation with the Microsoft Foundry SDK (classic) - Microsoft Foundry (classic) portal | Microsoft Learn</a:t>
            </a:r>
            <a:r>
              <a:rPr lang="en-US"/>
              <a:t>​</a:t>
            </a:r>
          </a:p>
          <a:p>
            <a:pPr marL="285750" lvl="0" indent="-285750" fontAlgn="base">
              <a:buFont typeface="Arial" panose="020B0604020202020204" pitchFamily="34" charset="0"/>
              <a:buChar char="•"/>
            </a:pPr>
            <a:endParaRPr lang="en-US"/>
          </a:p>
          <a:p>
            <a:pPr marL="285750" lvl="0" indent="-285750" fontAlgn="base">
              <a:buFont typeface="Arial" panose="020B0604020202020204" pitchFamily="34" charset="0"/>
              <a:buChar char="•"/>
            </a:pPr>
            <a:r>
              <a:rPr lang="en-US" u="sng">
                <a:hlinkClick r:id="rId5"/>
              </a:rPr>
              <a:t>Custom Evaluators - Microsoft Foundry | Microsoft Learn</a:t>
            </a:r>
            <a:r>
              <a:rPr lang="en-US"/>
              <a:t>​</a:t>
            </a:r>
          </a:p>
          <a:p>
            <a:pPr lvl="0"/>
            <a:endParaRPr lang="en-US"/>
          </a:p>
          <a:p>
            <a:pPr marL="285750" lvl="0" indent="-285750">
              <a:buFont typeface="Arial" panose="020B0604020202020204" pitchFamily="34" charset="0"/>
              <a:buChar char="•"/>
            </a:pPr>
            <a:r>
              <a:rPr lang="en-US">
                <a:hlinkClick r:id="rId6"/>
              </a:rPr>
              <a:t>Retrieval-Augmented Generation (RAG) Evaluators for Generative AI (classic) - Microsoft Foundry (classic) | Microsoft Learn</a:t>
            </a:r>
            <a:endParaRPr lang="en-US"/>
          </a:p>
          <a:p>
            <a:pPr lvl="0">
              <a:spcAft>
                <a:spcPts val="600"/>
              </a:spcAf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24646007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E928-4BFE-D403-E61C-C2F865D24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90749-F584-FCFF-40B8-3CE89C6F6CBE}"/>
              </a:ext>
            </a:extLst>
          </p:cNvPr>
          <p:cNvSpPr>
            <a:spLocks noGrp="1"/>
          </p:cNvSpPr>
          <p:nvPr>
            <p:ph type="title"/>
          </p:nvPr>
        </p:nvSpPr>
        <p:spPr>
          <a:xfrm>
            <a:off x="588263" y="457200"/>
            <a:ext cx="11018520" cy="492443"/>
          </a:xfrm>
        </p:spPr>
        <p:txBody>
          <a:bodyPr/>
          <a:lstStyle/>
          <a:p>
            <a:pPr lvl="0"/>
            <a:r>
              <a:rPr lang="en-US" sz="3200"/>
              <a:t>General enterprise playbooks and patterns for SaaS products</a:t>
            </a:r>
          </a:p>
        </p:txBody>
      </p:sp>
      <p:sp>
        <p:nvSpPr>
          <p:cNvPr id="3" name="TextBox 2">
            <a:extLst>
              <a:ext uri="{FF2B5EF4-FFF2-40B4-BE49-F238E27FC236}">
                <a16:creationId xmlns:a16="http://schemas.microsoft.com/office/drawing/2014/main" id="{DEEE704F-89EE-B9E3-8B8C-1934779E2028}"/>
              </a:ext>
            </a:extLst>
          </p:cNvPr>
          <p:cNvSpPr txBox="1"/>
          <p:nvPr/>
        </p:nvSpPr>
        <p:spPr>
          <a:xfrm>
            <a:off x="588263" y="1327951"/>
            <a:ext cx="9945721" cy="7786747"/>
          </a:xfrm>
          <a:prstGeom prst="rect">
            <a:avLst/>
          </a:prstGeom>
          <a:noFill/>
        </p:spPr>
        <p:txBody>
          <a:bodyPr wrap="square" lIns="91440" tIns="45720" rIns="91440" bIns="45720" anchor="t">
            <a:spAutoFit/>
          </a:bodyPr>
          <a:lstStyle/>
          <a:p>
            <a:r>
              <a:rPr lang="en-US" sz="1400"/>
              <a:t>Always-on observation</a:t>
            </a:r>
          </a:p>
          <a:p>
            <a:pPr lvl="0"/>
            <a:r>
              <a:rPr lang="en-US" sz="1400">
                <a:hlinkClick r:id="rId2"/>
              </a:rPr>
              <a:t>Azure AI Foundry: Your AI App and agent factory | Microsoft Azure Blog</a:t>
            </a:r>
            <a:endParaRPr lang="en-US" sz="1400"/>
          </a:p>
          <a:p>
            <a:pPr lvl="0"/>
            <a:endParaRPr lang="en-US" sz="1400"/>
          </a:p>
          <a:p>
            <a:pPr lvl="0">
              <a:spcAft>
                <a:spcPts val="600"/>
              </a:spcAft>
              <a:defRPr/>
            </a:pPr>
            <a:r>
              <a:rPr lang="en-US" sz="1400">
                <a:solidFill>
                  <a:srgbClr val="FFFFFF"/>
                </a:solidFill>
                <a:latin typeface="Segoe UI"/>
                <a:cs typeface="Segoe UI"/>
              </a:rPr>
              <a:t>Separate offline (pre-prod) and online (Prod) evaluation</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Offline (golden datasets, regression test, mode comparison, CI/CD quality gates</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Online (sampled traffic), drift detection, safety regression detection, alerting on degradation</a:t>
            </a:r>
          </a:p>
          <a:p>
            <a:pPr marL="742950" lvl="1" indent="-285750">
              <a:spcAft>
                <a:spcPts val="600"/>
              </a:spcAft>
              <a:buFont typeface="Arial" panose="020B0604020202020204" pitchFamily="34" charset="0"/>
              <a:buChar char="•"/>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Evaluate the system, not just the model</a:t>
            </a:r>
          </a:p>
          <a:p>
            <a:pPr lvl="0">
              <a:spcAft>
                <a:spcPts val="600"/>
              </a:spcAft>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Risk-tiered evaluation depth</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Metrics strictness level, thresholds, evaluation frequency, sampling or full coverage</a:t>
            </a:r>
          </a:p>
          <a:p>
            <a:pPr lvl="0">
              <a:spcAft>
                <a:spcPts val="600"/>
              </a:spcAft>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Metrics are contextual, not universal</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Establish baseline metrics first, then tune thresholds per use case.</a:t>
            </a:r>
          </a:p>
          <a:p>
            <a:pPr marL="285750" lvl="0" indent="-285750">
              <a:spcAft>
                <a:spcPts val="600"/>
              </a:spcAft>
              <a:buFont typeface="Arial" panose="020B0604020202020204" pitchFamily="34" charset="0"/>
              <a:buChar char="•"/>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Evaluation integrated into CI/CD</a:t>
            </a:r>
          </a:p>
          <a:p>
            <a:pPr lvl="0">
              <a:spcAft>
                <a:spcPts val="600"/>
              </a:spcAft>
              <a:defRPr/>
            </a:pPr>
            <a:r>
              <a:rPr lang="en-US" sz="1400">
                <a:solidFill>
                  <a:srgbClr val="FFFFFF"/>
                </a:solidFill>
                <a:latin typeface="Segoe UI"/>
                <a:cs typeface="Segoe UI"/>
              </a:rPr>
              <a:t>Human review</a:t>
            </a:r>
          </a:p>
          <a:p>
            <a:pPr lvl="0">
              <a:spcAft>
                <a:spcPts val="600"/>
              </a:spcAft>
              <a:defRPr/>
            </a:pPr>
            <a:r>
              <a:rPr lang="en-US" sz="1400">
                <a:solidFill>
                  <a:srgbClr val="FFFFFF"/>
                </a:solidFill>
                <a:latin typeface="Segoe UI"/>
                <a:cs typeface="Segoe UI"/>
              </a:rPr>
              <a:t>Centralized evaluation standards, decentralized execution</a:t>
            </a: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19991664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CB59-2621-E5DC-17C9-F42760BB3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D9A11-27C2-9CF9-5C84-292F384E8501}"/>
              </a:ext>
            </a:extLst>
          </p:cNvPr>
          <p:cNvSpPr>
            <a:spLocks noGrp="1"/>
          </p:cNvSpPr>
          <p:nvPr>
            <p:ph type="title"/>
          </p:nvPr>
        </p:nvSpPr>
        <p:spPr>
          <a:xfrm>
            <a:off x="588263" y="457200"/>
            <a:ext cx="11018520" cy="492443"/>
          </a:xfrm>
        </p:spPr>
        <p:txBody>
          <a:bodyPr/>
          <a:lstStyle/>
          <a:p>
            <a:pPr lvl="0"/>
            <a:r>
              <a:rPr lang="en-US" sz="3200"/>
              <a:t>Rubrik style evaluation</a:t>
            </a:r>
          </a:p>
        </p:txBody>
      </p:sp>
      <p:sp>
        <p:nvSpPr>
          <p:cNvPr id="3" name="TextBox 2">
            <a:extLst>
              <a:ext uri="{FF2B5EF4-FFF2-40B4-BE49-F238E27FC236}">
                <a16:creationId xmlns:a16="http://schemas.microsoft.com/office/drawing/2014/main" id="{D6D8E63C-1173-D356-9BEA-4CF47747371B}"/>
              </a:ext>
            </a:extLst>
          </p:cNvPr>
          <p:cNvSpPr txBox="1"/>
          <p:nvPr/>
        </p:nvSpPr>
        <p:spPr>
          <a:xfrm>
            <a:off x="588263" y="1327951"/>
            <a:ext cx="9945721" cy="4401205"/>
          </a:xfrm>
          <a:prstGeom prst="rect">
            <a:avLst/>
          </a:prstGeom>
          <a:noFill/>
        </p:spPr>
        <p:txBody>
          <a:bodyPr wrap="square" lIns="91440" tIns="45720" rIns="91440" bIns="45720" anchor="t">
            <a:spAutoFit/>
          </a:bodyPr>
          <a:lstStyle/>
          <a:p>
            <a:pPr fontAlgn="t"/>
            <a:r>
              <a:rPr lang="en-US"/>
              <a:t>A </a:t>
            </a:r>
            <a:r>
              <a:rPr lang="en-US" b="1"/>
              <a:t>rubric</a:t>
            </a:r>
            <a:r>
              <a:rPr lang="en-US"/>
              <a:t> is a </a:t>
            </a:r>
            <a:r>
              <a:rPr lang="en-US" i="1"/>
              <a:t>structured assessment protocol</a:t>
            </a:r>
            <a:r>
              <a:rPr lang="en-US"/>
              <a:t> that defines </a:t>
            </a:r>
            <a:r>
              <a:rPr lang="en-US" b="1"/>
              <a:t>explicit evaluation criteria</a:t>
            </a:r>
            <a:r>
              <a:rPr lang="en-US"/>
              <a:t> (multiple dimensions like correctness, completeness, tool use, safety) instead of relying on a single overall score. Rubrics make complex agent behaviors </a:t>
            </a:r>
            <a:r>
              <a:rPr lang="en-US" b="1"/>
              <a:t>checkable and explainable</a:t>
            </a:r>
            <a:r>
              <a:rPr lang="en-US"/>
              <a:t> by scoring each criterion separately so you can see </a:t>
            </a:r>
            <a:r>
              <a:rPr lang="en-US" i="1"/>
              <a:t>what failed and why</a:t>
            </a:r>
            <a:r>
              <a:rPr lang="en-US"/>
              <a:t>. </a:t>
            </a:r>
          </a:p>
          <a:p>
            <a:pPr fontAlgn="t"/>
            <a:endParaRPr lang="en-US" sz="1800">
              <a:solidFill>
                <a:srgbClr val="FFFFFF"/>
              </a:solidFill>
              <a:latin typeface="Segoe UI"/>
              <a:cs typeface="Segoe UI"/>
            </a:endParaRPr>
          </a:p>
          <a:p>
            <a:pPr fontAlgn="t"/>
            <a:r>
              <a:rPr lang="en-US">
                <a:solidFill>
                  <a:srgbClr val="FFFFFF"/>
                </a:solidFill>
                <a:latin typeface="Segoe UI"/>
                <a:cs typeface="Segoe UI"/>
              </a:rPr>
              <a:t>Azure AI evaluator library:</a:t>
            </a:r>
          </a:p>
          <a:p>
            <a:pPr fontAlgn="t"/>
            <a:r>
              <a:rPr lang="en-US">
                <a:hlinkClick r:id="rId2"/>
              </a:rPr>
              <a:t>Azure AI Evaluation client library for Python | Microsoft Learn</a:t>
            </a: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257199690"/>
      </p:ext>
    </p:extLst>
  </p:cSld>
  <p:clrMapOvr>
    <a:masterClrMapping/>
  </p:clrMapOvr>
  <p:transition>
    <p:fade/>
  </p:transition>
</p:sld>
</file>

<file path=ppt/theme/theme1.xml><?xml version="1.0" encoding="utf-8"?>
<a:theme xmlns:a="http://schemas.openxmlformats.org/drawingml/2006/main" name="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2.xml><?xml version="1.0" encoding="utf-8"?>
<a:theme xmlns:a="http://schemas.openxmlformats.org/drawingml/2006/main" name="3_Build 2019 Black">
  <a:themeElements>
    <a:clrScheme name="Azure 2022">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3.xml><?xml version="1.0" encoding="utf-8"?>
<a:theme xmlns:a="http://schemas.openxmlformats.org/drawingml/2006/main" name="1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4.xml><?xml version="1.0" encoding="utf-8"?>
<a:theme xmlns:a="http://schemas.openxmlformats.org/drawingml/2006/main" name="1_Industry Leader Summit">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ndustry Leader Summit" id="{F72972EE-8539-4F6B-95B3-B9EDE7F62884}" vid="{9C08EBE9-3C5D-4CC2-9DC2-4A0FCE8BE873}"/>
    </a:ext>
  </a:extLst>
</a:theme>
</file>

<file path=ppt/theme/theme5.xml><?xml version="1.0" encoding="utf-8"?>
<a:theme xmlns:a="http://schemas.openxmlformats.org/drawingml/2006/main" name="4_Build 2019 Black">
  <a:themeElements>
    <a:clrScheme name="Azure 2022">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6.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_PPT_Template_Aug2021.potx" id="{3C877D09-A027-4A54-90F8-D8E1B0BABAF3}" vid="{0DC0A601-2880-433D-8EDE-98C99C8D5565}"/>
    </a:ext>
  </a:extLst>
</a:theme>
</file>

<file path=ppt/theme/theme7.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8.xml><?xml version="1.0" encoding="utf-8"?>
<a:theme xmlns:a="http://schemas.openxmlformats.org/drawingml/2006/main" name="3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6D235E0236944CB2D0154C00AD9253" ma:contentTypeVersion="26" ma:contentTypeDescription="Create a new document." ma:contentTypeScope="" ma:versionID="41aa48f0d0fcd022d15edc1db881b801">
  <xsd:schema xmlns:xsd="http://www.w3.org/2001/XMLSchema" xmlns:xs="http://www.w3.org/2001/XMLSchema" xmlns:p="http://schemas.microsoft.com/office/2006/metadata/properties" xmlns:ns1="http://schemas.microsoft.com/sharepoint/v3" xmlns:ns2="07c5dfa0-33a3-47dd-bfb7-87fb96739115" xmlns:ns3="b1c3d6fc-5689-40cc-899d-3b916b4ff5bf" xmlns:ns4="230e9df3-be65-4c73-a93b-d1236ebd677e" targetNamespace="http://schemas.microsoft.com/office/2006/metadata/properties" ma:root="true" ma:fieldsID="ad11de25f3f36b6e7a16ba6e6aa81921" ns1:_="" ns2:_="" ns3:_="" ns4:_="">
    <xsd:import namespace="http://schemas.microsoft.com/sharepoint/v3"/>
    <xsd:import namespace="07c5dfa0-33a3-47dd-bfb7-87fb96739115"/>
    <xsd:import namespace="b1c3d6fc-5689-40cc-899d-3b916b4ff5bf"/>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Statu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Date" minOccurs="0"/>
                <xsd:element ref="ns2:Time" minOccurs="0"/>
                <xsd:element ref="ns2:test" minOccurs="0"/>
                <xsd:element ref="ns2:MediaServiceLocation"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c5dfa0-33a3-47dd-bfb7-87fb967391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Status" ma:index="18" nillable="true" ma:displayName="Status" ma:format="Dropdown" ma:internalName="Status">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 ma:index="25" nillable="true" ma:displayName="Date" ma:format="DateOnly" ma:internalName="Date">
      <xsd:simpleType>
        <xsd:restriction base="dms:DateTime"/>
      </xsd:simpleType>
    </xsd:element>
    <xsd:element name="Time" ma:index="26" nillable="true" ma:displayName="Time" ma:format="DateTime" ma:internalName="Time">
      <xsd:simpleType>
        <xsd:restriction base="dms:DateTime"/>
      </xsd:simpleType>
    </xsd:element>
    <xsd:element name="test" ma:index="27" nillable="true" ma:displayName="test" ma:format="DateOnly" ma:internalName="test">
      <xsd:simpleType>
        <xsd:restriction base="dms:DateTime"/>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3d6fc-5689-40cc-899d-3b916b4ff5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603ea5b-56ba-41f6-bada-27c0bbbe9ac1}" ma:internalName="TaxCatchAll" ma:showField="CatchAllData" ma:web="b1c3d6fc-5689-40cc-899d-3b916b4ff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EC098B-9CF2-4160-9256-F51F51A3B1F5}">
  <ds:schemaRefs>
    <ds:schemaRef ds:uri="http://schemas.microsoft.com/sharepoint/v3/contenttype/forms"/>
  </ds:schemaRefs>
</ds:datastoreItem>
</file>

<file path=customXml/itemProps2.xml><?xml version="1.0" encoding="utf-8"?>
<ds:datastoreItem xmlns:ds="http://schemas.openxmlformats.org/officeDocument/2006/customXml" ds:itemID="{9E48CF17-2CAE-4806-8199-12D0284FCD1C}">
  <ds:schemaRefs>
    <ds:schemaRef ds:uri="07c5dfa0-33a3-47dd-bfb7-87fb96739115"/>
    <ds:schemaRef ds:uri="230e9df3-be65-4c73-a93b-d1236ebd677e"/>
    <ds:schemaRef ds:uri="b1c3d6fc-5689-40cc-899d-3b916b4ff5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6584</TotalTime>
  <Words>389</Words>
  <Application>Microsoft Office PowerPoint</Application>
  <PresentationFormat>Widescreen</PresentationFormat>
  <Paragraphs>68</Paragraphs>
  <Slides>5</Slides>
  <Notes>0</Notes>
  <HiddenSlides>0</HiddenSlides>
  <MMClips>0</MMClips>
  <ScaleCrop>false</ScaleCrop>
  <HeadingPairs>
    <vt:vector size="6" baseType="variant">
      <vt:variant>
        <vt:lpstr>Fonts Used</vt:lpstr>
      </vt:variant>
      <vt:variant>
        <vt:i4>11</vt:i4>
      </vt:variant>
      <vt:variant>
        <vt:lpstr>Theme</vt:lpstr>
      </vt:variant>
      <vt:variant>
        <vt:i4>8</vt:i4>
      </vt:variant>
      <vt:variant>
        <vt:lpstr>Slide Titles</vt:lpstr>
      </vt:variant>
      <vt:variant>
        <vt:i4>5</vt:i4>
      </vt:variant>
    </vt:vector>
  </HeadingPairs>
  <TitlesOfParts>
    <vt:vector size="24" baseType="lpstr">
      <vt:lpstr>Aptos</vt:lpstr>
      <vt:lpstr>Arial</vt:lpstr>
      <vt:lpstr>Arial Black</vt:lpstr>
      <vt:lpstr>Consolas</vt:lpstr>
      <vt:lpstr>Helvetica Neue</vt:lpstr>
      <vt:lpstr>Segoe UI</vt:lpstr>
      <vt:lpstr>Segoe UI Light</vt:lpstr>
      <vt:lpstr>Segoe UI Semibold</vt:lpstr>
      <vt:lpstr>Segoe UI Semilight</vt:lpstr>
      <vt:lpstr>Space Grotesk</vt:lpstr>
      <vt:lpstr>Wingdings</vt:lpstr>
      <vt:lpstr>Microsoft Build 16:9 Template Dark</vt:lpstr>
      <vt:lpstr>3_Build 2019 Black</vt:lpstr>
      <vt:lpstr>1_Microsoft Build 16:9 Template Dark</vt:lpstr>
      <vt:lpstr>1_Industry Leader Summit</vt:lpstr>
      <vt:lpstr>4_Build 2019 Black</vt:lpstr>
      <vt:lpstr>Azure 1</vt:lpstr>
      <vt:lpstr>2_Microsoft Build 16:9 Template Dark</vt:lpstr>
      <vt:lpstr>3_Microsoft Build 16:9 Template Dark</vt:lpstr>
      <vt:lpstr>Evaluation</vt:lpstr>
      <vt:lpstr>Evaluation</vt:lpstr>
      <vt:lpstr>Ways of Evaluation</vt:lpstr>
      <vt:lpstr>General enterprise playbooks and patterns for SaaS products</vt:lpstr>
      <vt:lpstr>Rubrik style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LLMOps on Azure L200</dc:title>
  <dc:creator>Takuto Higuchi</dc:creator>
  <cp:lastModifiedBy>Helen Zeng</cp:lastModifiedBy>
  <cp:revision>156</cp:revision>
  <dcterms:created xsi:type="dcterms:W3CDTF">2023-10-10T16:59:13Z</dcterms:created>
  <dcterms:modified xsi:type="dcterms:W3CDTF">2026-09-29T04:38:42Z</dcterms:modified>
</cp:coreProperties>
</file>